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presProps.xml" ContentType="application/vnd.openxmlformats-officedocument.presentationml.presProps+xml"/>
  <Override PartName="/ppt/media/image28.png" ContentType="image/png"/>
  <Override PartName="/ppt/media/image1.jpeg" ContentType="image/jpeg"/>
  <Override PartName="/ppt/media/image38.png" ContentType="image/png"/>
  <Override PartName="/ppt/media/image2.jpeg" ContentType="image/jpeg"/>
  <Override PartName="/ppt/media/image23.jpeg" ContentType="image/jpeg"/>
  <Override PartName="/ppt/media/image8.png" ContentType="image/png"/>
  <Override PartName="/ppt/media/image3.jpeg" ContentType="image/jpeg"/>
  <Override PartName="/ppt/media/image5.png" ContentType="image/png"/>
  <Override PartName="/ppt/media/image4.png" ContentType="image/png"/>
  <Override PartName="/ppt/media/image45.jpeg" ContentType="image/jpeg"/>
  <Override PartName="/ppt/media/image6.png" ContentType="image/png"/>
  <Override PartName="/ppt/media/image7.png" ContentType="image/png"/>
  <Override PartName="/ppt/media/image9.jpeg" ContentType="image/jpeg"/>
  <Override PartName="/ppt/media/image10.png" ContentType="image/png"/>
  <Override PartName="/ppt/media/image11.png" ContentType="image/png"/>
  <Override PartName="/ppt/media/image12.png" ContentType="image/png"/>
  <Override PartName="/ppt/media/image18.jpeg" ContentType="image/jpeg"/>
  <Override PartName="/ppt/media/image13.png" ContentType="image/png"/>
  <Override PartName="/ppt/media/image46.jpeg" ContentType="image/jpe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24.jpeg" ContentType="image/jpeg"/>
  <Override PartName="/ppt/media/image19.jpeg" ContentType="image/jpeg"/>
  <Override PartName="/ppt/media/image20.jpeg" ContentType="image/jpeg"/>
  <Override PartName="/ppt/media/image21.jpeg" ContentType="image/jpeg"/>
  <Override PartName="/ppt/media/image22.jpeg" ContentType="image/jpeg"/>
  <Override PartName="/ppt/media/image25.jpeg" ContentType="image/jpeg"/>
  <Override PartName="/ppt/media/image27.png" ContentType="image/png"/>
  <Override PartName="/ppt/media/image26.jpeg" ContentType="image/jpeg"/>
  <Override PartName="/ppt/media/image29.png" ContentType="image/png"/>
  <Override PartName="/ppt/media/image30.jpeg" ContentType="image/jpeg"/>
  <Override PartName="/ppt/media/image31.jpeg" ContentType="image/jpeg"/>
  <Override PartName="/ppt/media/image42.png" ContentType="image/png"/>
  <Override PartName="/ppt/media/image32.jpeg" ContentType="image/jpeg"/>
  <Override PartName="/ppt/media/image33.jpeg" ContentType="image/jpeg"/>
  <Override PartName="/ppt/media/image34.png" ContentType="image/png"/>
  <Override PartName="/ppt/media/image35.png" ContentType="image/png"/>
  <Override PartName="/ppt/media/image37.jpeg" ContentType="image/jpeg"/>
  <Override PartName="/ppt/media/image36.jpeg" ContentType="image/jpeg"/>
  <Override PartName="/ppt/media/image39.png" ContentType="image/png"/>
  <Override PartName="/ppt/media/image40.png" ContentType="image/png"/>
  <Override PartName="/ppt/media/image41.jpeg" ContentType="image/jpeg"/>
  <Override PartName="/ppt/media/image43.jpeg" ContentType="image/jpeg"/>
  <Override PartName="/ppt/media/image44.jpeg" ContentType="image/jpeg"/>
  <Override PartName="/ppt/media/image47.jpeg" ContentType="image/jpeg"/>
  <Override PartName="/ppt/media/image48.jpeg" ContentType="image/jpeg"/>
  <Override PartName="/ppt/media/image49.jpeg" ContentType="image/jpeg"/>
  <Override PartName="/ppt/media/image50.jpeg" ContentType="image/jpeg"/>
  <Override PartName="/ppt/media/image5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  <p:sldMasterId id="2147483655" r:id="rId5"/>
    <p:sldMasterId id="2147483657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800" cy="63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6840" y="1621440"/>
            <a:ext cx="8230320" cy="286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877F14-51FC-44F2-BE05-E7DEDA8B20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800" cy="63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6840" y="1621440"/>
            <a:ext cx="8230320" cy="286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0FFDB9-99E0-415A-92B9-561CF309A9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800" cy="63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6840" y="1621440"/>
            <a:ext cx="8230320" cy="286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41919E-8010-4558-9398-065E8DEC45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800" cy="63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6840" y="1621440"/>
            <a:ext cx="8230320" cy="286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0587A7D-3081-4F8F-B9EA-B2ED89716F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800" cy="63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6840" y="1621440"/>
            <a:ext cx="8230320" cy="286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1008E33-FCF4-433B-8959-62901E3861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800" cy="63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6840" y="1621440"/>
            <a:ext cx="8230320" cy="286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6EE88C2-7137-4C88-8749-35116B23F6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g object 16"/>
          <p:cNvSpPr/>
          <p:nvPr/>
        </p:nvSpPr>
        <p:spPr>
          <a:xfrm>
            <a:off x="0" y="1280160"/>
            <a:ext cx="533160" cy="228240"/>
          </a:xfrm>
          <a:custGeom>
            <a:avLst/>
            <a:gdLst>
              <a:gd name="textAreaLeft" fmla="*/ 0 w 533160"/>
              <a:gd name="textAreaRight" fmla="*/ 533520 w 53316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cc8e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bg object 17"/>
          <p:cNvSpPr/>
          <p:nvPr/>
        </p:nvSpPr>
        <p:spPr>
          <a:xfrm>
            <a:off x="590400" y="1280160"/>
            <a:ext cx="8553240" cy="228240"/>
          </a:xfrm>
          <a:custGeom>
            <a:avLst/>
            <a:gdLst>
              <a:gd name="textAreaLeft" fmla="*/ 0 w 8553240"/>
              <a:gd name="textAreaRight" fmla="*/ 8553600 w 855324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8553450" h="228600">
                <a:moveTo>
                  <a:pt x="8553450" y="0"/>
                </a:moveTo>
                <a:lnTo>
                  <a:pt x="0" y="0"/>
                </a:lnTo>
                <a:lnTo>
                  <a:pt x="0" y="228600"/>
                </a:lnTo>
                <a:lnTo>
                  <a:pt x="8553450" y="228600"/>
                </a:lnTo>
                <a:lnTo>
                  <a:pt x="8553450" y="0"/>
                </a:lnTo>
                <a:close/>
              </a:path>
            </a:pathLst>
          </a:custGeom>
          <a:solidFill>
            <a:srgbClr val="7d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26160"/>
            <a:ext cx="7772040" cy="60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40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en-US" sz="4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78840" y="6561000"/>
            <a:ext cx="130212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8368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4214EB-3083-4AFD-9E74-F5B83658C5A7}" type="slidenum">
              <a: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24</a:t>
            </a:fld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g object 16"/>
          <p:cNvSpPr/>
          <p:nvPr/>
        </p:nvSpPr>
        <p:spPr>
          <a:xfrm>
            <a:off x="0" y="1280160"/>
            <a:ext cx="533160" cy="228240"/>
          </a:xfrm>
          <a:custGeom>
            <a:avLst/>
            <a:gdLst>
              <a:gd name="textAreaLeft" fmla="*/ 0 w 533160"/>
              <a:gd name="textAreaRight" fmla="*/ 533520 w 53316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cc8e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" name="bg object 17"/>
          <p:cNvSpPr/>
          <p:nvPr/>
        </p:nvSpPr>
        <p:spPr>
          <a:xfrm>
            <a:off x="590400" y="1280160"/>
            <a:ext cx="8553240" cy="228240"/>
          </a:xfrm>
          <a:custGeom>
            <a:avLst/>
            <a:gdLst>
              <a:gd name="textAreaLeft" fmla="*/ 0 w 8553240"/>
              <a:gd name="textAreaRight" fmla="*/ 8553600 w 855324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8553450" h="228600">
                <a:moveTo>
                  <a:pt x="8553450" y="0"/>
                </a:moveTo>
                <a:lnTo>
                  <a:pt x="0" y="0"/>
                </a:lnTo>
                <a:lnTo>
                  <a:pt x="0" y="228600"/>
                </a:lnTo>
                <a:lnTo>
                  <a:pt x="8553450" y="228600"/>
                </a:lnTo>
                <a:lnTo>
                  <a:pt x="8553450" y="0"/>
                </a:lnTo>
                <a:close/>
              </a:path>
            </a:pathLst>
          </a:custGeom>
          <a:solidFill>
            <a:srgbClr val="7d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800" cy="63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40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en-US" sz="4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6840" y="1621440"/>
            <a:ext cx="8230320" cy="286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4"/>
          </p:nvPr>
        </p:nvSpPr>
        <p:spPr>
          <a:xfrm>
            <a:off x="78840" y="6561000"/>
            <a:ext cx="130212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5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658368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D4A463-AC23-4057-8D4A-F2E2359B60C9}" type="slidenum">
              <a: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g object 16"/>
          <p:cNvSpPr/>
          <p:nvPr/>
        </p:nvSpPr>
        <p:spPr>
          <a:xfrm>
            <a:off x="0" y="1280160"/>
            <a:ext cx="533160" cy="228240"/>
          </a:xfrm>
          <a:custGeom>
            <a:avLst/>
            <a:gdLst>
              <a:gd name="textAreaLeft" fmla="*/ 0 w 533160"/>
              <a:gd name="textAreaRight" fmla="*/ 533520 w 53316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cc8e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0" name="bg object 17"/>
          <p:cNvSpPr/>
          <p:nvPr/>
        </p:nvSpPr>
        <p:spPr>
          <a:xfrm>
            <a:off x="590400" y="1280160"/>
            <a:ext cx="8553240" cy="228240"/>
          </a:xfrm>
          <a:custGeom>
            <a:avLst/>
            <a:gdLst>
              <a:gd name="textAreaLeft" fmla="*/ 0 w 8553240"/>
              <a:gd name="textAreaRight" fmla="*/ 8553600 w 855324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8553450" h="228600">
                <a:moveTo>
                  <a:pt x="8553450" y="0"/>
                </a:moveTo>
                <a:lnTo>
                  <a:pt x="0" y="0"/>
                </a:lnTo>
                <a:lnTo>
                  <a:pt x="0" y="228600"/>
                </a:lnTo>
                <a:lnTo>
                  <a:pt x="8553450" y="228600"/>
                </a:lnTo>
                <a:lnTo>
                  <a:pt x="8553450" y="0"/>
                </a:lnTo>
                <a:close/>
              </a:path>
            </a:pathLst>
          </a:custGeom>
          <a:solidFill>
            <a:srgbClr val="7d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800" cy="63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40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en-US" sz="4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577520"/>
            <a:ext cx="3977280" cy="317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709160" y="1577520"/>
            <a:ext cx="3977280" cy="317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7"/>
          </p:nvPr>
        </p:nvSpPr>
        <p:spPr>
          <a:xfrm>
            <a:off x="78840" y="6561000"/>
            <a:ext cx="130212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dt" idx="8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9"/>
          </p:nvPr>
        </p:nvSpPr>
        <p:spPr>
          <a:xfrm>
            <a:off x="658368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4BC20C-9BFA-43AD-A1F1-2C7001A83569}" type="slidenum">
              <a: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g object 16"/>
          <p:cNvSpPr/>
          <p:nvPr/>
        </p:nvSpPr>
        <p:spPr>
          <a:xfrm>
            <a:off x="0" y="1280160"/>
            <a:ext cx="533160" cy="228240"/>
          </a:xfrm>
          <a:custGeom>
            <a:avLst/>
            <a:gdLst>
              <a:gd name="textAreaLeft" fmla="*/ 0 w 533160"/>
              <a:gd name="textAreaRight" fmla="*/ 533520 w 53316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cc8e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0" name="bg object 17"/>
          <p:cNvSpPr/>
          <p:nvPr/>
        </p:nvSpPr>
        <p:spPr>
          <a:xfrm>
            <a:off x="590400" y="1280160"/>
            <a:ext cx="8553240" cy="228240"/>
          </a:xfrm>
          <a:custGeom>
            <a:avLst/>
            <a:gdLst>
              <a:gd name="textAreaLeft" fmla="*/ 0 w 8553240"/>
              <a:gd name="textAreaRight" fmla="*/ 8553600 w 855324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8553450" h="228600">
                <a:moveTo>
                  <a:pt x="8553450" y="0"/>
                </a:moveTo>
                <a:lnTo>
                  <a:pt x="0" y="0"/>
                </a:lnTo>
                <a:lnTo>
                  <a:pt x="0" y="228600"/>
                </a:lnTo>
                <a:lnTo>
                  <a:pt x="8553450" y="228600"/>
                </a:lnTo>
                <a:lnTo>
                  <a:pt x="8553450" y="0"/>
                </a:lnTo>
                <a:close/>
              </a:path>
            </a:pathLst>
          </a:custGeom>
          <a:solidFill>
            <a:srgbClr val="7d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7600" y="377280"/>
            <a:ext cx="8128800" cy="63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40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en-US" sz="4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0"/>
          </p:nvPr>
        </p:nvSpPr>
        <p:spPr>
          <a:xfrm>
            <a:off x="78840" y="6561000"/>
            <a:ext cx="130212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1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2"/>
          </p:nvPr>
        </p:nvSpPr>
        <p:spPr>
          <a:xfrm>
            <a:off x="658368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D91F0B-0192-4D67-9A69-ADC04A176DA6}" type="slidenum">
              <a: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g object 16"/>
          <p:cNvSpPr/>
          <p:nvPr/>
        </p:nvSpPr>
        <p:spPr>
          <a:xfrm>
            <a:off x="0" y="1280160"/>
            <a:ext cx="533160" cy="228240"/>
          </a:xfrm>
          <a:custGeom>
            <a:avLst/>
            <a:gdLst>
              <a:gd name="textAreaLeft" fmla="*/ 0 w 533160"/>
              <a:gd name="textAreaRight" fmla="*/ 533520 w 53316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cc8e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bg object 17"/>
          <p:cNvSpPr/>
          <p:nvPr/>
        </p:nvSpPr>
        <p:spPr>
          <a:xfrm>
            <a:off x="590400" y="1280160"/>
            <a:ext cx="8553240" cy="228240"/>
          </a:xfrm>
          <a:custGeom>
            <a:avLst/>
            <a:gdLst>
              <a:gd name="textAreaLeft" fmla="*/ 0 w 8553240"/>
              <a:gd name="textAreaRight" fmla="*/ 8553600 w 855324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8553450" h="228600">
                <a:moveTo>
                  <a:pt x="8553450" y="0"/>
                </a:moveTo>
                <a:lnTo>
                  <a:pt x="0" y="0"/>
                </a:lnTo>
                <a:lnTo>
                  <a:pt x="0" y="228600"/>
                </a:lnTo>
                <a:lnTo>
                  <a:pt x="8553450" y="228600"/>
                </a:lnTo>
                <a:lnTo>
                  <a:pt x="8553450" y="0"/>
                </a:lnTo>
                <a:close/>
              </a:path>
            </a:pathLst>
          </a:custGeom>
          <a:solidFill>
            <a:srgbClr val="7d9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ftr" idx="13"/>
          </p:nvPr>
        </p:nvSpPr>
        <p:spPr>
          <a:xfrm>
            <a:off x="78840" y="6561000"/>
            <a:ext cx="1302120" cy="24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14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15"/>
          </p:nvPr>
        </p:nvSpPr>
        <p:spPr>
          <a:xfrm>
            <a:off x="658368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C192C4-41DC-4272-ABC4-34D861D56C01}" type="slidenum">
              <a:rPr b="0" lang="en-US" sz="18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image" Target="../media/image19.jpeg"/><Relationship Id="rId3" Type="http://schemas.openxmlformats.org/officeDocument/2006/relationships/image" Target="../media/image20.jpeg"/><Relationship Id="rId4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image" Target="../media/image22.jpe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image" Target="../media/image24.jpe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3.jpe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image" Target="../media/image37.jpeg"/><Relationship Id="rId3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image" Target="../media/image42.png"/><Relationship Id="rId3" Type="http://schemas.openxmlformats.org/officeDocument/2006/relationships/image" Target="../media/image43.jpeg"/><Relationship Id="rId4" Type="http://schemas.openxmlformats.org/officeDocument/2006/relationships/image" Target="../media/image44.jpeg"/><Relationship Id="rId5" Type="http://schemas.openxmlformats.org/officeDocument/2006/relationships/image" Target="../media/image45.jpeg"/><Relationship Id="rId6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image" Target="../media/image50.jpeg"/><Relationship Id="rId3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bject 2"/>
          <p:cNvSpPr/>
          <p:nvPr/>
        </p:nvSpPr>
        <p:spPr>
          <a:xfrm>
            <a:off x="0" y="0"/>
            <a:ext cx="9143640" cy="5971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971320"/>
              <a:gd name="textAreaBottom" fmla="*/ 5971680 h 5971320"/>
            </a:gdLst>
            <a:ahLst/>
            <a:rect l="textAreaLeft" t="textAreaTop" r="textAreaRight" b="textAreaBottom"/>
            <a:pathLst>
              <a:path w="9144000" h="5971540">
                <a:moveTo>
                  <a:pt x="0" y="5971032"/>
                </a:moveTo>
                <a:lnTo>
                  <a:pt x="9144000" y="5971032"/>
                </a:lnTo>
                <a:lnTo>
                  <a:pt x="9144000" y="0"/>
                </a:lnTo>
                <a:lnTo>
                  <a:pt x="0" y="0"/>
                </a:lnTo>
                <a:lnTo>
                  <a:pt x="0" y="5971032"/>
                </a:lnTo>
                <a:close/>
              </a:path>
            </a:pathLst>
          </a:custGeom>
          <a:solidFill>
            <a:srgbClr val="1718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75560" y="1043640"/>
            <a:ext cx="8194320" cy="1110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3600" spc="-465" strike="noStrike" u="none">
                <a:solidFill>
                  <a:srgbClr val="ffc000"/>
                </a:solidFill>
                <a:uFillTx/>
                <a:latin typeface="Arial"/>
              </a:rPr>
              <a:t>SOF</a:t>
            </a:r>
            <a:r>
              <a:rPr b="1" lang="en-US" sz="3600" spc="-405" strike="noStrike" u="none">
                <a:solidFill>
                  <a:srgbClr val="ffc000"/>
                </a:solidFill>
                <a:uFillTx/>
                <a:latin typeface="Arial"/>
              </a:rPr>
              <a:t>T</a:t>
            </a:r>
            <a:r>
              <a:rPr b="1" lang="en-US" sz="3600" spc="-689" strike="noStrike" u="none">
                <a:solidFill>
                  <a:srgbClr val="ffc000"/>
                </a:solidFill>
                <a:uFillTx/>
                <a:latin typeface="Arial"/>
              </a:rPr>
              <a:t>W</a:t>
            </a:r>
            <a:r>
              <a:rPr b="1" lang="en-US" sz="3600" spc="-434" strike="noStrike" u="none">
                <a:solidFill>
                  <a:srgbClr val="ffc000"/>
                </a:solidFill>
                <a:uFillTx/>
                <a:latin typeface="Arial"/>
              </a:rPr>
              <a:t>ARE</a:t>
            </a:r>
            <a:r>
              <a:rPr b="1" lang="en-US" sz="3600" spc="-45" strike="noStrike" u="none">
                <a:solidFill>
                  <a:srgbClr val="ffc000"/>
                </a:solidFill>
                <a:uFillTx/>
                <a:latin typeface="Arial"/>
              </a:rPr>
              <a:t> </a:t>
            </a:r>
            <a:r>
              <a:rPr b="1" lang="en-US" sz="3600" spc="-366" strike="noStrike" u="none">
                <a:solidFill>
                  <a:srgbClr val="ffc000"/>
                </a:solidFill>
                <a:uFillTx/>
                <a:latin typeface="Arial"/>
              </a:rPr>
              <a:t>REQUIRE</a:t>
            </a:r>
            <a:r>
              <a:rPr b="1" lang="en-US" sz="3600" spc="-459" strike="noStrike" u="none">
                <a:solidFill>
                  <a:srgbClr val="ffc000"/>
                </a:solidFill>
                <a:uFillTx/>
                <a:latin typeface="Arial"/>
              </a:rPr>
              <a:t>M</a:t>
            </a:r>
            <a:r>
              <a:rPr b="1" lang="en-US" sz="3600" spc="-496" strike="noStrike" u="none">
                <a:solidFill>
                  <a:srgbClr val="ffc000"/>
                </a:solidFill>
                <a:uFillTx/>
                <a:latin typeface="Arial"/>
              </a:rPr>
              <a:t>ENTS</a:t>
            </a:r>
            <a:r>
              <a:rPr b="1" lang="en-US" sz="3600" spc="-45" strike="noStrike" u="none">
                <a:solidFill>
                  <a:srgbClr val="ffc000"/>
                </a:solidFill>
                <a:uFillTx/>
                <a:latin typeface="Arial"/>
              </a:rPr>
              <a:t> </a:t>
            </a:r>
            <a:r>
              <a:rPr b="1" lang="en-US" sz="3600" spc="-334" strike="noStrike" u="none">
                <a:solidFill>
                  <a:srgbClr val="ffc000"/>
                </a:solidFill>
                <a:uFillTx/>
                <a:latin typeface="Arial"/>
              </a:rPr>
              <a:t>ENGINEERING</a:t>
            </a:r>
            <a:endParaRPr b="0" lang="en-US" sz="3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7" name="object 9"/>
          <p:cNvSpPr/>
          <p:nvPr/>
        </p:nvSpPr>
        <p:spPr>
          <a:xfrm>
            <a:off x="3021480" y="4153320"/>
            <a:ext cx="3103560" cy="11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3600" spc="-286" strike="noStrike" u="none">
                <a:solidFill>
                  <a:srgbClr val="ff0000"/>
                </a:solidFill>
                <a:uFillTx/>
                <a:latin typeface="Arial"/>
              </a:rPr>
              <a:t>INTRODUCTION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object 10"/>
          <p:cNvSpPr/>
          <p:nvPr/>
        </p:nvSpPr>
        <p:spPr>
          <a:xfrm>
            <a:off x="6724800" y="6148440"/>
            <a:ext cx="226296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1" lang="en-US" sz="2800" spc="-329" strike="noStrike" u="none">
                <a:solidFill>
                  <a:srgbClr val="ffffff"/>
                </a:solidFill>
                <a:uFillTx/>
                <a:latin typeface="Arial"/>
              </a:rPr>
              <a:t>Eng</a:t>
            </a:r>
            <a:r>
              <a:rPr b="1" lang="en-US" sz="2800" spc="-320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2800" spc="-54" strike="noStrike" u="none">
                <a:solidFill>
                  <a:srgbClr val="ffffff"/>
                </a:solidFill>
                <a:uFillTx/>
                <a:latin typeface="Arial"/>
              </a:rPr>
              <a:t>.</a:t>
            </a:r>
            <a:r>
              <a:rPr b="1" lang="en-US" sz="2800" spc="-34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2800" spc="-71" strike="noStrike" u="none">
                <a:solidFill>
                  <a:srgbClr val="ffffff"/>
                </a:solidFill>
                <a:uFillTx/>
                <a:latin typeface="Arial"/>
              </a:rPr>
              <a:t>Ali</a:t>
            </a:r>
            <a:r>
              <a:rPr b="1" lang="en-US" sz="2800" spc="-34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2800" spc="-176" strike="noStrike" u="none">
                <a:solidFill>
                  <a:srgbClr val="ffffff"/>
                </a:solidFill>
                <a:uFillTx/>
                <a:latin typeface="Arial"/>
              </a:rPr>
              <a:t>Ja</a:t>
            </a:r>
            <a:r>
              <a:rPr b="1" lang="en-US" sz="2800" spc="-201" strike="noStrike" u="none">
                <a:solidFill>
                  <a:srgbClr val="ffffff"/>
                </a:solidFill>
                <a:uFillTx/>
                <a:latin typeface="Arial"/>
              </a:rPr>
              <a:t>v</a:t>
            </a:r>
            <a:r>
              <a:rPr b="1" lang="en-US" sz="2800" spc="-224" strike="noStrike" u="none">
                <a:solidFill>
                  <a:srgbClr val="ffffff"/>
                </a:solidFill>
                <a:uFillTx/>
                <a:latin typeface="Arial"/>
              </a:rPr>
              <a:t>ed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object 11"/>
          <p:cNvSpPr/>
          <p:nvPr/>
        </p:nvSpPr>
        <p:spPr>
          <a:xfrm>
            <a:off x="267120" y="6282360"/>
            <a:ext cx="16887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800" spc="-45" strike="noStrike" u="none">
                <a:solidFill>
                  <a:srgbClr val="ffffff"/>
                </a:solidFill>
                <a:uFillTx/>
                <a:latin typeface="Arial"/>
              </a:rPr>
              <a:t>26</a:t>
            </a:r>
            <a:r>
              <a:rPr b="1" lang="en-US" sz="1800" spc="-142" strike="noStrike" u="none" baseline="25000">
                <a:solidFill>
                  <a:srgbClr val="ffffff"/>
                </a:solidFill>
                <a:uFillTx/>
                <a:latin typeface="Arial"/>
              </a:rPr>
              <a:t>th</a:t>
            </a:r>
            <a:r>
              <a:rPr b="1" lang="en-US" sz="1800" spc="179" strike="noStrike" u="none" baseline="25000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800" spc="-119" strike="noStrike" u="none">
                <a:solidFill>
                  <a:srgbClr val="ffffff"/>
                </a:solidFill>
                <a:uFillTx/>
                <a:latin typeface="Arial"/>
              </a:rPr>
              <a:t>March,</a:t>
            </a:r>
            <a:r>
              <a:rPr b="1" lang="en-US" sz="1800" spc="-54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800" spc="-45" strike="noStrike" u="none">
                <a:solidFill>
                  <a:srgbClr val="ffffff"/>
                </a:solidFill>
                <a:uFillTx/>
                <a:latin typeface="Arial"/>
              </a:rPr>
              <a:t>2013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bject 2"/>
          <p:cNvSpPr/>
          <p:nvPr/>
        </p:nvSpPr>
        <p:spPr>
          <a:xfrm>
            <a:off x="0" y="0"/>
            <a:ext cx="9143640" cy="15235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1523520"/>
              <a:gd name="textAreaBottom" fmla="*/ 1523880 h 1523520"/>
            </a:gdLst>
            <a:ahLst/>
            <a:rect l="textAreaLeft" t="textAreaTop" r="textAreaRight" b="textAreaBottom"/>
            <a:pathLst>
              <a:path w="9144000" h="1524000">
                <a:moveTo>
                  <a:pt x="0" y="1524000"/>
                </a:moveTo>
                <a:lnTo>
                  <a:pt x="9144000" y="15240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rgbClr val="1718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1" name="object 3"/>
          <p:cNvSpPr/>
          <p:nvPr/>
        </p:nvSpPr>
        <p:spPr>
          <a:xfrm>
            <a:off x="0" y="2666880"/>
            <a:ext cx="9143640" cy="419076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4190760"/>
              <a:gd name="textAreaBottom" fmla="*/ 4191120 h 4190760"/>
            </a:gdLst>
            <a:ahLst/>
            <a:rect l="textAreaLeft" t="textAreaTop" r="textAreaRight" b="textAreaBottom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rgbClr val="1718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52" name="object 4"/>
          <p:cNvGrpSpPr/>
          <p:nvPr/>
        </p:nvGrpSpPr>
        <p:grpSpPr>
          <a:xfrm>
            <a:off x="0" y="1523880"/>
            <a:ext cx="9143640" cy="1142640"/>
            <a:chOff x="0" y="1523880"/>
            <a:chExt cx="9143640" cy="1142640"/>
          </a:xfrm>
        </p:grpSpPr>
        <p:sp>
          <p:nvSpPr>
            <p:cNvPr id="53" name="object 5"/>
            <p:cNvSpPr/>
            <p:nvPr/>
          </p:nvSpPr>
          <p:spPr>
            <a:xfrm>
              <a:off x="0" y="1523880"/>
              <a:ext cx="9143640" cy="1142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142640"/>
                <a:gd name="textAreaBottom" fmla="*/ 1143000 h 1142640"/>
              </a:gdLst>
              <a:ahLst/>
              <a:rect l="textAreaLeft" t="textAreaTop" r="textAreaRight" b="textAreaBottom"/>
              <a:pathLst>
                <a:path w="9144000" h="1143000">
                  <a:moveTo>
                    <a:pt x="91440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9144000" y="1143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54" name="object 6"/>
            <p:cNvSpPr/>
            <p:nvPr/>
          </p:nvSpPr>
          <p:spPr>
            <a:xfrm>
              <a:off x="0" y="1600200"/>
              <a:ext cx="1294920" cy="990360"/>
            </a:xfrm>
            <a:custGeom>
              <a:avLst/>
              <a:gdLst>
                <a:gd name="textAreaLeft" fmla="*/ 0 w 1294920"/>
                <a:gd name="textAreaRight" fmla="*/ 1295280 w 1294920"/>
                <a:gd name="textAreaTop" fmla="*/ 0 h 990360"/>
                <a:gd name="textAreaBottom" fmla="*/ 990720 h 990360"/>
              </a:gdLst>
              <a:ahLst/>
              <a:rect l="textAreaLeft" t="textAreaTop" r="textAreaRight" b="textAreaBottom"/>
              <a:pathLst>
                <a:path w="1295400" h="990600">
                  <a:moveTo>
                    <a:pt x="12954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1295400" y="9906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cc8e5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55" name="object 7"/>
            <p:cNvSpPr/>
            <p:nvPr/>
          </p:nvSpPr>
          <p:spPr>
            <a:xfrm>
              <a:off x="1371600" y="1600200"/>
              <a:ext cx="7772040" cy="990360"/>
            </a:xfrm>
            <a:custGeom>
              <a:avLst/>
              <a:gdLst>
                <a:gd name="textAreaLeft" fmla="*/ 0 w 7772040"/>
                <a:gd name="textAreaRight" fmla="*/ 7772400 w 7772040"/>
                <a:gd name="textAreaTop" fmla="*/ 0 h 990360"/>
                <a:gd name="textAreaBottom" fmla="*/ 990720 h 990360"/>
              </a:gdLst>
              <a:ahLst/>
              <a:rect l="textAreaLeft" t="textAreaTop" r="textAreaRight" b="textAreaBottom"/>
              <a:pathLst>
                <a:path w="7772400" h="990600">
                  <a:moveTo>
                    <a:pt x="77724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7772400" y="990600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6" name="object 8"/>
          <p:cNvSpPr/>
          <p:nvPr/>
        </p:nvSpPr>
        <p:spPr>
          <a:xfrm>
            <a:off x="1450440" y="3025440"/>
            <a:ext cx="1069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19"/>
              </a:spcBef>
            </a:pPr>
            <a:r>
              <a:rPr b="0" lang="en-US" sz="700" spc="14" strike="noStrike" u="none">
                <a:solidFill>
                  <a:srgbClr val="cc8e5f"/>
                </a:solidFill>
                <a:uFillTx/>
                <a:latin typeface="Wingdings"/>
              </a:rPr>
              <a:t>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object 9"/>
          <p:cNvSpPr/>
          <p:nvPr/>
        </p:nvSpPr>
        <p:spPr>
          <a:xfrm>
            <a:off x="1450440" y="3296880"/>
            <a:ext cx="1069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19"/>
              </a:spcBef>
            </a:pPr>
            <a:r>
              <a:rPr b="0" lang="en-US" sz="700" spc="14" strike="noStrike" u="none">
                <a:solidFill>
                  <a:srgbClr val="cc8e5f"/>
                </a:solidFill>
                <a:uFillTx/>
                <a:latin typeface="Wingdings"/>
              </a:rPr>
              <a:t>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object 10"/>
          <p:cNvSpPr/>
          <p:nvPr/>
        </p:nvSpPr>
        <p:spPr>
          <a:xfrm>
            <a:off x="1450440" y="3567960"/>
            <a:ext cx="1069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19"/>
              </a:spcBef>
            </a:pPr>
            <a:r>
              <a:rPr b="0" lang="en-US" sz="700" spc="14" strike="noStrike" u="none">
                <a:solidFill>
                  <a:srgbClr val="cc8e5f"/>
                </a:solidFill>
                <a:uFillTx/>
                <a:latin typeface="Wingdings"/>
              </a:rPr>
              <a:t>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object 11"/>
          <p:cNvSpPr/>
          <p:nvPr/>
        </p:nvSpPr>
        <p:spPr>
          <a:xfrm>
            <a:off x="1450440" y="3840840"/>
            <a:ext cx="1069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19"/>
              </a:spcBef>
            </a:pPr>
            <a:r>
              <a:rPr b="0" lang="en-US" sz="700" spc="14" strike="noStrike" u="none">
                <a:solidFill>
                  <a:srgbClr val="cc8e5f"/>
                </a:solidFill>
                <a:uFillTx/>
                <a:latin typeface="Wingdings"/>
              </a:rPr>
              <a:t>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object 12"/>
          <p:cNvSpPr/>
          <p:nvPr/>
        </p:nvSpPr>
        <p:spPr>
          <a:xfrm>
            <a:off x="1450440" y="4112280"/>
            <a:ext cx="1069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19"/>
              </a:spcBef>
            </a:pPr>
            <a:r>
              <a:rPr b="0" lang="en-US" sz="700" spc="14" strike="noStrike" u="none">
                <a:solidFill>
                  <a:srgbClr val="cc8e5f"/>
                </a:solidFill>
                <a:uFillTx/>
                <a:latin typeface="Wingdings"/>
              </a:rPr>
              <a:t>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object 13"/>
          <p:cNvSpPr/>
          <p:nvPr/>
        </p:nvSpPr>
        <p:spPr>
          <a:xfrm>
            <a:off x="1450440" y="4383360"/>
            <a:ext cx="1069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19"/>
              </a:spcBef>
            </a:pPr>
            <a:r>
              <a:rPr b="0" lang="en-US" sz="700" spc="20" strike="noStrike" u="none">
                <a:solidFill>
                  <a:srgbClr val="cc8e5f"/>
                </a:solidFill>
                <a:uFillTx/>
                <a:latin typeface="Wingdings"/>
              </a:rPr>
              <a:t>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object 14"/>
          <p:cNvSpPr/>
          <p:nvPr/>
        </p:nvSpPr>
        <p:spPr>
          <a:xfrm>
            <a:off x="1450440" y="4656600"/>
            <a:ext cx="1069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19"/>
              </a:spcBef>
            </a:pPr>
            <a:r>
              <a:rPr b="0" lang="en-US" sz="700" spc="14" strike="noStrike" u="none">
                <a:solidFill>
                  <a:srgbClr val="cc8e5f"/>
                </a:solidFill>
                <a:uFillTx/>
                <a:latin typeface="Wingdings"/>
              </a:rPr>
              <a:t>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object 15"/>
          <p:cNvSpPr/>
          <p:nvPr/>
        </p:nvSpPr>
        <p:spPr>
          <a:xfrm>
            <a:off x="1450440" y="4927680"/>
            <a:ext cx="1069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19"/>
              </a:spcBef>
            </a:pPr>
            <a:r>
              <a:rPr b="0" lang="en-US" sz="700" spc="14" strike="noStrike" u="none">
                <a:solidFill>
                  <a:srgbClr val="cc8e5f"/>
                </a:solidFill>
                <a:uFillTx/>
                <a:latin typeface="Wingdings"/>
              </a:rPr>
              <a:t>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object 16"/>
          <p:cNvSpPr/>
          <p:nvPr/>
        </p:nvSpPr>
        <p:spPr>
          <a:xfrm>
            <a:off x="1450440" y="5199120"/>
            <a:ext cx="1069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19"/>
              </a:spcBef>
            </a:pPr>
            <a:r>
              <a:rPr b="0" lang="en-US" sz="700" spc="14" strike="noStrike" u="none">
                <a:solidFill>
                  <a:srgbClr val="cc8e5f"/>
                </a:solidFill>
                <a:uFillTx/>
                <a:latin typeface="Wingdings"/>
              </a:rPr>
              <a:t>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object 17"/>
          <p:cNvSpPr/>
          <p:nvPr/>
        </p:nvSpPr>
        <p:spPr>
          <a:xfrm>
            <a:off x="1450440" y="5472000"/>
            <a:ext cx="1069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19"/>
              </a:spcBef>
            </a:pPr>
            <a:r>
              <a:rPr b="0" lang="en-US" sz="700" spc="14" strike="noStrike" u="none">
                <a:solidFill>
                  <a:srgbClr val="cc8e5f"/>
                </a:solidFill>
                <a:uFillTx/>
                <a:latin typeface="Wingdings"/>
              </a:rPr>
              <a:t>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object 18"/>
          <p:cNvSpPr/>
          <p:nvPr/>
        </p:nvSpPr>
        <p:spPr>
          <a:xfrm>
            <a:off x="1450440" y="5743440"/>
            <a:ext cx="1069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19"/>
              </a:spcBef>
            </a:pPr>
            <a:r>
              <a:rPr b="0" lang="en-US" sz="700" spc="14" strike="noStrike" u="none">
                <a:solidFill>
                  <a:srgbClr val="cc8e5f"/>
                </a:solidFill>
                <a:uFillTx/>
                <a:latin typeface="Wingdings"/>
              </a:rPr>
              <a:t>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object 19"/>
          <p:cNvSpPr/>
          <p:nvPr/>
        </p:nvSpPr>
        <p:spPr>
          <a:xfrm>
            <a:off x="1450440" y="6014880"/>
            <a:ext cx="1069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19"/>
              </a:spcBef>
            </a:pPr>
            <a:r>
              <a:rPr b="0" lang="en-US" sz="700" spc="14" strike="noStrike" u="none">
                <a:solidFill>
                  <a:srgbClr val="cc8e5f"/>
                </a:solidFill>
                <a:uFillTx/>
                <a:latin typeface="Wingdings"/>
              </a:rPr>
              <a:t>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object 20"/>
          <p:cNvSpPr/>
          <p:nvPr/>
        </p:nvSpPr>
        <p:spPr>
          <a:xfrm>
            <a:off x="1450440" y="6287400"/>
            <a:ext cx="1069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19"/>
              </a:spcBef>
            </a:pPr>
            <a:r>
              <a:rPr b="0" lang="en-US" sz="700" spc="14" strike="noStrike" u="none">
                <a:solidFill>
                  <a:srgbClr val="cc8e5f"/>
                </a:solidFill>
                <a:uFillTx/>
                <a:latin typeface="Wingdings"/>
              </a:rPr>
              <a:t>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object 21"/>
          <p:cNvSpPr/>
          <p:nvPr/>
        </p:nvSpPr>
        <p:spPr>
          <a:xfrm>
            <a:off x="1450440" y="2601360"/>
            <a:ext cx="3134160" cy="52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55680" indent="-343080" defTabSz="914400">
              <a:lnSpc>
                <a:spcPct val="148000"/>
              </a:lnSpc>
              <a:spcBef>
                <a:spcPts val="105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54960"/>
                <a:tab algn="l" pos="355680"/>
              </a:tabLst>
            </a:pPr>
            <a:r>
              <a:rPr b="1" lang="en-US" sz="1200" spc="-170" strike="noStrike" u="none">
                <a:solidFill>
                  <a:srgbClr val="ffffff"/>
                </a:solidFill>
                <a:uFillTx/>
                <a:latin typeface="Arial"/>
              </a:rPr>
              <a:t>W</a:t>
            </a:r>
            <a:r>
              <a:rPr b="1" lang="en-US" sz="1200" spc="-113" strike="noStrike" u="none">
                <a:solidFill>
                  <a:srgbClr val="ffffff"/>
                </a:solidFill>
                <a:uFillTx/>
                <a:latin typeface="Arial"/>
              </a:rPr>
              <a:t>h</a:t>
            </a:r>
            <a:r>
              <a:rPr b="1" lang="en-US" sz="1200" spc="-11" strike="noStrike" u="none">
                <a:solidFill>
                  <a:srgbClr val="ffffff"/>
                </a:solidFill>
                <a:uFillTx/>
                <a:latin typeface="Arial"/>
              </a:rPr>
              <a:t>a</a:t>
            </a:r>
            <a:r>
              <a:rPr b="1" lang="en-US" sz="1200" spc="-91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91" strike="noStrike" u="none">
                <a:solidFill>
                  <a:srgbClr val="ffffff"/>
                </a:solidFill>
                <a:uFillTx/>
                <a:latin typeface="Arial"/>
              </a:rPr>
              <a:t>is</a:t>
            </a:r>
            <a:r>
              <a:rPr b="1" lang="en-US" sz="1200" spc="-2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210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eq</a:t>
            </a:r>
            <a:r>
              <a:rPr b="1" lang="en-US" sz="1200" spc="-74" strike="noStrike" u="none">
                <a:solidFill>
                  <a:srgbClr val="ffffff"/>
                </a:solidFill>
                <a:uFillTx/>
                <a:latin typeface="Arial"/>
              </a:rPr>
              <a:t>ui</a:t>
            </a:r>
            <a:r>
              <a:rPr b="1" lang="en-US" sz="1200" spc="-51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111" strike="noStrike" u="none">
                <a:solidFill>
                  <a:srgbClr val="ffffff"/>
                </a:solidFill>
                <a:uFillTx/>
                <a:latin typeface="Arial"/>
              </a:rPr>
              <a:t>emen</a:t>
            </a:r>
            <a:r>
              <a:rPr b="1" lang="en-US" sz="1200" spc="-51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200" spc="-105" strike="noStrike" u="none">
                <a:solidFill>
                  <a:srgbClr val="ffffff"/>
                </a:solidFill>
                <a:uFillTx/>
                <a:latin typeface="Arial"/>
              </a:rPr>
              <a:t>?  </a:t>
            </a:r>
            <a:r>
              <a:rPr b="1" lang="en-US" sz="1200" spc="-230" strike="noStrike" u="none">
                <a:solidFill>
                  <a:srgbClr val="ffffff"/>
                </a:solidFill>
                <a:uFillTx/>
                <a:latin typeface="Arial"/>
              </a:rPr>
              <a:t>S</a:t>
            </a:r>
            <a:r>
              <a:rPr b="1" lang="en-US" sz="1200" spc="-79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200" spc="-51" strike="noStrike" u="none">
                <a:solidFill>
                  <a:srgbClr val="ffffff"/>
                </a:solidFill>
                <a:uFillTx/>
                <a:latin typeface="Arial"/>
              </a:rPr>
              <a:t>f</a:t>
            </a:r>
            <a:r>
              <a:rPr b="1" lang="en-US" sz="1200" spc="-54" strike="noStrike" u="none">
                <a:solidFill>
                  <a:srgbClr val="ffffff"/>
                </a:solidFill>
                <a:uFillTx/>
                <a:latin typeface="Arial"/>
              </a:rPr>
              <a:t>twa</a:t>
            </a:r>
            <a:r>
              <a:rPr b="1" lang="en-US" sz="1200" spc="-26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6" strike="noStrike" u="none">
                <a:solidFill>
                  <a:srgbClr val="ffffff"/>
                </a:solidFill>
                <a:uFillTx/>
                <a:latin typeface="Arial"/>
              </a:rPr>
              <a:t>e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210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eq</a:t>
            </a:r>
            <a:r>
              <a:rPr b="1" lang="en-US" sz="1200" spc="-74" strike="noStrike" u="none">
                <a:solidFill>
                  <a:srgbClr val="ffffff"/>
                </a:solidFill>
                <a:uFillTx/>
                <a:latin typeface="Arial"/>
              </a:rPr>
              <a:t>ui</a:t>
            </a:r>
            <a:r>
              <a:rPr b="1" lang="en-US" sz="1200" spc="-51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6" strike="noStrike" u="none">
                <a:solidFill>
                  <a:srgbClr val="ffffff"/>
                </a:solidFill>
                <a:uFillTx/>
                <a:latin typeface="Arial"/>
              </a:rPr>
              <a:t>ements  </a:t>
            </a:r>
            <a:r>
              <a:rPr b="1" lang="en-US" sz="1200" spc="-230" strike="noStrike" u="none">
                <a:solidFill>
                  <a:srgbClr val="ffffff"/>
                </a:solidFill>
                <a:uFillTx/>
                <a:latin typeface="Arial"/>
              </a:rPr>
              <a:t>S</a:t>
            </a:r>
            <a:r>
              <a:rPr b="1" lang="en-US" sz="1200" spc="-111" strike="noStrike" u="none">
                <a:solidFill>
                  <a:srgbClr val="ffffff"/>
                </a:solidFill>
                <a:uFillTx/>
                <a:latin typeface="Arial"/>
              </a:rPr>
              <a:t>ou</a:t>
            </a:r>
            <a:r>
              <a:rPr b="1" lang="en-US" sz="1200" spc="-79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190" strike="noStrike" u="none">
                <a:solidFill>
                  <a:srgbClr val="ffffff"/>
                </a:solidFill>
                <a:uFillTx/>
                <a:latin typeface="Arial"/>
              </a:rPr>
              <a:t>c</a:t>
            </a:r>
            <a:r>
              <a:rPr b="1" lang="en-US" sz="1200" spc="-125" strike="noStrike" u="none">
                <a:solidFill>
                  <a:srgbClr val="ffffff"/>
                </a:solidFill>
                <a:uFillTx/>
                <a:latin typeface="Arial"/>
              </a:rPr>
              <a:t>es</a:t>
            </a:r>
            <a:r>
              <a:rPr b="1" lang="en-US" sz="1200" spc="6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65" strike="noStrike" u="none">
                <a:solidFill>
                  <a:srgbClr val="ffffff"/>
                </a:solidFill>
                <a:uFillTx/>
                <a:latin typeface="Arial"/>
              </a:rPr>
              <a:t>of</a:t>
            </a:r>
            <a:r>
              <a:rPr b="1" lang="en-US" sz="1200" spc="65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210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eq</a:t>
            </a:r>
            <a:r>
              <a:rPr b="1" lang="en-US" sz="1200" spc="-74" strike="noStrike" u="none">
                <a:solidFill>
                  <a:srgbClr val="ffffff"/>
                </a:solidFill>
                <a:uFillTx/>
                <a:latin typeface="Arial"/>
              </a:rPr>
              <a:t>ui</a:t>
            </a:r>
            <a:r>
              <a:rPr b="1" lang="en-US" sz="1200" spc="-51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111" strike="noStrike" u="none">
                <a:solidFill>
                  <a:srgbClr val="ffffff"/>
                </a:solidFill>
                <a:uFillTx/>
                <a:latin typeface="Arial"/>
              </a:rPr>
              <a:t>ements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55680" defTabSz="914400">
              <a:lnSpc>
                <a:spcPct val="100000"/>
              </a:lnSpc>
              <a:spcBef>
                <a:spcPts val="694"/>
              </a:spcBef>
              <a:tabLst>
                <a:tab algn="l" pos="354960"/>
                <a:tab algn="l" pos="355680"/>
              </a:tabLst>
            </a:pPr>
            <a:r>
              <a:rPr b="1" lang="en-US" sz="1200" spc="-119" strike="noStrike" u="none">
                <a:solidFill>
                  <a:srgbClr val="ffffff"/>
                </a:solidFill>
                <a:uFillTx/>
                <a:latin typeface="Arial"/>
              </a:rPr>
              <a:t>The</a:t>
            </a:r>
            <a:r>
              <a:rPr b="1" lang="en-US" sz="1200" spc="-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65" strike="noStrike" u="none">
                <a:solidFill>
                  <a:srgbClr val="ffffff"/>
                </a:solidFill>
                <a:uFillTx/>
                <a:latin typeface="Arial"/>
              </a:rPr>
              <a:t>Goal</a:t>
            </a:r>
            <a:r>
              <a:rPr b="1" lang="en-US" sz="1200" spc="-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85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200" spc="-45" strike="noStrike" u="none">
                <a:solidFill>
                  <a:srgbClr val="ffffff"/>
                </a:solidFill>
                <a:uFillTx/>
                <a:latin typeface="Arial"/>
              </a:rPr>
              <a:t>f</a:t>
            </a:r>
            <a:r>
              <a:rPr b="1" lang="en-US" sz="1200" spc="-6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230" strike="noStrike" u="none">
                <a:solidFill>
                  <a:srgbClr val="ffffff"/>
                </a:solidFill>
                <a:uFillTx/>
                <a:latin typeface="Arial"/>
              </a:rPr>
              <a:t>S</a:t>
            </a:r>
            <a:r>
              <a:rPr b="1" lang="en-US" sz="1200" spc="-79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200" spc="-51" strike="noStrike" u="none">
                <a:solidFill>
                  <a:srgbClr val="ffffff"/>
                </a:solidFill>
                <a:uFillTx/>
                <a:latin typeface="Arial"/>
              </a:rPr>
              <a:t>f</a:t>
            </a:r>
            <a:r>
              <a:rPr b="1" lang="en-US" sz="1200" spc="-54" strike="noStrike" u="none">
                <a:solidFill>
                  <a:srgbClr val="ffffff"/>
                </a:solidFill>
                <a:uFillTx/>
                <a:latin typeface="Arial"/>
              </a:rPr>
              <a:t>twa</a:t>
            </a:r>
            <a:r>
              <a:rPr b="1" lang="en-US" sz="1200" spc="-26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6" strike="noStrike" u="none">
                <a:solidFill>
                  <a:srgbClr val="ffffff"/>
                </a:solidFill>
                <a:uFillTx/>
                <a:latin typeface="Arial"/>
              </a:rPr>
              <a:t>e</a:t>
            </a:r>
            <a:r>
              <a:rPr b="1" lang="en-US" sz="1200" spc="-6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113" strike="noStrike" u="none">
                <a:solidFill>
                  <a:srgbClr val="ffffff"/>
                </a:solidFill>
                <a:uFillTx/>
                <a:latin typeface="Arial"/>
              </a:rPr>
              <a:t>D</a:t>
            </a:r>
            <a:r>
              <a:rPr b="1" lang="en-US" sz="1200" spc="-119" strike="noStrike" u="none">
                <a:solidFill>
                  <a:srgbClr val="ffffff"/>
                </a:solidFill>
                <a:uFillTx/>
                <a:latin typeface="Arial"/>
              </a:rPr>
              <a:t>e</a:t>
            </a:r>
            <a:r>
              <a:rPr b="1" lang="en-US" sz="1200" spc="-51" strike="noStrike" u="none">
                <a:solidFill>
                  <a:srgbClr val="ffffff"/>
                </a:solidFill>
                <a:uFillTx/>
                <a:latin typeface="Arial"/>
              </a:rPr>
              <a:t>v</a:t>
            </a:r>
            <a:r>
              <a:rPr b="1" lang="en-US" sz="1200" spc="-74" strike="noStrike" u="none">
                <a:solidFill>
                  <a:srgbClr val="ffffff"/>
                </a:solidFill>
                <a:uFillTx/>
                <a:latin typeface="Arial"/>
              </a:rPr>
              <a:t>elop</a:t>
            </a:r>
            <a:r>
              <a:rPr b="1" lang="en-US" sz="1200" spc="-136" strike="noStrike" u="none">
                <a:solidFill>
                  <a:srgbClr val="ffffff"/>
                </a:solidFill>
                <a:uFillTx/>
                <a:latin typeface="Arial"/>
              </a:rPr>
              <a:t>m</a:t>
            </a:r>
            <a:r>
              <a:rPr b="1" lang="en-US" sz="1200" spc="-96" strike="noStrike" u="none">
                <a:solidFill>
                  <a:srgbClr val="ffffff"/>
                </a:solidFill>
                <a:uFillTx/>
                <a:latin typeface="Arial"/>
              </a:rPr>
              <a:t>ent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55680" defTabSz="914400">
              <a:lnSpc>
                <a:spcPct val="148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r>
              <a:rPr b="1" lang="en-US" sz="1200" spc="-230" strike="noStrike" u="none">
                <a:solidFill>
                  <a:srgbClr val="ffffff"/>
                </a:solidFill>
                <a:uFillTx/>
                <a:latin typeface="Arial"/>
              </a:rPr>
              <a:t>S</a:t>
            </a:r>
            <a:r>
              <a:rPr b="1" lang="en-US" sz="1200" spc="-74" strike="noStrike" u="none">
                <a:solidFill>
                  <a:srgbClr val="ffffff"/>
                </a:solidFill>
                <a:uFillTx/>
                <a:latin typeface="Arial"/>
              </a:rPr>
              <a:t>tak</a:t>
            </a:r>
            <a:r>
              <a:rPr b="1" lang="en-US" sz="1200" spc="-91" strike="noStrike" u="none">
                <a:solidFill>
                  <a:srgbClr val="ffffff"/>
                </a:solidFill>
                <a:uFillTx/>
                <a:latin typeface="Arial"/>
              </a:rPr>
              <a:t>eholde</a:t>
            </a:r>
            <a:r>
              <a:rPr b="1" lang="en-US" sz="1200" spc="-71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136" strike="noStrike" u="none">
                <a:solidFill>
                  <a:srgbClr val="ffffff"/>
                </a:solidFill>
                <a:uFillTx/>
                <a:latin typeface="Arial"/>
              </a:rPr>
              <a:t>’</a:t>
            </a:r>
            <a:r>
              <a:rPr b="1" lang="en-US" sz="1200" spc="-159" strike="noStrike" u="none">
                <a:solidFill>
                  <a:srgbClr val="ffffff"/>
                </a:solidFill>
                <a:uFillTx/>
                <a:latin typeface="Arial"/>
              </a:rPr>
              <a:t>s</a:t>
            </a:r>
            <a:r>
              <a:rPr b="1" lang="en-US" sz="1200" spc="-6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Envi</a:t>
            </a:r>
            <a:r>
              <a:rPr b="1" lang="en-US" sz="1200" spc="-79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1" strike="noStrike" u="none">
                <a:solidFill>
                  <a:srgbClr val="ffffff"/>
                </a:solidFill>
                <a:uFillTx/>
                <a:latin typeface="Arial"/>
              </a:rPr>
              <a:t>on</a:t>
            </a:r>
            <a:r>
              <a:rPr b="1" lang="en-US" sz="1200" spc="-139" strike="noStrike" u="none">
                <a:solidFill>
                  <a:srgbClr val="ffffff"/>
                </a:solidFill>
                <a:uFillTx/>
                <a:latin typeface="Arial"/>
              </a:rPr>
              <a:t>m</a:t>
            </a:r>
            <a:r>
              <a:rPr b="1" lang="en-US" sz="1200" spc="-79" strike="noStrike" u="none">
                <a:solidFill>
                  <a:srgbClr val="ffffff"/>
                </a:solidFill>
                <a:uFillTx/>
                <a:latin typeface="Arial"/>
              </a:rPr>
              <a:t>ent  </a:t>
            </a:r>
            <a:r>
              <a:rPr b="1" lang="en-US" sz="1200" spc="-176" strike="noStrike" u="none">
                <a:solidFill>
                  <a:srgbClr val="ffffff"/>
                </a:solidFill>
                <a:uFillTx/>
                <a:latin typeface="Arial"/>
              </a:rPr>
              <a:t>C</a:t>
            </a:r>
            <a:r>
              <a:rPr b="1" lang="en-US" sz="1200" spc="-113" strike="noStrike" u="none">
                <a:solidFill>
                  <a:srgbClr val="ffffff"/>
                </a:solidFill>
                <a:uFillTx/>
                <a:latin typeface="Arial"/>
              </a:rPr>
              <a:t>ustome</a:t>
            </a:r>
            <a:r>
              <a:rPr b="1" lang="en-US" sz="1200" spc="-79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136" strike="noStrike" u="none">
                <a:solidFill>
                  <a:srgbClr val="ffffff"/>
                </a:solidFill>
                <a:uFillTx/>
                <a:latin typeface="Arial"/>
              </a:rPr>
              <a:t>’</a:t>
            </a:r>
            <a:r>
              <a:rPr b="1" lang="en-US" sz="1200" spc="-159" strike="noStrike" u="none">
                <a:solidFill>
                  <a:srgbClr val="ffffff"/>
                </a:solidFill>
                <a:uFillTx/>
                <a:latin typeface="Arial"/>
              </a:rPr>
              <a:t>s</a:t>
            </a:r>
            <a:r>
              <a:rPr b="1" lang="en-US" sz="1200" spc="-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221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200" spc="-96" strike="noStrike" u="none">
                <a:solidFill>
                  <a:srgbClr val="ffffff"/>
                </a:solidFill>
                <a:uFillTx/>
                <a:latin typeface="Arial"/>
              </a:rPr>
              <a:t>ypes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55680" defTabSz="914400">
              <a:lnSpc>
                <a:spcPct val="100000"/>
              </a:lnSpc>
              <a:spcBef>
                <a:spcPts val="700"/>
              </a:spcBef>
              <a:tabLst>
                <a:tab algn="l" pos="354960"/>
                <a:tab algn="l" pos="355680"/>
              </a:tabLst>
            </a:pPr>
            <a:r>
              <a:rPr b="1" lang="en-US" sz="1200" spc="-130" strike="noStrike" u="none">
                <a:solidFill>
                  <a:srgbClr val="ffffff"/>
                </a:solidFill>
                <a:uFillTx/>
                <a:latin typeface="Arial"/>
              </a:rPr>
              <a:t>Root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119" strike="noStrike" u="none">
                <a:solidFill>
                  <a:srgbClr val="ffffff"/>
                </a:solidFill>
                <a:uFillTx/>
                <a:latin typeface="Arial"/>
              </a:rPr>
              <a:t>Causes</a:t>
            </a:r>
            <a:r>
              <a:rPr b="1" lang="en-US" sz="1200" spc="-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65" strike="noStrike" u="none">
                <a:solidFill>
                  <a:srgbClr val="ffffff"/>
                </a:solidFill>
                <a:uFillTx/>
                <a:latin typeface="Arial"/>
              </a:rPr>
              <a:t>of</a:t>
            </a:r>
            <a:r>
              <a:rPr b="1" lang="en-US" sz="1200" spc="-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111" strike="noStrike" u="none">
                <a:solidFill>
                  <a:srgbClr val="ffffff"/>
                </a:solidFill>
                <a:uFillTx/>
                <a:latin typeface="Arial"/>
              </a:rPr>
              <a:t>Project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159" strike="noStrike" u="none">
                <a:solidFill>
                  <a:srgbClr val="ffffff"/>
                </a:solidFill>
                <a:uFillTx/>
                <a:latin typeface="Arial"/>
              </a:rPr>
              <a:t>Success  </a:t>
            </a:r>
            <a:r>
              <a:rPr b="1" lang="en-US" sz="1200" spc="-74" strike="noStrike" u="none">
                <a:solidFill>
                  <a:srgbClr val="ffffff"/>
                </a:solidFill>
                <a:uFillTx/>
                <a:latin typeface="Arial"/>
              </a:rPr>
              <a:t>and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85" strike="noStrike" u="none">
                <a:solidFill>
                  <a:srgbClr val="ffffff"/>
                </a:solidFill>
                <a:uFillTx/>
                <a:latin typeface="Arial"/>
              </a:rPr>
              <a:t>Failures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55680" algn="just" defTabSz="914400">
              <a:lnSpc>
                <a:spcPct val="148000"/>
              </a:lnSpc>
              <a:spcBef>
                <a:spcPts val="11"/>
              </a:spcBef>
              <a:tabLst>
                <a:tab algn="l" pos="354960"/>
                <a:tab algn="l" pos="355680"/>
              </a:tabLst>
            </a:pPr>
            <a:r>
              <a:rPr b="1" lang="en-US" sz="1200" spc="-119" strike="noStrike" u="none">
                <a:solidFill>
                  <a:srgbClr val="ffffff"/>
                </a:solidFill>
                <a:uFillTx/>
                <a:latin typeface="Arial"/>
              </a:rPr>
              <a:t>The</a:t>
            </a:r>
            <a:r>
              <a:rPr b="1" lang="en-US" sz="1200" spc="-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156" strike="noStrike" u="none">
                <a:solidFill>
                  <a:srgbClr val="ffffff"/>
                </a:solidFill>
                <a:uFillTx/>
                <a:latin typeface="Arial"/>
              </a:rPr>
              <a:t>F</a:t>
            </a:r>
            <a:r>
              <a:rPr b="1" lang="en-US" sz="1200" spc="-79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eq</a:t>
            </a:r>
            <a:r>
              <a:rPr b="1" lang="en-US" sz="1200" spc="-119" strike="noStrike" u="none">
                <a:solidFill>
                  <a:srgbClr val="ffffff"/>
                </a:solidFill>
                <a:uFillTx/>
                <a:latin typeface="Arial"/>
              </a:rPr>
              <a:t>uen</a:t>
            </a:r>
            <a:r>
              <a:rPr b="1" lang="en-US" sz="1200" spc="-125" strike="noStrike" u="none">
                <a:solidFill>
                  <a:srgbClr val="ffffff"/>
                </a:solidFill>
                <a:uFillTx/>
                <a:latin typeface="Arial"/>
              </a:rPr>
              <a:t>c</a:t>
            </a:r>
            <a:r>
              <a:rPr b="1" lang="en-US" sz="1200" spc="-34" strike="noStrike" u="none">
                <a:solidFill>
                  <a:srgbClr val="ffffff"/>
                </a:solidFill>
                <a:uFillTx/>
                <a:latin typeface="Arial"/>
              </a:rPr>
              <a:t>y</a:t>
            </a:r>
            <a:r>
              <a:rPr b="1" lang="en-US" sz="1200" spc="6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85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200" spc="-45" strike="noStrike" u="none">
                <a:solidFill>
                  <a:srgbClr val="ffffff"/>
                </a:solidFill>
                <a:uFillTx/>
                <a:latin typeface="Arial"/>
              </a:rPr>
              <a:t>f</a:t>
            </a:r>
            <a:r>
              <a:rPr b="1" lang="en-US" sz="1200" spc="-6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210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eq</a:t>
            </a:r>
            <a:r>
              <a:rPr b="1" lang="en-US" sz="1200" spc="-74" strike="noStrike" u="none">
                <a:solidFill>
                  <a:srgbClr val="ffffff"/>
                </a:solidFill>
                <a:uFillTx/>
                <a:latin typeface="Arial"/>
              </a:rPr>
              <a:t>ui</a:t>
            </a:r>
            <a:r>
              <a:rPr b="1" lang="en-US" sz="1200" spc="-51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ement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204" strike="noStrike" u="none">
                <a:solidFill>
                  <a:srgbClr val="ffffff"/>
                </a:solidFill>
                <a:uFillTx/>
                <a:latin typeface="Arial"/>
              </a:rPr>
              <a:t>E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74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119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rs  </a:t>
            </a:r>
            <a:r>
              <a:rPr b="1" lang="en-US" sz="1200" spc="-119" strike="noStrike" u="none">
                <a:solidFill>
                  <a:srgbClr val="ffffff"/>
                </a:solidFill>
                <a:uFillTx/>
                <a:latin typeface="Arial"/>
              </a:rPr>
              <a:t>The</a:t>
            </a:r>
            <a:r>
              <a:rPr b="1" lang="en-US" sz="1200" spc="-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113" strike="noStrike" u="none">
                <a:solidFill>
                  <a:srgbClr val="ffffff"/>
                </a:solidFill>
                <a:uFillTx/>
                <a:latin typeface="Arial"/>
              </a:rPr>
              <a:t>H</a:t>
            </a:r>
            <a:r>
              <a:rPr b="1" lang="en-US" sz="1200" spc="-74" strike="noStrike" u="none">
                <a:solidFill>
                  <a:srgbClr val="ffffff"/>
                </a:solidFill>
                <a:uFillTx/>
                <a:latin typeface="Arial"/>
              </a:rPr>
              <a:t>igh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176" strike="noStrike" u="none">
                <a:solidFill>
                  <a:srgbClr val="ffffff"/>
                </a:solidFill>
                <a:uFillTx/>
                <a:latin typeface="Arial"/>
              </a:rPr>
              <a:t>C</a:t>
            </a:r>
            <a:r>
              <a:rPr b="1" lang="en-US" sz="1200" spc="-113" strike="noStrike" u="none">
                <a:solidFill>
                  <a:srgbClr val="ffffff"/>
                </a:solidFill>
                <a:uFillTx/>
                <a:latin typeface="Arial"/>
              </a:rPr>
              <a:t>ost</a:t>
            </a:r>
            <a:r>
              <a:rPr b="1" lang="en-US" sz="1200" spc="-6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85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200" spc="-45" strike="noStrike" u="none">
                <a:solidFill>
                  <a:srgbClr val="ffffff"/>
                </a:solidFill>
                <a:uFillTx/>
                <a:latin typeface="Arial"/>
              </a:rPr>
              <a:t>f</a:t>
            </a:r>
            <a:r>
              <a:rPr b="1" lang="en-US" sz="1200" spc="-6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210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eq</a:t>
            </a:r>
            <a:r>
              <a:rPr b="1" lang="en-US" sz="1200" spc="-74" strike="noStrike" u="none">
                <a:solidFill>
                  <a:srgbClr val="ffffff"/>
                </a:solidFill>
                <a:uFillTx/>
                <a:latin typeface="Arial"/>
              </a:rPr>
              <a:t>ui</a:t>
            </a:r>
            <a:r>
              <a:rPr b="1" lang="en-US" sz="1200" spc="-51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ement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204" strike="noStrike" u="none">
                <a:solidFill>
                  <a:srgbClr val="ffffff"/>
                </a:solidFill>
                <a:uFillTx/>
                <a:latin typeface="Arial"/>
              </a:rPr>
              <a:t>E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74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119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rs  </a:t>
            </a:r>
            <a:r>
              <a:rPr b="1" lang="en-US" sz="1200" spc="-210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eq</a:t>
            </a:r>
            <a:r>
              <a:rPr b="1" lang="en-US" sz="1200" spc="-74" strike="noStrike" u="none">
                <a:solidFill>
                  <a:srgbClr val="ffffff"/>
                </a:solidFill>
                <a:uFillTx/>
                <a:latin typeface="Arial"/>
              </a:rPr>
              <a:t>ui</a:t>
            </a:r>
            <a:r>
              <a:rPr b="1" lang="en-US" sz="1200" spc="-51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111" strike="noStrike" u="none">
                <a:solidFill>
                  <a:srgbClr val="ffffff"/>
                </a:solidFill>
                <a:uFillTx/>
                <a:latin typeface="Arial"/>
              </a:rPr>
              <a:t>ements</a:t>
            </a:r>
            <a:r>
              <a:rPr b="1" lang="en-US" sz="1200" spc="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60" strike="noStrike" u="none">
                <a:solidFill>
                  <a:srgbClr val="ffffff"/>
                </a:solidFill>
                <a:uFillTx/>
                <a:latin typeface="Arial"/>
              </a:rPr>
              <a:t>Man</a:t>
            </a:r>
            <a:r>
              <a:rPr b="1" lang="en-US" sz="1200" spc="-31" strike="noStrike" u="none">
                <a:solidFill>
                  <a:srgbClr val="ffffff"/>
                </a:solidFill>
                <a:uFillTx/>
                <a:latin typeface="Arial"/>
              </a:rPr>
              <a:t>a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gement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55680" defTabSz="914400">
              <a:lnSpc>
                <a:spcPct val="148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r>
              <a:rPr b="1" lang="en-US" sz="1200" spc="-221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200" spc="-96" strike="noStrike" u="none">
                <a:solidFill>
                  <a:srgbClr val="ffffff"/>
                </a:solidFill>
                <a:uFillTx/>
                <a:latin typeface="Arial"/>
              </a:rPr>
              <a:t>ypes</a:t>
            </a:r>
            <a:r>
              <a:rPr b="1" lang="en-US" sz="1200" spc="-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85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200" spc="-45" strike="noStrike" u="none">
                <a:solidFill>
                  <a:srgbClr val="ffffff"/>
                </a:solidFill>
                <a:uFillTx/>
                <a:latin typeface="Arial"/>
              </a:rPr>
              <a:t>f</a:t>
            </a:r>
            <a:r>
              <a:rPr b="1" lang="en-US" sz="1200" spc="-14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230" strike="noStrike" u="none">
                <a:solidFill>
                  <a:srgbClr val="ffffff"/>
                </a:solidFill>
                <a:uFillTx/>
                <a:latin typeface="Arial"/>
              </a:rPr>
              <a:t>S</a:t>
            </a:r>
            <a:r>
              <a:rPr b="1" lang="en-US" sz="1200" spc="-79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200" spc="-51" strike="noStrike" u="none">
                <a:solidFill>
                  <a:srgbClr val="ffffff"/>
                </a:solidFill>
                <a:uFillTx/>
                <a:latin typeface="Arial"/>
              </a:rPr>
              <a:t>f</a:t>
            </a:r>
            <a:r>
              <a:rPr b="1" lang="en-US" sz="1200" spc="-54" strike="noStrike" u="none">
                <a:solidFill>
                  <a:srgbClr val="ffffff"/>
                </a:solidFill>
                <a:uFillTx/>
                <a:latin typeface="Arial"/>
              </a:rPr>
              <a:t>twa</a:t>
            </a:r>
            <a:r>
              <a:rPr b="1" lang="en-US" sz="1200" spc="-26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6" strike="noStrike" u="none">
                <a:solidFill>
                  <a:srgbClr val="ffffff"/>
                </a:solidFill>
                <a:uFillTx/>
                <a:latin typeface="Arial"/>
              </a:rPr>
              <a:t>e</a:t>
            </a:r>
            <a:r>
              <a:rPr b="1" lang="en-US" sz="1200" spc="6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79" strike="noStrike" u="none">
                <a:solidFill>
                  <a:srgbClr val="ffffff"/>
                </a:solidFill>
                <a:uFillTx/>
                <a:latin typeface="Arial"/>
              </a:rPr>
              <a:t>Appli</a:t>
            </a:r>
            <a:r>
              <a:rPr b="1" lang="en-US" sz="1200" spc="-91" strike="noStrike" u="none">
                <a:solidFill>
                  <a:srgbClr val="ffffff"/>
                </a:solidFill>
                <a:uFillTx/>
                <a:latin typeface="Arial"/>
              </a:rPr>
              <a:t>c</a:t>
            </a:r>
            <a:r>
              <a:rPr b="1" lang="en-US" sz="1200" spc="-11" strike="noStrike" u="none">
                <a:solidFill>
                  <a:srgbClr val="ffffff"/>
                </a:solidFill>
                <a:uFillTx/>
                <a:latin typeface="Arial"/>
              </a:rPr>
              <a:t>a</a:t>
            </a:r>
            <a:r>
              <a:rPr b="1" lang="en-US" sz="1200" spc="-85" strike="noStrike" u="none">
                <a:solidFill>
                  <a:srgbClr val="ffffff"/>
                </a:solidFill>
                <a:uFillTx/>
                <a:latin typeface="Arial"/>
              </a:rPr>
              <a:t>tions  </a:t>
            </a:r>
            <a:r>
              <a:rPr b="1" lang="en-US" sz="1200" spc="-221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200" spc="-96" strike="noStrike" u="none">
                <a:solidFill>
                  <a:srgbClr val="ffffff"/>
                </a:solidFill>
                <a:uFillTx/>
                <a:latin typeface="Arial"/>
              </a:rPr>
              <a:t>ypes</a:t>
            </a:r>
            <a:r>
              <a:rPr b="1" lang="en-US" sz="1200" spc="-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65" strike="noStrike" u="none">
                <a:solidFill>
                  <a:srgbClr val="ffffff"/>
                </a:solidFill>
                <a:uFillTx/>
                <a:latin typeface="Arial"/>
              </a:rPr>
              <a:t>of</a:t>
            </a:r>
            <a:r>
              <a:rPr b="1" lang="en-US" sz="1200" spc="65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230" strike="noStrike" u="none">
                <a:solidFill>
                  <a:srgbClr val="ffffff"/>
                </a:solidFill>
                <a:uFillTx/>
                <a:latin typeface="Arial"/>
              </a:rPr>
              <a:t>S</a:t>
            </a:r>
            <a:r>
              <a:rPr b="1" lang="en-US" sz="1200" spc="-79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200" spc="-51" strike="noStrike" u="none">
                <a:solidFill>
                  <a:srgbClr val="ffffff"/>
                </a:solidFill>
                <a:uFillTx/>
                <a:latin typeface="Arial"/>
              </a:rPr>
              <a:t>f</a:t>
            </a:r>
            <a:r>
              <a:rPr b="1" lang="en-US" sz="1200" spc="-54" strike="noStrike" u="none">
                <a:solidFill>
                  <a:srgbClr val="ffffff"/>
                </a:solidFill>
                <a:uFillTx/>
                <a:latin typeface="Arial"/>
              </a:rPr>
              <a:t>twa</a:t>
            </a:r>
            <a:r>
              <a:rPr b="1" lang="en-US" sz="1200" spc="-26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6" strike="noStrike" u="none">
                <a:solidFill>
                  <a:srgbClr val="ffffff"/>
                </a:solidFill>
                <a:uFillTx/>
                <a:latin typeface="Arial"/>
              </a:rPr>
              <a:t>e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210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eq</a:t>
            </a:r>
            <a:r>
              <a:rPr b="1" lang="en-US" sz="1200" spc="-74" strike="noStrike" u="none">
                <a:solidFill>
                  <a:srgbClr val="ffffff"/>
                </a:solidFill>
                <a:uFillTx/>
                <a:latin typeface="Arial"/>
              </a:rPr>
              <a:t>ui</a:t>
            </a:r>
            <a:r>
              <a:rPr b="1" lang="en-US" sz="1200" spc="-51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96" strike="noStrike" u="none">
                <a:solidFill>
                  <a:srgbClr val="ffffff"/>
                </a:solidFill>
                <a:uFillTx/>
                <a:latin typeface="Arial"/>
              </a:rPr>
              <a:t>ements  </a:t>
            </a:r>
            <a:r>
              <a:rPr b="1" lang="en-US" sz="1200" spc="-119" strike="noStrike" u="none">
                <a:solidFill>
                  <a:srgbClr val="ffffff"/>
                </a:solidFill>
                <a:uFillTx/>
                <a:latin typeface="Arial"/>
              </a:rPr>
              <a:t>The</a:t>
            </a:r>
            <a:r>
              <a:rPr b="1" lang="en-US" sz="1200" spc="-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164" strike="noStrike" u="none">
                <a:solidFill>
                  <a:srgbClr val="ffffff"/>
                </a:solidFill>
                <a:uFillTx/>
                <a:latin typeface="Arial"/>
              </a:rPr>
              <a:t>P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200" spc="-85" strike="noStrike" u="none">
                <a:solidFill>
                  <a:srgbClr val="ffffff"/>
                </a:solidFill>
                <a:uFillTx/>
                <a:latin typeface="Arial"/>
              </a:rPr>
              <a:t>oblem</a:t>
            </a:r>
            <a:r>
              <a:rPr b="1" lang="en-US" sz="1200" spc="-6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113" strike="noStrike" u="none">
                <a:solidFill>
                  <a:srgbClr val="ffffff"/>
                </a:solidFill>
                <a:uFillTx/>
                <a:latin typeface="Arial"/>
              </a:rPr>
              <a:t>D</a:t>
            </a:r>
            <a:r>
              <a:rPr b="1" lang="en-US" sz="1200" spc="-91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200" spc="-136" strike="noStrike" u="none">
                <a:solidFill>
                  <a:srgbClr val="ffffff"/>
                </a:solidFill>
                <a:uFillTx/>
                <a:latin typeface="Arial"/>
              </a:rPr>
              <a:t>m</a:t>
            </a:r>
            <a:r>
              <a:rPr b="1" lang="en-US" sz="1200" spc="-54" strike="noStrike" u="none">
                <a:solidFill>
                  <a:srgbClr val="ffffff"/>
                </a:solidFill>
                <a:uFillTx/>
                <a:latin typeface="Arial"/>
              </a:rPr>
              <a:t>ain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55680" defTabSz="914400">
              <a:lnSpc>
                <a:spcPct val="100000"/>
              </a:lnSpc>
              <a:spcBef>
                <a:spcPts val="709"/>
              </a:spcBef>
              <a:tabLst>
                <a:tab algn="l" pos="354960"/>
                <a:tab algn="l" pos="355680"/>
              </a:tabLst>
            </a:pPr>
            <a:r>
              <a:rPr b="1" lang="en-US" sz="1200" spc="-119" strike="noStrike" u="none">
                <a:solidFill>
                  <a:srgbClr val="ffffff"/>
                </a:solidFill>
                <a:uFillTx/>
                <a:latin typeface="Arial"/>
              </a:rPr>
              <a:t>The</a:t>
            </a:r>
            <a:r>
              <a:rPr b="1" lang="en-US" sz="1200" spc="-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230" strike="noStrike" u="none">
                <a:solidFill>
                  <a:srgbClr val="ffffff"/>
                </a:solidFill>
                <a:uFillTx/>
                <a:latin typeface="Arial"/>
              </a:rPr>
              <a:t>S</a:t>
            </a:r>
            <a:r>
              <a:rPr b="1" lang="en-US" sz="1200" spc="-71" strike="noStrike" u="none">
                <a:solidFill>
                  <a:srgbClr val="ffffff"/>
                </a:solidFill>
                <a:uFillTx/>
                <a:latin typeface="Arial"/>
              </a:rPr>
              <a:t>oluti</a:t>
            </a:r>
            <a:r>
              <a:rPr b="1" lang="en-US" sz="1200" spc="-99" strike="noStrike" u="none">
                <a:solidFill>
                  <a:srgbClr val="ffffff"/>
                </a:solidFill>
                <a:uFillTx/>
                <a:latin typeface="Arial"/>
              </a:rPr>
              <a:t>on</a:t>
            </a: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200" spc="-113" strike="noStrike" u="none">
                <a:solidFill>
                  <a:srgbClr val="ffffff"/>
                </a:solidFill>
                <a:uFillTx/>
                <a:latin typeface="Arial"/>
              </a:rPr>
              <a:t>D</a:t>
            </a:r>
            <a:r>
              <a:rPr b="1" lang="en-US" sz="1200" spc="-91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200" spc="-136" strike="noStrike" u="none">
                <a:solidFill>
                  <a:srgbClr val="ffffff"/>
                </a:solidFill>
                <a:uFillTx/>
                <a:latin typeface="Arial"/>
              </a:rPr>
              <a:t>m</a:t>
            </a:r>
            <a:r>
              <a:rPr b="1" lang="en-US" sz="1200" spc="-54" strike="noStrike" u="none">
                <a:solidFill>
                  <a:srgbClr val="ffffff"/>
                </a:solidFill>
                <a:uFillTx/>
                <a:latin typeface="Arial"/>
              </a:rPr>
              <a:t>ain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450440" y="1715760"/>
            <a:ext cx="4485240" cy="135432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275" strike="noStrike" u="none">
                <a:solidFill>
                  <a:srgbClr val="ffffff"/>
                </a:solidFill>
                <a:uFillTx/>
                <a:latin typeface="Microsoft Sans Serif"/>
              </a:rPr>
              <a:t>Presentat</a:t>
            </a:r>
            <a:r>
              <a:rPr b="0" lang="en-US" sz="4400" spc="-156" strike="noStrike" u="none">
                <a:solidFill>
                  <a:srgbClr val="ffffff"/>
                </a:solidFill>
                <a:uFillTx/>
                <a:latin typeface="Microsoft Sans Serif"/>
              </a:rPr>
              <a:t>i</a:t>
            </a:r>
            <a:r>
              <a:rPr b="0" lang="en-US" sz="4400" spc="-386" strike="noStrike" u="none">
                <a:solidFill>
                  <a:srgbClr val="ffffff"/>
                </a:solidFill>
                <a:uFillTx/>
                <a:latin typeface="Microsoft Sans Serif"/>
              </a:rPr>
              <a:t>on</a:t>
            </a:r>
            <a:r>
              <a:rPr b="0" lang="en-US" sz="4400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4400" spc="-145" strike="noStrike" u="none">
                <a:solidFill>
                  <a:srgbClr val="ffffff"/>
                </a:solidFill>
                <a:uFillTx/>
                <a:latin typeface="Microsoft Sans Serif"/>
              </a:rPr>
              <a:t>Outl</a:t>
            </a:r>
            <a:r>
              <a:rPr b="0" lang="en-US" sz="4400" spc="-96" strike="noStrike" u="none">
                <a:solidFill>
                  <a:srgbClr val="ffffff"/>
                </a:solidFill>
                <a:uFillTx/>
                <a:latin typeface="Microsoft Sans Serif"/>
              </a:rPr>
              <a:t>i</a:t>
            </a:r>
            <a:r>
              <a:rPr b="0" lang="en-US" sz="4400" spc="-386" strike="noStrike" u="none">
                <a:solidFill>
                  <a:srgbClr val="ffffff"/>
                </a:solidFill>
                <a:uFillTx/>
                <a:latin typeface="Microsoft Sans Serif"/>
              </a:rPr>
              <a:t>ne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3193560" cy="135432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equirem</a:t>
            </a:r>
            <a:r>
              <a:rPr b="0" lang="en-US" sz="4400" spc="-264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275" strike="noStrike" u="none">
                <a:solidFill>
                  <a:srgbClr val="1f2022"/>
                </a:solidFill>
                <a:uFillTx/>
                <a:latin typeface="Microsoft Sans Serif"/>
              </a:rPr>
              <a:t>nt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2" name="object 3"/>
          <p:cNvSpPr/>
          <p:nvPr/>
        </p:nvSpPr>
        <p:spPr>
          <a:xfrm>
            <a:off x="536040" y="1530720"/>
            <a:ext cx="8147160" cy="28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0800" bIns="0" anchor="t">
            <a:spAutoFit/>
          </a:bodyPr>
          <a:p>
            <a:pPr marL="332640" indent="-320040" defTabSz="914400">
              <a:lnSpc>
                <a:spcPct val="100000"/>
              </a:lnSpc>
              <a:spcBef>
                <a:spcPts val="794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280"/>
                <a:tab algn="l" pos="332640"/>
              </a:tabLst>
            </a:pP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Something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required,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something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wanted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54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needed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52680" indent="-275040" defTabSz="914400">
              <a:lnSpc>
                <a:spcPct val="100000"/>
              </a:lnSpc>
              <a:spcBef>
                <a:spcPts val="621"/>
              </a:spcBef>
              <a:buClr>
                <a:srgbClr val="7d96ac"/>
              </a:buClr>
              <a:buSzPct val="69000"/>
              <a:buFont typeface="Wingdings" charset="2"/>
              <a:buChar char=""/>
              <a:tabLst>
                <a:tab algn="l" pos="652680"/>
                <a:tab algn="l" pos="653400"/>
              </a:tabLst>
            </a:pPr>
            <a:r>
              <a:rPr b="0" lang="en-US" sz="1800" spc="-45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1800" spc="-145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bs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-45" strike="noStrike" u="none">
                <a:solidFill>
                  <a:schemeClr val="dk1"/>
                </a:solidFill>
                <a:uFillTx/>
                <a:latin typeface="Microsoft Sans Serif"/>
              </a:rPr>
              <a:t>er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’</a:t>
            </a:r>
            <a:r>
              <a:rPr b="0" lang="en-US" sz="1800" spc="-306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di</a:t>
            </a:r>
            <a:r>
              <a:rPr b="0" lang="en-US" sz="1800" spc="-85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ti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ona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ry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"/>
              </a:spcBef>
              <a:tabLst>
                <a:tab algn="l" pos="652680"/>
                <a:tab algn="l" pos="653400"/>
              </a:tabLst>
            </a:pPr>
            <a:endParaRPr b="0" lang="en-US" sz="1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040" defTabSz="914400">
              <a:lnSpc>
                <a:spcPct val="100000"/>
              </a:lnSpc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280"/>
                <a:tab algn="l" pos="332640"/>
              </a:tabLst>
            </a:pP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There</a:t>
            </a:r>
            <a:r>
              <a:rPr b="0" lang="en-US" sz="20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81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20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huge</a:t>
            </a:r>
            <a:r>
              <a:rPr b="0" lang="en-US" sz="20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difference</a:t>
            </a:r>
            <a:r>
              <a:rPr b="0" lang="en-US" sz="20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between</a:t>
            </a:r>
            <a:r>
              <a:rPr b="0" lang="en-US" sz="20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i="1" lang="en-US" sz="2000" spc="-159" strike="noStrike" u="none">
                <a:solidFill>
                  <a:schemeClr val="dk1"/>
                </a:solidFill>
                <a:uFillTx/>
                <a:latin typeface="Arial"/>
              </a:rPr>
              <a:t>wanted</a:t>
            </a:r>
            <a:r>
              <a:rPr b="0" i="1" lang="en-US" sz="2000" spc="20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20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i="1" lang="en-US" sz="2000" spc="-201" strike="noStrike" u="none">
                <a:solidFill>
                  <a:schemeClr val="dk1"/>
                </a:solidFill>
                <a:uFillTx/>
                <a:latin typeface="Arial"/>
              </a:rPr>
              <a:t>needed</a:t>
            </a:r>
            <a:r>
              <a:rPr b="0" i="1" lang="en-US" sz="2000" spc="6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20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it</a:t>
            </a:r>
            <a:r>
              <a:rPr b="0" lang="en-US" sz="20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9" strike="noStrike" u="none">
                <a:solidFill>
                  <a:schemeClr val="dk1"/>
                </a:solidFill>
                <a:uFillTx/>
                <a:latin typeface="Microsoft Sans Serif"/>
              </a:rPr>
              <a:t>should</a:t>
            </a:r>
            <a:r>
              <a:rPr b="0" lang="en-US" sz="20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be</a:t>
            </a:r>
            <a:r>
              <a:rPr b="0" lang="en-US" sz="20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kept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defTabSz="914400">
              <a:lnSpc>
                <a:spcPct val="100000"/>
              </a:lnSpc>
              <a:tabLst>
                <a:tab algn="l" pos="332280"/>
                <a:tab algn="l" pos="332640"/>
              </a:tabLst>
            </a:pP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340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0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all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th</a:t>
            </a:r>
            <a:r>
              <a:rPr b="0" lang="en-US" sz="2000" spc="-145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time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"/>
              </a:spcBef>
              <a:tabLst>
                <a:tab algn="l" pos="332280"/>
                <a:tab algn="l" pos="33264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927000" indent="-229320" defTabSz="914400">
              <a:lnSpc>
                <a:spcPct val="100000"/>
              </a:lnSpc>
              <a:buClr>
                <a:srgbClr val="cc8e5f"/>
              </a:buClr>
              <a:buSzPct val="75000"/>
              <a:buFont typeface="Wingdings" charset="2"/>
              <a:buChar char=""/>
              <a:tabLst>
                <a:tab algn="l" pos="927720"/>
              </a:tabLst>
            </a:pPr>
            <a:r>
              <a:rPr b="1" lang="en-US" sz="1600" spc="-60" strike="noStrike" u="none">
                <a:solidFill>
                  <a:schemeClr val="dk1"/>
                </a:solidFill>
                <a:uFillTx/>
                <a:latin typeface="Arial"/>
              </a:rPr>
              <a:t>N</a:t>
            </a:r>
            <a:r>
              <a:rPr b="1" lang="en-US" sz="1600" spc="-130" strike="noStrike" u="none">
                <a:solidFill>
                  <a:schemeClr val="dk1"/>
                </a:solidFill>
                <a:uFillTx/>
                <a:latin typeface="Arial"/>
              </a:rPr>
              <a:t>eed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-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210" strike="noStrike" u="none">
                <a:solidFill>
                  <a:schemeClr val="dk1"/>
                </a:solidFill>
                <a:uFillTx/>
                <a:latin typeface="Microsoft Sans Serif"/>
              </a:rPr>
              <a:t>som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th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ng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y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196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0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927000" indent="-229320" defTabSz="914400">
              <a:lnSpc>
                <a:spcPct val="100000"/>
              </a:lnSpc>
              <a:spcBef>
                <a:spcPts val="505"/>
              </a:spcBef>
              <a:buClr>
                <a:srgbClr val="cc8e5f"/>
              </a:buClr>
              <a:buSzPct val="75000"/>
              <a:buFont typeface="Wingdings" charset="2"/>
              <a:buChar char=""/>
              <a:tabLst>
                <a:tab algn="l" pos="927720"/>
              </a:tabLst>
            </a:pPr>
            <a:r>
              <a:rPr b="1" lang="en-US" sz="1600" spc="-289" strike="noStrike" u="none">
                <a:solidFill>
                  <a:schemeClr val="dk1"/>
                </a:solidFill>
                <a:uFillTx/>
                <a:latin typeface="Arial"/>
              </a:rPr>
              <a:t>W</a:t>
            </a:r>
            <a:r>
              <a:rPr b="1" lang="en-US" sz="1600" spc="-99" strike="noStrike" u="none">
                <a:solidFill>
                  <a:schemeClr val="dk1"/>
                </a:solidFill>
                <a:uFillTx/>
                <a:latin typeface="Arial"/>
              </a:rPr>
              <a:t>ant</a:t>
            </a:r>
            <a:r>
              <a:rPr b="1" lang="en-US" sz="1600" spc="6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-</a:t>
            </a:r>
            <a:r>
              <a:rPr b="0" lang="en-US" sz="1600" spc="-210" strike="noStrike" u="none">
                <a:solidFill>
                  <a:schemeClr val="dk1"/>
                </a:solidFill>
                <a:uFillTx/>
                <a:latin typeface="Microsoft Sans Serif"/>
              </a:rPr>
              <a:t>som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th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ng</a:t>
            </a:r>
            <a:r>
              <a:rPr b="0" lang="en-US" sz="16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y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196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0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uld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0" strike="noStrike" u="none">
                <a:solidFill>
                  <a:schemeClr val="dk1"/>
                </a:solidFill>
                <a:uFillTx/>
                <a:latin typeface="Microsoft Sans Serif"/>
              </a:rPr>
              <a:t>li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k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0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object 4"/>
          <p:cNvSpPr/>
          <p:nvPr/>
        </p:nvSpPr>
        <p:spPr>
          <a:xfrm>
            <a:off x="213480" y="1266120"/>
            <a:ext cx="1062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34" strike="noStrike" u="none">
                <a:solidFill>
                  <a:srgbClr val="ffffff"/>
                </a:solidFill>
                <a:uFillTx/>
                <a:latin typeface="Arial"/>
              </a:rPr>
              <a:t>8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4" name="object 5" descr=""/>
          <p:cNvPicPr/>
          <p:nvPr/>
        </p:nvPicPr>
        <p:blipFill>
          <a:blip r:embed="rId1"/>
          <a:stretch/>
        </p:blipFill>
        <p:spPr>
          <a:xfrm>
            <a:off x="5257800" y="4707360"/>
            <a:ext cx="3779280" cy="2072160"/>
          </a:xfrm>
          <a:prstGeom prst="rect">
            <a:avLst/>
          </a:prstGeom>
          <a:ln w="0">
            <a:noFill/>
          </a:ln>
        </p:spPr>
      </p:pic>
      <p:pic>
        <p:nvPicPr>
          <p:cNvPr id="75" name="object 6" descr=""/>
          <p:cNvPicPr/>
          <p:nvPr/>
        </p:nvPicPr>
        <p:blipFill>
          <a:blip r:embed="rId2"/>
          <a:stretch/>
        </p:blipFill>
        <p:spPr>
          <a:xfrm>
            <a:off x="5410080" y="2895480"/>
            <a:ext cx="3504960" cy="1752120"/>
          </a:xfrm>
          <a:prstGeom prst="rect">
            <a:avLst/>
          </a:prstGeom>
          <a:ln w="0">
            <a:noFill/>
          </a:ln>
        </p:spPr>
      </p:pic>
      <p:grpSp>
        <p:nvGrpSpPr>
          <p:cNvPr id="76" name="object 7"/>
          <p:cNvGrpSpPr/>
          <p:nvPr/>
        </p:nvGrpSpPr>
        <p:grpSpPr>
          <a:xfrm>
            <a:off x="152280" y="3946680"/>
            <a:ext cx="3501720" cy="2809440"/>
            <a:chOff x="152280" y="3946680"/>
            <a:chExt cx="3501720" cy="2809440"/>
          </a:xfrm>
        </p:grpSpPr>
        <p:pic>
          <p:nvPicPr>
            <p:cNvPr id="77" name="object 8" descr=""/>
            <p:cNvPicPr/>
            <p:nvPr/>
          </p:nvPicPr>
          <p:blipFill>
            <a:blip r:embed="rId3"/>
            <a:stretch/>
          </p:blipFill>
          <p:spPr>
            <a:xfrm>
              <a:off x="152280" y="4505040"/>
              <a:ext cx="3501720" cy="22510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8" name="object 9"/>
            <p:cNvSpPr/>
            <p:nvPr/>
          </p:nvSpPr>
          <p:spPr>
            <a:xfrm>
              <a:off x="709200" y="5047920"/>
              <a:ext cx="606240" cy="974520"/>
            </a:xfrm>
            <a:custGeom>
              <a:avLst/>
              <a:gdLst>
                <a:gd name="textAreaLeft" fmla="*/ 0 w 606240"/>
                <a:gd name="textAreaRight" fmla="*/ 606600 w 606240"/>
                <a:gd name="textAreaTop" fmla="*/ 0 h 974520"/>
                <a:gd name="textAreaBottom" fmla="*/ 974880 h 974520"/>
              </a:gdLst>
              <a:ahLst/>
              <a:rect l="textAreaLeft" t="textAreaTop" r="textAreaRight" b="textAreaBottom"/>
              <a:pathLst>
                <a:path w="606425" h="974725">
                  <a:moveTo>
                    <a:pt x="0" y="0"/>
                  </a:moveTo>
                  <a:lnTo>
                    <a:pt x="0" y="151637"/>
                  </a:lnTo>
                  <a:lnTo>
                    <a:pt x="1389" y="204031"/>
                  </a:lnTo>
                  <a:lnTo>
                    <a:pt x="5505" y="255626"/>
                  </a:lnTo>
                  <a:lnTo>
                    <a:pt x="12268" y="306290"/>
                  </a:lnTo>
                  <a:lnTo>
                    <a:pt x="21597" y="355893"/>
                  </a:lnTo>
                  <a:lnTo>
                    <a:pt x="33413" y="404305"/>
                  </a:lnTo>
                  <a:lnTo>
                    <a:pt x="47636" y="451393"/>
                  </a:lnTo>
                  <a:lnTo>
                    <a:pt x="64187" y="497027"/>
                  </a:lnTo>
                  <a:lnTo>
                    <a:pt x="82985" y="541076"/>
                  </a:lnTo>
                  <a:lnTo>
                    <a:pt x="103951" y="583409"/>
                  </a:lnTo>
                  <a:lnTo>
                    <a:pt x="127004" y="623895"/>
                  </a:lnTo>
                  <a:lnTo>
                    <a:pt x="152066" y="662403"/>
                  </a:lnTo>
                  <a:lnTo>
                    <a:pt x="179056" y="698802"/>
                  </a:lnTo>
                  <a:lnTo>
                    <a:pt x="207895" y="732960"/>
                  </a:lnTo>
                  <a:lnTo>
                    <a:pt x="238503" y="764748"/>
                  </a:lnTo>
                  <a:lnTo>
                    <a:pt x="270799" y="794034"/>
                  </a:lnTo>
                  <a:lnTo>
                    <a:pt x="304705" y="820687"/>
                  </a:lnTo>
                  <a:lnTo>
                    <a:pt x="340140" y="844575"/>
                  </a:lnTo>
                  <a:lnTo>
                    <a:pt x="377025" y="865569"/>
                  </a:lnTo>
                  <a:lnTo>
                    <a:pt x="415280" y="883536"/>
                  </a:lnTo>
                  <a:lnTo>
                    <a:pt x="454825" y="898347"/>
                  </a:lnTo>
                  <a:lnTo>
                    <a:pt x="454825" y="974153"/>
                  </a:lnTo>
                  <a:lnTo>
                    <a:pt x="606386" y="847039"/>
                  </a:lnTo>
                  <a:lnTo>
                    <a:pt x="454825" y="670940"/>
                  </a:lnTo>
                  <a:lnTo>
                    <a:pt x="454825" y="746759"/>
                  </a:lnTo>
                  <a:lnTo>
                    <a:pt x="415280" y="731954"/>
                  </a:lnTo>
                  <a:lnTo>
                    <a:pt x="377025" y="713989"/>
                  </a:lnTo>
                  <a:lnTo>
                    <a:pt x="340140" y="692997"/>
                  </a:lnTo>
                  <a:lnTo>
                    <a:pt x="304705" y="669109"/>
                  </a:lnTo>
                  <a:lnTo>
                    <a:pt x="270799" y="642455"/>
                  </a:lnTo>
                  <a:lnTo>
                    <a:pt x="238503" y="613167"/>
                  </a:lnTo>
                  <a:lnTo>
                    <a:pt x="207895" y="581376"/>
                  </a:lnTo>
                  <a:lnTo>
                    <a:pt x="179056" y="547213"/>
                  </a:lnTo>
                  <a:lnTo>
                    <a:pt x="152066" y="510810"/>
                  </a:lnTo>
                  <a:lnTo>
                    <a:pt x="127004" y="472297"/>
                  </a:lnTo>
                  <a:lnTo>
                    <a:pt x="103951" y="431805"/>
                  </a:lnTo>
                  <a:lnTo>
                    <a:pt x="82985" y="389467"/>
                  </a:lnTo>
                  <a:lnTo>
                    <a:pt x="64187" y="345412"/>
                  </a:lnTo>
                  <a:lnTo>
                    <a:pt x="47636" y="299773"/>
                  </a:lnTo>
                  <a:lnTo>
                    <a:pt x="33413" y="252680"/>
                  </a:lnTo>
                  <a:lnTo>
                    <a:pt x="21597" y="204264"/>
                  </a:lnTo>
                  <a:lnTo>
                    <a:pt x="12268" y="154657"/>
                  </a:lnTo>
                  <a:lnTo>
                    <a:pt x="5505" y="103990"/>
                  </a:lnTo>
                  <a:lnTo>
                    <a:pt x="1389" y="5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79" name="object 10"/>
            <p:cNvSpPr/>
            <p:nvPr/>
          </p:nvSpPr>
          <p:spPr>
            <a:xfrm>
              <a:off x="709560" y="4276440"/>
              <a:ext cx="606240" cy="846720"/>
            </a:xfrm>
            <a:custGeom>
              <a:avLst/>
              <a:gdLst>
                <a:gd name="textAreaLeft" fmla="*/ 0 w 606240"/>
                <a:gd name="textAreaRight" fmla="*/ 606600 w 606240"/>
                <a:gd name="textAreaTop" fmla="*/ 0 h 846720"/>
                <a:gd name="textAreaBottom" fmla="*/ 847080 h 846720"/>
              </a:gdLst>
              <a:ahLst/>
              <a:rect l="textAreaLeft" t="textAreaTop" r="textAreaRight" b="textAreaBottom"/>
              <a:pathLst>
                <a:path w="606425" h="847089">
                  <a:moveTo>
                    <a:pt x="606140" y="0"/>
                  </a:moveTo>
                  <a:lnTo>
                    <a:pt x="561456" y="2089"/>
                  </a:lnTo>
                  <a:lnTo>
                    <a:pt x="505396" y="10649"/>
                  </a:lnTo>
                  <a:lnTo>
                    <a:pt x="465231" y="20986"/>
                  </a:lnTo>
                  <a:lnTo>
                    <a:pt x="426164" y="34568"/>
                  </a:lnTo>
                  <a:lnTo>
                    <a:pt x="388275" y="51270"/>
                  </a:lnTo>
                  <a:lnTo>
                    <a:pt x="351645" y="70966"/>
                  </a:lnTo>
                  <a:lnTo>
                    <a:pt x="316356" y="93531"/>
                  </a:lnTo>
                  <a:lnTo>
                    <a:pt x="282488" y="118839"/>
                  </a:lnTo>
                  <a:lnTo>
                    <a:pt x="250123" y="146764"/>
                  </a:lnTo>
                  <a:lnTo>
                    <a:pt x="219341" y="177182"/>
                  </a:lnTo>
                  <a:lnTo>
                    <a:pt x="190223" y="209966"/>
                  </a:lnTo>
                  <a:lnTo>
                    <a:pt x="162851" y="244990"/>
                  </a:lnTo>
                  <a:lnTo>
                    <a:pt x="137305" y="282130"/>
                  </a:lnTo>
                  <a:lnTo>
                    <a:pt x="113666" y="321259"/>
                  </a:lnTo>
                  <a:lnTo>
                    <a:pt x="92016" y="362253"/>
                  </a:lnTo>
                  <a:lnTo>
                    <a:pt x="72435" y="404985"/>
                  </a:lnTo>
                  <a:lnTo>
                    <a:pt x="55004" y="449330"/>
                  </a:lnTo>
                  <a:lnTo>
                    <a:pt x="39804" y="495163"/>
                  </a:lnTo>
                  <a:lnTo>
                    <a:pt x="26917" y="542357"/>
                  </a:lnTo>
                  <a:lnTo>
                    <a:pt x="16423" y="590788"/>
                  </a:lnTo>
                  <a:lnTo>
                    <a:pt x="8403" y="640329"/>
                  </a:lnTo>
                  <a:lnTo>
                    <a:pt x="2939" y="690855"/>
                  </a:lnTo>
                  <a:lnTo>
                    <a:pt x="111" y="742241"/>
                  </a:lnTo>
                  <a:lnTo>
                    <a:pt x="0" y="794361"/>
                  </a:lnTo>
                  <a:lnTo>
                    <a:pt x="2687" y="847089"/>
                  </a:lnTo>
                  <a:lnTo>
                    <a:pt x="8278" y="793867"/>
                  </a:lnTo>
                  <a:lnTo>
                    <a:pt x="16624" y="741925"/>
                  </a:lnTo>
                  <a:lnTo>
                    <a:pt x="27623" y="691382"/>
                  </a:lnTo>
                  <a:lnTo>
                    <a:pt x="41174" y="642353"/>
                  </a:lnTo>
                  <a:lnTo>
                    <a:pt x="57175" y="594955"/>
                  </a:lnTo>
                  <a:lnTo>
                    <a:pt x="75526" y="549305"/>
                  </a:lnTo>
                  <a:lnTo>
                    <a:pt x="96126" y="505519"/>
                  </a:lnTo>
                  <a:lnTo>
                    <a:pt x="118873" y="463713"/>
                  </a:lnTo>
                  <a:lnTo>
                    <a:pt x="143666" y="424005"/>
                  </a:lnTo>
                  <a:lnTo>
                    <a:pt x="170404" y="386510"/>
                  </a:lnTo>
                  <a:lnTo>
                    <a:pt x="198986" y="351345"/>
                  </a:lnTo>
                  <a:lnTo>
                    <a:pt x="229310" y="318627"/>
                  </a:lnTo>
                  <a:lnTo>
                    <a:pt x="261276" y="288472"/>
                  </a:lnTo>
                  <a:lnTo>
                    <a:pt x="294782" y="260996"/>
                  </a:lnTo>
                  <a:lnTo>
                    <a:pt x="329727" y="236317"/>
                  </a:lnTo>
                  <a:lnTo>
                    <a:pt x="366010" y="214550"/>
                  </a:lnTo>
                  <a:lnTo>
                    <a:pt x="403530" y="195812"/>
                  </a:lnTo>
                  <a:lnTo>
                    <a:pt x="442185" y="180220"/>
                  </a:lnTo>
                  <a:lnTo>
                    <a:pt x="481875" y="167890"/>
                  </a:lnTo>
                  <a:lnTo>
                    <a:pt x="522498" y="158938"/>
                  </a:lnTo>
                  <a:lnTo>
                    <a:pt x="563954" y="153482"/>
                  </a:lnTo>
                  <a:lnTo>
                    <a:pt x="606140" y="151637"/>
                  </a:lnTo>
                  <a:lnTo>
                    <a:pt x="606140" y="0"/>
                  </a:lnTo>
                  <a:close/>
                </a:path>
              </a:pathLst>
            </a:custGeom>
            <a:solidFill>
              <a:srgbClr val="64798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80" name="object 11"/>
            <p:cNvSpPr/>
            <p:nvPr/>
          </p:nvSpPr>
          <p:spPr>
            <a:xfrm>
              <a:off x="709200" y="4276440"/>
              <a:ext cx="606240" cy="1745280"/>
            </a:xfrm>
            <a:custGeom>
              <a:avLst/>
              <a:gdLst>
                <a:gd name="textAreaLeft" fmla="*/ 0 w 606240"/>
                <a:gd name="textAreaRight" fmla="*/ 606600 w 606240"/>
                <a:gd name="textAreaTop" fmla="*/ 0 h 1745280"/>
                <a:gd name="textAreaBottom" fmla="*/ 1745640 h 1745280"/>
              </a:gdLst>
              <a:ahLst/>
              <a:rect l="textAreaLeft" t="textAreaTop" r="textAreaRight" b="textAreaBottom"/>
              <a:pathLst>
                <a:path w="606425" h="1745614">
                  <a:moveTo>
                    <a:pt x="0" y="771270"/>
                  </a:moveTo>
                  <a:lnTo>
                    <a:pt x="1389" y="823665"/>
                  </a:lnTo>
                  <a:lnTo>
                    <a:pt x="5505" y="875261"/>
                  </a:lnTo>
                  <a:lnTo>
                    <a:pt x="12268" y="925928"/>
                  </a:lnTo>
                  <a:lnTo>
                    <a:pt x="21597" y="975535"/>
                  </a:lnTo>
                  <a:lnTo>
                    <a:pt x="33413" y="1023951"/>
                  </a:lnTo>
                  <a:lnTo>
                    <a:pt x="47636" y="1071044"/>
                  </a:lnTo>
                  <a:lnTo>
                    <a:pt x="64187" y="1116683"/>
                  </a:lnTo>
                  <a:lnTo>
                    <a:pt x="82985" y="1160738"/>
                  </a:lnTo>
                  <a:lnTo>
                    <a:pt x="103951" y="1203076"/>
                  </a:lnTo>
                  <a:lnTo>
                    <a:pt x="127004" y="1243568"/>
                  </a:lnTo>
                  <a:lnTo>
                    <a:pt x="152066" y="1282081"/>
                  </a:lnTo>
                  <a:lnTo>
                    <a:pt x="179056" y="1318484"/>
                  </a:lnTo>
                  <a:lnTo>
                    <a:pt x="207895" y="1352647"/>
                  </a:lnTo>
                  <a:lnTo>
                    <a:pt x="238503" y="1384438"/>
                  </a:lnTo>
                  <a:lnTo>
                    <a:pt x="270799" y="1413726"/>
                  </a:lnTo>
                  <a:lnTo>
                    <a:pt x="304705" y="1440380"/>
                  </a:lnTo>
                  <a:lnTo>
                    <a:pt x="340140" y="1464268"/>
                  </a:lnTo>
                  <a:lnTo>
                    <a:pt x="377025" y="1485260"/>
                  </a:lnTo>
                  <a:lnTo>
                    <a:pt x="415280" y="1503225"/>
                  </a:lnTo>
                  <a:lnTo>
                    <a:pt x="454825" y="1518031"/>
                  </a:lnTo>
                  <a:lnTo>
                    <a:pt x="454825" y="1442212"/>
                  </a:lnTo>
                  <a:lnTo>
                    <a:pt x="606386" y="1618310"/>
                  </a:lnTo>
                  <a:lnTo>
                    <a:pt x="454825" y="1745424"/>
                  </a:lnTo>
                  <a:lnTo>
                    <a:pt x="454825" y="1669618"/>
                  </a:lnTo>
                  <a:lnTo>
                    <a:pt x="415280" y="1654807"/>
                  </a:lnTo>
                  <a:lnTo>
                    <a:pt x="377025" y="1636840"/>
                  </a:lnTo>
                  <a:lnTo>
                    <a:pt x="340140" y="1615846"/>
                  </a:lnTo>
                  <a:lnTo>
                    <a:pt x="304705" y="1591958"/>
                  </a:lnTo>
                  <a:lnTo>
                    <a:pt x="270799" y="1565305"/>
                  </a:lnTo>
                  <a:lnTo>
                    <a:pt x="238503" y="1536019"/>
                  </a:lnTo>
                  <a:lnTo>
                    <a:pt x="207895" y="1504231"/>
                  </a:lnTo>
                  <a:lnTo>
                    <a:pt x="179056" y="1470073"/>
                  </a:lnTo>
                  <a:lnTo>
                    <a:pt x="152066" y="1433674"/>
                  </a:lnTo>
                  <a:lnTo>
                    <a:pt x="127004" y="1395166"/>
                  </a:lnTo>
                  <a:lnTo>
                    <a:pt x="103951" y="1354680"/>
                  </a:lnTo>
                  <a:lnTo>
                    <a:pt x="82985" y="1312347"/>
                  </a:lnTo>
                  <a:lnTo>
                    <a:pt x="64187" y="1268298"/>
                  </a:lnTo>
                  <a:lnTo>
                    <a:pt x="47636" y="1222664"/>
                  </a:lnTo>
                  <a:lnTo>
                    <a:pt x="33413" y="1175576"/>
                  </a:lnTo>
                  <a:lnTo>
                    <a:pt x="21597" y="1127164"/>
                  </a:lnTo>
                  <a:lnTo>
                    <a:pt x="12268" y="1077561"/>
                  </a:lnTo>
                  <a:lnTo>
                    <a:pt x="5505" y="1026897"/>
                  </a:lnTo>
                  <a:lnTo>
                    <a:pt x="1389" y="975302"/>
                  </a:lnTo>
                  <a:lnTo>
                    <a:pt x="0" y="922908"/>
                  </a:lnTo>
                  <a:lnTo>
                    <a:pt x="0" y="771270"/>
                  </a:lnTo>
                  <a:lnTo>
                    <a:pt x="1399" y="718465"/>
                  </a:lnTo>
                  <a:lnTo>
                    <a:pt x="5536" y="666614"/>
                  </a:lnTo>
                  <a:lnTo>
                    <a:pt x="12320" y="615833"/>
                  </a:lnTo>
                  <a:lnTo>
                    <a:pt x="21662" y="566237"/>
                  </a:lnTo>
                  <a:lnTo>
                    <a:pt x="33471" y="517941"/>
                  </a:lnTo>
                  <a:lnTo>
                    <a:pt x="47656" y="471058"/>
                  </a:lnTo>
                  <a:lnTo>
                    <a:pt x="64127" y="425705"/>
                  </a:lnTo>
                  <a:lnTo>
                    <a:pt x="82795" y="381997"/>
                  </a:lnTo>
                  <a:lnTo>
                    <a:pt x="103567" y="340047"/>
                  </a:lnTo>
                  <a:lnTo>
                    <a:pt x="126355" y="299971"/>
                  </a:lnTo>
                  <a:lnTo>
                    <a:pt x="151068" y="261884"/>
                  </a:lnTo>
                  <a:lnTo>
                    <a:pt x="177615" y="225901"/>
                  </a:lnTo>
                  <a:lnTo>
                    <a:pt x="205907" y="192136"/>
                  </a:lnTo>
                  <a:lnTo>
                    <a:pt x="235852" y="160704"/>
                  </a:lnTo>
                  <a:lnTo>
                    <a:pt x="267361" y="131721"/>
                  </a:lnTo>
                  <a:lnTo>
                    <a:pt x="300342" y="105301"/>
                  </a:lnTo>
                  <a:lnTo>
                    <a:pt x="334707" y="81559"/>
                  </a:lnTo>
                  <a:lnTo>
                    <a:pt x="370364" y="60610"/>
                  </a:lnTo>
                  <a:lnTo>
                    <a:pt x="407223" y="42569"/>
                  </a:lnTo>
                  <a:lnTo>
                    <a:pt x="445193" y="27550"/>
                  </a:lnTo>
                  <a:lnTo>
                    <a:pt x="484185" y="15669"/>
                  </a:lnTo>
                  <a:lnTo>
                    <a:pt x="524108" y="7040"/>
                  </a:lnTo>
                  <a:lnTo>
                    <a:pt x="564872" y="1779"/>
                  </a:lnTo>
                  <a:lnTo>
                    <a:pt x="606386" y="0"/>
                  </a:lnTo>
                  <a:lnTo>
                    <a:pt x="606386" y="151637"/>
                  </a:lnTo>
                  <a:lnTo>
                    <a:pt x="564200" y="153482"/>
                  </a:lnTo>
                  <a:lnTo>
                    <a:pt x="522745" y="158938"/>
                  </a:lnTo>
                  <a:lnTo>
                    <a:pt x="482122" y="167890"/>
                  </a:lnTo>
                  <a:lnTo>
                    <a:pt x="442432" y="180220"/>
                  </a:lnTo>
                  <a:lnTo>
                    <a:pt x="403777" y="195812"/>
                  </a:lnTo>
                  <a:lnTo>
                    <a:pt x="366257" y="214550"/>
                  </a:lnTo>
                  <a:lnTo>
                    <a:pt x="329974" y="236317"/>
                  </a:lnTo>
                  <a:lnTo>
                    <a:pt x="295029" y="260996"/>
                  </a:lnTo>
                  <a:lnTo>
                    <a:pt x="261522" y="288472"/>
                  </a:lnTo>
                  <a:lnTo>
                    <a:pt x="229557" y="318627"/>
                  </a:lnTo>
                  <a:lnTo>
                    <a:pt x="199232" y="351345"/>
                  </a:lnTo>
                  <a:lnTo>
                    <a:pt x="170651" y="386510"/>
                  </a:lnTo>
                  <a:lnTo>
                    <a:pt x="143913" y="424005"/>
                  </a:lnTo>
                  <a:lnTo>
                    <a:pt x="119120" y="463713"/>
                  </a:lnTo>
                  <a:lnTo>
                    <a:pt x="96373" y="505519"/>
                  </a:lnTo>
                  <a:lnTo>
                    <a:pt x="75773" y="549305"/>
                  </a:lnTo>
                  <a:lnTo>
                    <a:pt x="57422" y="594955"/>
                  </a:lnTo>
                  <a:lnTo>
                    <a:pt x="41420" y="642353"/>
                  </a:lnTo>
                  <a:lnTo>
                    <a:pt x="27869" y="691382"/>
                  </a:lnTo>
                  <a:lnTo>
                    <a:pt x="16870" y="741925"/>
                  </a:lnTo>
                  <a:lnTo>
                    <a:pt x="8525" y="793867"/>
                  </a:lnTo>
                  <a:lnTo>
                    <a:pt x="2933" y="847089"/>
                  </a:lnTo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81" name="object 12"/>
            <p:cNvSpPr/>
            <p:nvPr/>
          </p:nvSpPr>
          <p:spPr>
            <a:xfrm>
              <a:off x="1636560" y="4656240"/>
              <a:ext cx="533160" cy="756000"/>
            </a:xfrm>
            <a:custGeom>
              <a:avLst/>
              <a:gdLst>
                <a:gd name="textAreaLeft" fmla="*/ 0 w 533160"/>
                <a:gd name="textAreaRight" fmla="*/ 533520 w 533160"/>
                <a:gd name="textAreaTop" fmla="*/ 0 h 756000"/>
                <a:gd name="textAreaBottom" fmla="*/ 756360 h 756000"/>
              </a:gdLst>
              <a:ahLst/>
              <a:rect l="textAreaLeft" t="textAreaTop" r="textAreaRight" b="textAreaBottom"/>
              <a:pathLst>
                <a:path w="533400" h="756285">
                  <a:moveTo>
                    <a:pt x="530606" y="0"/>
                  </a:moveTo>
                  <a:lnTo>
                    <a:pt x="524202" y="52779"/>
                  </a:lnTo>
                  <a:lnTo>
                    <a:pt x="514331" y="104155"/>
                  </a:lnTo>
                  <a:lnTo>
                    <a:pt x="501129" y="153933"/>
                  </a:lnTo>
                  <a:lnTo>
                    <a:pt x="484736" y="201918"/>
                  </a:lnTo>
                  <a:lnTo>
                    <a:pt x="465290" y="247918"/>
                  </a:lnTo>
                  <a:lnTo>
                    <a:pt x="442929" y="291736"/>
                  </a:lnTo>
                  <a:lnTo>
                    <a:pt x="417791" y="333179"/>
                  </a:lnTo>
                  <a:lnTo>
                    <a:pt x="390016" y="372051"/>
                  </a:lnTo>
                  <a:lnTo>
                    <a:pt x="359741" y="408160"/>
                  </a:lnTo>
                  <a:lnTo>
                    <a:pt x="327104" y="441310"/>
                  </a:lnTo>
                  <a:lnTo>
                    <a:pt x="292245" y="471308"/>
                  </a:lnTo>
                  <a:lnTo>
                    <a:pt x="255302" y="497957"/>
                  </a:lnTo>
                  <a:lnTo>
                    <a:pt x="216413" y="521065"/>
                  </a:lnTo>
                  <a:lnTo>
                    <a:pt x="175716" y="540437"/>
                  </a:lnTo>
                  <a:lnTo>
                    <a:pt x="133350" y="555879"/>
                  </a:lnTo>
                  <a:lnTo>
                    <a:pt x="133350" y="489204"/>
                  </a:lnTo>
                  <a:lnTo>
                    <a:pt x="0" y="643001"/>
                  </a:lnTo>
                  <a:lnTo>
                    <a:pt x="133350" y="755904"/>
                  </a:lnTo>
                  <a:lnTo>
                    <a:pt x="133350" y="689229"/>
                  </a:lnTo>
                  <a:lnTo>
                    <a:pt x="175155" y="674033"/>
                  </a:lnTo>
                  <a:lnTo>
                    <a:pt x="215237" y="655077"/>
                  </a:lnTo>
                  <a:lnTo>
                    <a:pt x="253484" y="632557"/>
                  </a:lnTo>
                  <a:lnTo>
                    <a:pt x="289783" y="606667"/>
                  </a:lnTo>
                  <a:lnTo>
                    <a:pt x="324022" y="577604"/>
                  </a:lnTo>
                  <a:lnTo>
                    <a:pt x="356089" y="545563"/>
                  </a:lnTo>
                  <a:lnTo>
                    <a:pt x="385871" y="510740"/>
                  </a:lnTo>
                  <a:lnTo>
                    <a:pt x="413257" y="473331"/>
                  </a:lnTo>
                  <a:lnTo>
                    <a:pt x="438134" y="433530"/>
                  </a:lnTo>
                  <a:lnTo>
                    <a:pt x="460389" y="391534"/>
                  </a:lnTo>
                  <a:lnTo>
                    <a:pt x="479912" y="347538"/>
                  </a:lnTo>
                  <a:lnTo>
                    <a:pt x="496588" y="301737"/>
                  </a:lnTo>
                  <a:lnTo>
                    <a:pt x="510307" y="254328"/>
                  </a:lnTo>
                  <a:lnTo>
                    <a:pt x="520956" y="205506"/>
                  </a:lnTo>
                  <a:lnTo>
                    <a:pt x="528422" y="155467"/>
                  </a:lnTo>
                  <a:lnTo>
                    <a:pt x="532594" y="104406"/>
                  </a:lnTo>
                  <a:lnTo>
                    <a:pt x="533359" y="52518"/>
                  </a:lnTo>
                  <a:lnTo>
                    <a:pt x="530606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82" name="object 13"/>
            <p:cNvSpPr/>
            <p:nvPr/>
          </p:nvSpPr>
          <p:spPr>
            <a:xfrm>
              <a:off x="1636560" y="3946680"/>
              <a:ext cx="533160" cy="776160"/>
            </a:xfrm>
            <a:custGeom>
              <a:avLst/>
              <a:gdLst>
                <a:gd name="textAreaLeft" fmla="*/ 0 w 533160"/>
                <a:gd name="textAreaRight" fmla="*/ 533520 w 533160"/>
                <a:gd name="textAreaTop" fmla="*/ 0 h 776160"/>
                <a:gd name="textAreaBottom" fmla="*/ 776520 h 776160"/>
              </a:gdLst>
              <a:ahLst/>
              <a:rect l="textAreaLeft" t="textAreaTop" r="textAreaRight" b="textAreaBottom"/>
              <a:pathLst>
                <a:path w="533400" h="776604">
                  <a:moveTo>
                    <a:pt x="0" y="0"/>
                  </a:moveTo>
                  <a:lnTo>
                    <a:pt x="0" y="133350"/>
                  </a:lnTo>
                  <a:lnTo>
                    <a:pt x="43754" y="135481"/>
                  </a:lnTo>
                  <a:lnTo>
                    <a:pt x="86532" y="141766"/>
                  </a:lnTo>
                  <a:lnTo>
                    <a:pt x="128198" y="152038"/>
                  </a:lnTo>
                  <a:lnTo>
                    <a:pt x="168615" y="166132"/>
                  </a:lnTo>
                  <a:lnTo>
                    <a:pt x="207644" y="183882"/>
                  </a:lnTo>
                  <a:lnTo>
                    <a:pt x="245150" y="205122"/>
                  </a:lnTo>
                  <a:lnTo>
                    <a:pt x="280995" y="229687"/>
                  </a:lnTo>
                  <a:lnTo>
                    <a:pt x="315041" y="257411"/>
                  </a:lnTo>
                  <a:lnTo>
                    <a:pt x="347151" y="288129"/>
                  </a:lnTo>
                  <a:lnTo>
                    <a:pt x="377189" y="321675"/>
                  </a:lnTo>
                  <a:lnTo>
                    <a:pt x="405018" y="357882"/>
                  </a:lnTo>
                  <a:lnTo>
                    <a:pt x="430499" y="396587"/>
                  </a:lnTo>
                  <a:lnTo>
                    <a:pt x="453496" y="437622"/>
                  </a:lnTo>
                  <a:lnTo>
                    <a:pt x="473872" y="480823"/>
                  </a:lnTo>
                  <a:lnTo>
                    <a:pt x="491489" y="526024"/>
                  </a:lnTo>
                  <a:lnTo>
                    <a:pt x="506211" y="573058"/>
                  </a:lnTo>
                  <a:lnTo>
                    <a:pt x="517900" y="621761"/>
                  </a:lnTo>
                  <a:lnTo>
                    <a:pt x="526420" y="671967"/>
                  </a:lnTo>
                  <a:lnTo>
                    <a:pt x="531632" y="723509"/>
                  </a:lnTo>
                  <a:lnTo>
                    <a:pt x="533400" y="776224"/>
                  </a:lnTo>
                  <a:lnTo>
                    <a:pt x="533400" y="642874"/>
                  </a:lnTo>
                  <a:lnTo>
                    <a:pt x="531632" y="590159"/>
                  </a:lnTo>
                  <a:lnTo>
                    <a:pt x="526420" y="538617"/>
                  </a:lnTo>
                  <a:lnTo>
                    <a:pt x="517900" y="488411"/>
                  </a:lnTo>
                  <a:lnTo>
                    <a:pt x="506211" y="439708"/>
                  </a:lnTo>
                  <a:lnTo>
                    <a:pt x="491490" y="392674"/>
                  </a:lnTo>
                  <a:lnTo>
                    <a:pt x="473872" y="347473"/>
                  </a:lnTo>
                  <a:lnTo>
                    <a:pt x="453496" y="304272"/>
                  </a:lnTo>
                  <a:lnTo>
                    <a:pt x="430499" y="263237"/>
                  </a:lnTo>
                  <a:lnTo>
                    <a:pt x="405018" y="224532"/>
                  </a:lnTo>
                  <a:lnTo>
                    <a:pt x="377190" y="188325"/>
                  </a:lnTo>
                  <a:lnTo>
                    <a:pt x="347151" y="154779"/>
                  </a:lnTo>
                  <a:lnTo>
                    <a:pt x="315041" y="124061"/>
                  </a:lnTo>
                  <a:lnTo>
                    <a:pt x="280995" y="96337"/>
                  </a:lnTo>
                  <a:lnTo>
                    <a:pt x="245150" y="71772"/>
                  </a:lnTo>
                  <a:lnTo>
                    <a:pt x="207645" y="50532"/>
                  </a:lnTo>
                  <a:lnTo>
                    <a:pt x="168615" y="32782"/>
                  </a:lnTo>
                  <a:lnTo>
                    <a:pt x="128198" y="18688"/>
                  </a:lnTo>
                  <a:lnTo>
                    <a:pt x="86532" y="8416"/>
                  </a:lnTo>
                  <a:lnTo>
                    <a:pt x="43754" y="2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798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83" name="object 14"/>
            <p:cNvSpPr/>
            <p:nvPr/>
          </p:nvSpPr>
          <p:spPr>
            <a:xfrm>
              <a:off x="1636560" y="3946680"/>
              <a:ext cx="533160" cy="1465200"/>
            </a:xfrm>
            <a:custGeom>
              <a:avLst/>
              <a:gdLst>
                <a:gd name="textAreaLeft" fmla="*/ 0 w 533160"/>
                <a:gd name="textAreaRight" fmla="*/ 533520 w 533160"/>
                <a:gd name="textAreaTop" fmla="*/ 0 h 1465200"/>
                <a:gd name="textAreaBottom" fmla="*/ 1465560 h 1465200"/>
              </a:gdLst>
              <a:ahLst/>
              <a:rect l="textAreaLeft" t="textAreaTop" r="textAreaRight" b="textAreaBottom"/>
              <a:pathLst>
                <a:path w="533400" h="1465579">
                  <a:moveTo>
                    <a:pt x="533400" y="776224"/>
                  </a:moveTo>
                  <a:lnTo>
                    <a:pt x="531632" y="723509"/>
                  </a:lnTo>
                  <a:lnTo>
                    <a:pt x="526420" y="671967"/>
                  </a:lnTo>
                  <a:lnTo>
                    <a:pt x="517900" y="621761"/>
                  </a:lnTo>
                  <a:lnTo>
                    <a:pt x="506211" y="573058"/>
                  </a:lnTo>
                  <a:lnTo>
                    <a:pt x="491489" y="526024"/>
                  </a:lnTo>
                  <a:lnTo>
                    <a:pt x="473872" y="480823"/>
                  </a:lnTo>
                  <a:lnTo>
                    <a:pt x="453496" y="437622"/>
                  </a:lnTo>
                  <a:lnTo>
                    <a:pt x="430499" y="396587"/>
                  </a:lnTo>
                  <a:lnTo>
                    <a:pt x="405018" y="357882"/>
                  </a:lnTo>
                  <a:lnTo>
                    <a:pt x="377189" y="321675"/>
                  </a:lnTo>
                  <a:lnTo>
                    <a:pt x="347151" y="288129"/>
                  </a:lnTo>
                  <a:lnTo>
                    <a:pt x="315041" y="257411"/>
                  </a:lnTo>
                  <a:lnTo>
                    <a:pt x="280995" y="229687"/>
                  </a:lnTo>
                  <a:lnTo>
                    <a:pt x="245150" y="205122"/>
                  </a:lnTo>
                  <a:lnTo>
                    <a:pt x="207644" y="183882"/>
                  </a:lnTo>
                  <a:lnTo>
                    <a:pt x="168615" y="166132"/>
                  </a:lnTo>
                  <a:lnTo>
                    <a:pt x="128198" y="152038"/>
                  </a:lnTo>
                  <a:lnTo>
                    <a:pt x="86532" y="141766"/>
                  </a:lnTo>
                  <a:lnTo>
                    <a:pt x="43754" y="135481"/>
                  </a:lnTo>
                  <a:lnTo>
                    <a:pt x="0" y="133350"/>
                  </a:lnTo>
                  <a:lnTo>
                    <a:pt x="0" y="0"/>
                  </a:lnTo>
                  <a:lnTo>
                    <a:pt x="43754" y="2131"/>
                  </a:lnTo>
                  <a:lnTo>
                    <a:pt x="86532" y="8416"/>
                  </a:lnTo>
                  <a:lnTo>
                    <a:pt x="128198" y="18688"/>
                  </a:lnTo>
                  <a:lnTo>
                    <a:pt x="168615" y="32782"/>
                  </a:lnTo>
                  <a:lnTo>
                    <a:pt x="207645" y="50532"/>
                  </a:lnTo>
                  <a:lnTo>
                    <a:pt x="245150" y="71772"/>
                  </a:lnTo>
                  <a:lnTo>
                    <a:pt x="280995" y="96337"/>
                  </a:lnTo>
                  <a:lnTo>
                    <a:pt x="315041" y="124061"/>
                  </a:lnTo>
                  <a:lnTo>
                    <a:pt x="347151" y="154779"/>
                  </a:lnTo>
                  <a:lnTo>
                    <a:pt x="377190" y="188325"/>
                  </a:lnTo>
                  <a:lnTo>
                    <a:pt x="405018" y="224532"/>
                  </a:lnTo>
                  <a:lnTo>
                    <a:pt x="430499" y="263237"/>
                  </a:lnTo>
                  <a:lnTo>
                    <a:pt x="453496" y="304272"/>
                  </a:lnTo>
                  <a:lnTo>
                    <a:pt x="473872" y="347473"/>
                  </a:lnTo>
                  <a:lnTo>
                    <a:pt x="491490" y="392674"/>
                  </a:lnTo>
                  <a:lnTo>
                    <a:pt x="506211" y="439708"/>
                  </a:lnTo>
                  <a:lnTo>
                    <a:pt x="517900" y="488411"/>
                  </a:lnTo>
                  <a:lnTo>
                    <a:pt x="526420" y="538617"/>
                  </a:lnTo>
                  <a:lnTo>
                    <a:pt x="531632" y="590159"/>
                  </a:lnTo>
                  <a:lnTo>
                    <a:pt x="533400" y="642874"/>
                  </a:lnTo>
                  <a:lnTo>
                    <a:pt x="533400" y="776224"/>
                  </a:lnTo>
                  <a:lnTo>
                    <a:pt x="531711" y="827556"/>
                  </a:lnTo>
                  <a:lnTo>
                    <a:pt x="526723" y="877939"/>
                  </a:lnTo>
                  <a:lnTo>
                    <a:pt x="518547" y="927193"/>
                  </a:lnTo>
                  <a:lnTo>
                    <a:pt x="507299" y="975142"/>
                  </a:lnTo>
                  <a:lnTo>
                    <a:pt x="493093" y="1021608"/>
                  </a:lnTo>
                  <a:lnTo>
                    <a:pt x="476042" y="1066411"/>
                  </a:lnTo>
                  <a:lnTo>
                    <a:pt x="456261" y="1109376"/>
                  </a:lnTo>
                  <a:lnTo>
                    <a:pt x="433863" y="1150325"/>
                  </a:lnTo>
                  <a:lnTo>
                    <a:pt x="408963" y="1189078"/>
                  </a:lnTo>
                  <a:lnTo>
                    <a:pt x="381674" y="1225460"/>
                  </a:lnTo>
                  <a:lnTo>
                    <a:pt x="352111" y="1259291"/>
                  </a:lnTo>
                  <a:lnTo>
                    <a:pt x="320387" y="1290395"/>
                  </a:lnTo>
                  <a:lnTo>
                    <a:pt x="286617" y="1318594"/>
                  </a:lnTo>
                  <a:lnTo>
                    <a:pt x="250914" y="1343709"/>
                  </a:lnTo>
                  <a:lnTo>
                    <a:pt x="213392" y="1365563"/>
                  </a:lnTo>
                  <a:lnTo>
                    <a:pt x="174166" y="1383978"/>
                  </a:lnTo>
                  <a:lnTo>
                    <a:pt x="133350" y="1398778"/>
                  </a:lnTo>
                  <a:lnTo>
                    <a:pt x="133350" y="1465453"/>
                  </a:lnTo>
                  <a:lnTo>
                    <a:pt x="0" y="1352550"/>
                  </a:lnTo>
                  <a:lnTo>
                    <a:pt x="133350" y="1198753"/>
                  </a:lnTo>
                  <a:lnTo>
                    <a:pt x="133350" y="1265428"/>
                  </a:lnTo>
                  <a:lnTo>
                    <a:pt x="175716" y="1249986"/>
                  </a:lnTo>
                  <a:lnTo>
                    <a:pt x="216413" y="1230614"/>
                  </a:lnTo>
                  <a:lnTo>
                    <a:pt x="255302" y="1207506"/>
                  </a:lnTo>
                  <a:lnTo>
                    <a:pt x="292245" y="1180857"/>
                  </a:lnTo>
                  <a:lnTo>
                    <a:pt x="327104" y="1150859"/>
                  </a:lnTo>
                  <a:lnTo>
                    <a:pt x="359741" y="1117709"/>
                  </a:lnTo>
                  <a:lnTo>
                    <a:pt x="390016" y="1081600"/>
                  </a:lnTo>
                  <a:lnTo>
                    <a:pt x="417791" y="1042728"/>
                  </a:lnTo>
                  <a:lnTo>
                    <a:pt x="442929" y="1001285"/>
                  </a:lnTo>
                  <a:lnTo>
                    <a:pt x="465290" y="957467"/>
                  </a:lnTo>
                  <a:lnTo>
                    <a:pt x="484736" y="911467"/>
                  </a:lnTo>
                  <a:lnTo>
                    <a:pt x="501129" y="863482"/>
                  </a:lnTo>
                  <a:lnTo>
                    <a:pt x="514331" y="813704"/>
                  </a:lnTo>
                  <a:lnTo>
                    <a:pt x="524202" y="762328"/>
                  </a:lnTo>
                  <a:lnTo>
                    <a:pt x="530606" y="709549"/>
                  </a:lnTo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84" name="PlaceHolder 2"/>
          <p:cNvSpPr>
            <a:spLocks noGrp="1"/>
          </p:cNvSpPr>
          <p:nvPr>
            <p:ph type="ftr" idx="16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6076080" cy="135432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181" strike="noStrike" u="none">
                <a:solidFill>
                  <a:srgbClr val="1f2022"/>
                </a:solidFill>
                <a:uFillTx/>
                <a:latin typeface="Microsoft Sans Serif"/>
              </a:rPr>
              <a:t>Software</a:t>
            </a:r>
            <a:r>
              <a:rPr b="0" lang="en-US" sz="4400" spc="-54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371" strike="noStrike" u="none">
                <a:solidFill>
                  <a:srgbClr val="1f2022"/>
                </a:solidFill>
                <a:uFillTx/>
                <a:latin typeface="Microsoft Sans Serif"/>
              </a:rPr>
              <a:t>Requirements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6840" y="1621440"/>
            <a:ext cx="8230320" cy="2882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567000" indent="-320760">
              <a:lnSpc>
                <a:spcPct val="100000"/>
              </a:lnSpc>
              <a:spcBef>
                <a:spcPts val="99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567720"/>
                <a:tab algn="l" pos="568440"/>
              </a:tabLst>
            </a:pP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complete</a:t>
            </a:r>
            <a:r>
              <a:rPr b="0" lang="en-US" sz="18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description</a:t>
            </a:r>
            <a:r>
              <a:rPr b="0" lang="en-US" sz="18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800" spc="9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i="1" lang="en-US" sz="1800" spc="-125" strike="noStrike" u="none">
                <a:solidFill>
                  <a:schemeClr val="dk1"/>
                </a:solidFill>
                <a:uFillTx/>
                <a:latin typeface="Arial"/>
              </a:rPr>
              <a:t>what</a:t>
            </a:r>
            <a:r>
              <a:rPr b="0" i="1" lang="en-US" sz="1800" spc="26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software</a:t>
            </a:r>
            <a:r>
              <a:rPr b="0" lang="en-US" sz="18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76" strike="noStrike" u="none">
                <a:solidFill>
                  <a:schemeClr val="dk1"/>
                </a:solidFill>
                <a:uFillTx/>
                <a:latin typeface="Microsoft Sans Serif"/>
              </a:rPr>
              <a:t>system</a:t>
            </a:r>
            <a:r>
              <a:rPr b="0" lang="en-US" sz="18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will</a:t>
            </a:r>
            <a:r>
              <a:rPr b="0" lang="en-US" sz="18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do</a:t>
            </a:r>
            <a:r>
              <a:rPr b="0" lang="en-US" sz="18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without</a:t>
            </a:r>
            <a:r>
              <a:rPr b="0" lang="en-US" sz="18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describing</a:t>
            </a:r>
            <a:r>
              <a:rPr b="0" lang="en-US" sz="18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i="1" lang="en-US" sz="1800" spc="-210" strike="noStrike" u="none">
                <a:solidFill>
                  <a:schemeClr val="dk1"/>
                </a:solidFill>
                <a:uFillTx/>
                <a:latin typeface="Arial"/>
              </a:rPr>
              <a:t>how</a:t>
            </a:r>
            <a:r>
              <a:rPr b="0" i="1" lang="en-US" sz="1800" spc="26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0" lang="en-US" sz="1800" spc="-31" strike="noStrike" u="none">
                <a:solidFill>
                  <a:schemeClr val="dk1"/>
                </a:solidFill>
                <a:uFillTx/>
                <a:latin typeface="Microsoft Sans Serif"/>
              </a:rPr>
              <a:t>it </a:t>
            </a:r>
            <a:r>
              <a:rPr b="0" lang="en-US" sz="1800" spc="-45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will</a:t>
            </a:r>
            <a:r>
              <a:rPr b="0" lang="en-US" sz="18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do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it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represented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1" strike="noStrike" u="none">
                <a:solidFill>
                  <a:schemeClr val="dk1"/>
                </a:solidFill>
                <a:uFillTx/>
                <a:latin typeface="Microsoft Sans Serif"/>
              </a:rPr>
              <a:t>by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software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>
              <a:lnSpc>
                <a:spcPct val="100000"/>
              </a:lnSpc>
              <a:buNone/>
              <a:tabLst>
                <a:tab algn="l" pos="567720"/>
                <a:tab algn="l" pos="568440"/>
              </a:tabLst>
            </a:pPr>
            <a:endParaRPr b="0" lang="en-US" sz="19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567000" indent="-320760">
              <a:lnSpc>
                <a:spcPct val="100000"/>
              </a:lnSpc>
              <a:spcBef>
                <a:spcPts val="1406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567720"/>
                <a:tab algn="l" pos="568440"/>
              </a:tabLst>
            </a:pP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Software</a:t>
            </a:r>
            <a:r>
              <a:rPr b="0" lang="en-US" sz="1800" spc="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800" spc="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are</a:t>
            </a:r>
            <a:r>
              <a:rPr b="0" lang="en-US" sz="1800" spc="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complete</a:t>
            </a:r>
            <a:r>
              <a:rPr b="0" lang="en-US" sz="1800" spc="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specification</a:t>
            </a:r>
            <a:r>
              <a:rPr b="0" lang="en-US" sz="1800" spc="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800" spc="17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pc="12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desired</a:t>
            </a:r>
            <a:r>
              <a:rPr b="0" lang="en-US" sz="1800" spc="1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external</a:t>
            </a:r>
            <a:r>
              <a:rPr b="0" lang="en-US" sz="1800" spc="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behavior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567000" indent="0">
              <a:lnSpc>
                <a:spcPct val="100000"/>
              </a:lnSpc>
              <a:buNone/>
              <a:tabLst>
                <a:tab algn="l" pos="567720"/>
                <a:tab algn="l" pos="568440"/>
              </a:tabLst>
            </a:pP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1800" spc="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th</a:t>
            </a:r>
            <a:r>
              <a:rPr b="0" lang="en-US" sz="1800" spc="-9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soft</a:t>
            </a:r>
            <a:r>
              <a:rPr b="0" lang="en-US" sz="1800" spc="-204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are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70" strike="noStrike" u="none">
                <a:solidFill>
                  <a:schemeClr val="dk1"/>
                </a:solidFill>
                <a:uFillTx/>
                <a:latin typeface="Microsoft Sans Serif"/>
              </a:rPr>
              <a:t>system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be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buil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7" name="object 4"/>
          <p:cNvSpPr/>
          <p:nvPr/>
        </p:nvSpPr>
        <p:spPr>
          <a:xfrm>
            <a:off x="691560" y="3535200"/>
            <a:ext cx="5285520" cy="22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0440" bIns="0" anchor="t">
            <a:spAutoFit/>
          </a:bodyPr>
          <a:p>
            <a:pPr marL="332640" indent="-320760" defTabSz="914400">
              <a:lnSpc>
                <a:spcPct val="100000"/>
              </a:lnSpc>
              <a:spcBef>
                <a:spcPts val="791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2640"/>
                <a:tab algn="l" pos="333360"/>
              </a:tabLst>
            </a:pP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Soft</a:t>
            </a:r>
            <a:r>
              <a:rPr b="0" lang="en-US" sz="1800" spc="-190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are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requ</a:t>
            </a:r>
            <a:r>
              <a:rPr b="0" lang="en-US" sz="1800" spc="-31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800" spc="-136" strike="noStrike" u="none">
                <a:solidFill>
                  <a:schemeClr val="dk1"/>
                </a:solidFill>
                <a:uFillTx/>
                <a:latin typeface="Microsoft Sans Serif"/>
              </a:rPr>
              <a:t>remen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-306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84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y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be: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8360" defTabSz="914400">
              <a:lnSpc>
                <a:spcPct val="100000"/>
              </a:lnSpc>
              <a:spcBef>
                <a:spcPts val="604"/>
              </a:spcBef>
              <a:tabLst>
                <a:tab algn="l" pos="652680"/>
              </a:tabLst>
            </a:pPr>
            <a:r>
              <a:rPr b="0" lang="en-US" sz="1100" spc="-249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249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65" strike="noStrike" u="none">
                <a:solidFill>
                  <a:schemeClr val="dk1"/>
                </a:solidFill>
                <a:uFillTx/>
                <a:latin typeface="Microsoft Sans Serif"/>
              </a:rPr>
              <a:t>Ab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st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ct</a:t>
            </a:r>
            <a:r>
              <a:rPr b="0" lang="en-US" sz="1600" spc="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st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te</a:t>
            </a:r>
            <a:r>
              <a:rPr b="0" lang="en-US" sz="1600" spc="-221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59" strike="noStrike" u="none">
                <a:solidFill>
                  <a:schemeClr val="dk1"/>
                </a:solidFill>
                <a:uFillTx/>
                <a:latin typeface="Microsoft Sans Serif"/>
              </a:rPr>
              <a:t>nts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85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1600" spc="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84" strike="noStrike" u="none">
                <a:solidFill>
                  <a:schemeClr val="dk1"/>
                </a:solidFill>
                <a:uFillTx/>
                <a:latin typeface="Microsoft Sans Serif"/>
              </a:rPr>
              <a:t>se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vi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269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8360" defTabSz="914400">
              <a:lnSpc>
                <a:spcPct val="100000"/>
              </a:lnSpc>
              <a:spcBef>
                <a:spcPts val="604"/>
              </a:spcBef>
              <a:tabLst>
                <a:tab algn="l" pos="652680"/>
              </a:tabLst>
            </a:pP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Detailed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mathematical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functions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8360" defTabSz="914400">
              <a:lnSpc>
                <a:spcPct val="100000"/>
              </a:lnSpc>
              <a:spcBef>
                <a:spcPts val="601"/>
              </a:spcBef>
              <a:tabLst>
                <a:tab algn="l" pos="652680"/>
              </a:tabLst>
            </a:pP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Part</a:t>
            </a:r>
            <a:r>
              <a:rPr b="0" lang="en-US" sz="16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bid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600" spc="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contract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8360" defTabSz="914400">
              <a:lnSpc>
                <a:spcPct val="100000"/>
              </a:lnSpc>
              <a:spcBef>
                <a:spcPts val="601"/>
              </a:spcBef>
              <a:tabLst>
                <a:tab algn="l" pos="652680"/>
              </a:tabLst>
            </a:pPr>
            <a:r>
              <a:rPr b="0" lang="en-US" sz="1100" spc="-249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249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249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600" spc="-235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cont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ct</a:t>
            </a:r>
            <a:r>
              <a:rPr b="0" lang="en-US" sz="16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it</a:t>
            </a:r>
            <a:r>
              <a:rPr b="0" lang="en-US" sz="1600" spc="-159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Microsoft Sans Serif"/>
              </a:rPr>
              <a:t>lf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8360" defTabSz="914400">
              <a:lnSpc>
                <a:spcPct val="100000"/>
              </a:lnSpc>
              <a:spcBef>
                <a:spcPts val="601"/>
              </a:spcBef>
              <a:tabLst>
                <a:tab algn="l" pos="652680"/>
              </a:tabLst>
            </a:pP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Part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600" spc="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technical</a:t>
            </a:r>
            <a:r>
              <a:rPr b="0" lang="en-US" sz="16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0" strike="noStrike" u="none">
                <a:solidFill>
                  <a:schemeClr val="dk1"/>
                </a:solidFill>
                <a:uFillTx/>
                <a:latin typeface="Microsoft Sans Serif"/>
              </a:rPr>
              <a:t>document,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which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describes</a:t>
            </a:r>
            <a:r>
              <a:rPr b="0" lang="en-US" sz="16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product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object 5"/>
          <p:cNvSpPr/>
          <p:nvPr/>
        </p:nvSpPr>
        <p:spPr>
          <a:xfrm>
            <a:off x="213480" y="1266120"/>
            <a:ext cx="1062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34" strike="noStrike" u="none">
                <a:solidFill>
                  <a:srgbClr val="ffffff"/>
                </a:solidFill>
                <a:uFillTx/>
                <a:latin typeface="Arial"/>
              </a:rPr>
              <a:t>9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89" name="object 6"/>
          <p:cNvGrpSpPr/>
          <p:nvPr/>
        </p:nvGrpSpPr>
        <p:grpSpPr>
          <a:xfrm>
            <a:off x="5734800" y="2891520"/>
            <a:ext cx="3202560" cy="1260000"/>
            <a:chOff x="5734800" y="2891520"/>
            <a:chExt cx="3202560" cy="1260000"/>
          </a:xfrm>
        </p:grpSpPr>
        <p:sp>
          <p:nvSpPr>
            <p:cNvPr id="90" name="object 7"/>
            <p:cNvSpPr/>
            <p:nvPr/>
          </p:nvSpPr>
          <p:spPr>
            <a:xfrm>
              <a:off x="5734800" y="3313800"/>
              <a:ext cx="3202560" cy="837720"/>
            </a:xfrm>
            <a:custGeom>
              <a:avLst/>
              <a:gdLst>
                <a:gd name="textAreaLeft" fmla="*/ 0 w 3202560"/>
                <a:gd name="textAreaRight" fmla="*/ 3202920 w 3202560"/>
                <a:gd name="textAreaTop" fmla="*/ 0 h 837720"/>
                <a:gd name="textAreaBottom" fmla="*/ 838080 h 837720"/>
              </a:gdLst>
              <a:ahLst/>
              <a:rect l="textAreaLeft" t="textAreaTop" r="textAreaRight" b="textAreaBottom"/>
              <a:pathLst>
                <a:path w="3202940" h="838200">
                  <a:moveTo>
                    <a:pt x="1933408" y="0"/>
                  </a:moveTo>
                  <a:lnTo>
                    <a:pt x="1878768" y="2989"/>
                  </a:lnTo>
                  <a:lnTo>
                    <a:pt x="1826485" y="9216"/>
                  </a:lnTo>
                  <a:lnTo>
                    <a:pt x="1777781" y="18537"/>
                  </a:lnTo>
                  <a:lnTo>
                    <a:pt x="1733882" y="30805"/>
                  </a:lnTo>
                  <a:lnTo>
                    <a:pt x="1696010" y="45875"/>
                  </a:lnTo>
                  <a:lnTo>
                    <a:pt x="1665391" y="63603"/>
                  </a:lnTo>
                  <a:lnTo>
                    <a:pt x="1644331" y="56727"/>
                  </a:lnTo>
                  <a:lnTo>
                    <a:pt x="1598400" y="44690"/>
                  </a:lnTo>
                  <a:lnTo>
                    <a:pt x="1520107" y="31165"/>
                  </a:lnTo>
                  <a:lnTo>
                    <a:pt x="1465044" y="25750"/>
                  </a:lnTo>
                  <a:lnTo>
                    <a:pt x="1409334" y="23264"/>
                  </a:lnTo>
                  <a:lnTo>
                    <a:pt x="1353802" y="23616"/>
                  </a:lnTo>
                  <a:lnTo>
                    <a:pt x="1299273" y="26714"/>
                  </a:lnTo>
                  <a:lnTo>
                    <a:pt x="1246574" y="32469"/>
                  </a:lnTo>
                  <a:lnTo>
                    <a:pt x="1196529" y="40788"/>
                  </a:lnTo>
                  <a:lnTo>
                    <a:pt x="1149965" y="51581"/>
                  </a:lnTo>
                  <a:lnTo>
                    <a:pt x="1107706" y="64757"/>
                  </a:lnTo>
                  <a:lnTo>
                    <a:pt x="1070578" y="80225"/>
                  </a:lnTo>
                  <a:lnTo>
                    <a:pt x="1039408" y="97893"/>
                  </a:lnTo>
                  <a:lnTo>
                    <a:pt x="989824" y="88862"/>
                  </a:lnTo>
                  <a:lnTo>
                    <a:pt x="938052" y="81867"/>
                  </a:lnTo>
                  <a:lnTo>
                    <a:pt x="884595" y="76954"/>
                  </a:lnTo>
                  <a:lnTo>
                    <a:pt x="829952" y="74167"/>
                  </a:lnTo>
                  <a:lnTo>
                    <a:pt x="774625" y="73554"/>
                  </a:lnTo>
                  <a:lnTo>
                    <a:pt x="719114" y="75160"/>
                  </a:lnTo>
                  <a:lnTo>
                    <a:pt x="652455" y="80020"/>
                  </a:lnTo>
                  <a:lnTo>
                    <a:pt x="589725" y="87836"/>
                  </a:lnTo>
                  <a:lnTo>
                    <a:pt x="531434" y="98369"/>
                  </a:lnTo>
                  <a:lnTo>
                    <a:pt x="478091" y="111379"/>
                  </a:lnTo>
                  <a:lnTo>
                    <a:pt x="430208" y="126624"/>
                  </a:lnTo>
                  <a:lnTo>
                    <a:pt x="388295" y="143867"/>
                  </a:lnTo>
                  <a:lnTo>
                    <a:pt x="352861" y="162866"/>
                  </a:lnTo>
                  <a:lnTo>
                    <a:pt x="303473" y="205176"/>
                  </a:lnTo>
                  <a:lnTo>
                    <a:pt x="286126" y="251635"/>
                  </a:lnTo>
                  <a:lnTo>
                    <a:pt x="290743" y="275820"/>
                  </a:lnTo>
                  <a:lnTo>
                    <a:pt x="288076" y="278487"/>
                  </a:lnTo>
                  <a:lnTo>
                    <a:pt x="228438" y="282718"/>
                  </a:lnTo>
                  <a:lnTo>
                    <a:pt x="172798" y="290783"/>
                  </a:lnTo>
                  <a:lnTo>
                    <a:pt x="122505" y="302371"/>
                  </a:lnTo>
                  <a:lnTo>
                    <a:pt x="78906" y="317172"/>
                  </a:lnTo>
                  <a:lnTo>
                    <a:pt x="43347" y="334875"/>
                  </a:lnTo>
                  <a:lnTo>
                    <a:pt x="13358" y="359242"/>
                  </a:lnTo>
                  <a:lnTo>
                    <a:pt x="0" y="384577"/>
                  </a:lnTo>
                  <a:lnTo>
                    <a:pt x="2579" y="409936"/>
                  </a:lnTo>
                  <a:lnTo>
                    <a:pt x="20402" y="434376"/>
                  </a:lnTo>
                  <a:lnTo>
                    <a:pt x="52777" y="456952"/>
                  </a:lnTo>
                  <a:lnTo>
                    <a:pt x="99011" y="476720"/>
                  </a:lnTo>
                  <a:lnTo>
                    <a:pt x="158409" y="492736"/>
                  </a:lnTo>
                  <a:lnTo>
                    <a:pt x="116148" y="512762"/>
                  </a:lnTo>
                  <a:lnTo>
                    <a:pt x="87400" y="535313"/>
                  </a:lnTo>
                  <a:lnTo>
                    <a:pt x="72916" y="559530"/>
                  </a:lnTo>
                  <a:lnTo>
                    <a:pt x="73446" y="584557"/>
                  </a:lnTo>
                  <a:lnTo>
                    <a:pt x="113318" y="627904"/>
                  </a:lnTo>
                  <a:lnTo>
                    <a:pt x="149283" y="646047"/>
                  </a:lnTo>
                  <a:lnTo>
                    <a:pt x="194016" y="661297"/>
                  </a:lnTo>
                  <a:lnTo>
                    <a:pt x="246078" y="673249"/>
                  </a:lnTo>
                  <a:lnTo>
                    <a:pt x="304028" y="681498"/>
                  </a:lnTo>
                  <a:lnTo>
                    <a:pt x="366429" y="685639"/>
                  </a:lnTo>
                  <a:lnTo>
                    <a:pt x="431840" y="685268"/>
                  </a:lnTo>
                  <a:lnTo>
                    <a:pt x="437936" y="688951"/>
                  </a:lnTo>
                  <a:lnTo>
                    <a:pt x="507264" y="722128"/>
                  </a:lnTo>
                  <a:lnTo>
                    <a:pt x="547576" y="736328"/>
                  </a:lnTo>
                  <a:lnTo>
                    <a:pt x="591128" y="748889"/>
                  </a:lnTo>
                  <a:lnTo>
                    <a:pt x="637524" y="759775"/>
                  </a:lnTo>
                  <a:lnTo>
                    <a:pt x="686371" y="768950"/>
                  </a:lnTo>
                  <a:lnTo>
                    <a:pt x="737273" y="776379"/>
                  </a:lnTo>
                  <a:lnTo>
                    <a:pt x="789837" y="782026"/>
                  </a:lnTo>
                  <a:lnTo>
                    <a:pt x="843667" y="785856"/>
                  </a:lnTo>
                  <a:lnTo>
                    <a:pt x="898369" y="787834"/>
                  </a:lnTo>
                  <a:lnTo>
                    <a:pt x="953549" y="787923"/>
                  </a:lnTo>
                  <a:lnTo>
                    <a:pt x="1008811" y="786088"/>
                  </a:lnTo>
                  <a:lnTo>
                    <a:pt x="1063761" y="782294"/>
                  </a:lnTo>
                  <a:lnTo>
                    <a:pt x="1118005" y="776505"/>
                  </a:lnTo>
                  <a:lnTo>
                    <a:pt x="1171148" y="768686"/>
                  </a:lnTo>
                  <a:lnTo>
                    <a:pt x="1222796" y="758801"/>
                  </a:lnTo>
                  <a:lnTo>
                    <a:pt x="1257476" y="775237"/>
                  </a:lnTo>
                  <a:lnTo>
                    <a:pt x="1296950" y="790048"/>
                  </a:lnTo>
                  <a:lnTo>
                    <a:pt x="1340763" y="803108"/>
                  </a:lnTo>
                  <a:lnTo>
                    <a:pt x="1388460" y="814295"/>
                  </a:lnTo>
                  <a:lnTo>
                    <a:pt x="1439587" y="823486"/>
                  </a:lnTo>
                  <a:lnTo>
                    <a:pt x="1493687" y="830556"/>
                  </a:lnTo>
                  <a:lnTo>
                    <a:pt x="1554870" y="835740"/>
                  </a:lnTo>
                  <a:lnTo>
                    <a:pt x="1615992" y="838118"/>
                  </a:lnTo>
                  <a:lnTo>
                    <a:pt x="1676470" y="837805"/>
                  </a:lnTo>
                  <a:lnTo>
                    <a:pt x="1735719" y="834911"/>
                  </a:lnTo>
                  <a:lnTo>
                    <a:pt x="1793157" y="829549"/>
                  </a:lnTo>
                  <a:lnTo>
                    <a:pt x="1848199" y="821832"/>
                  </a:lnTo>
                  <a:lnTo>
                    <a:pt x="1900262" y="811872"/>
                  </a:lnTo>
                  <a:lnTo>
                    <a:pt x="1948761" y="799782"/>
                  </a:lnTo>
                  <a:lnTo>
                    <a:pt x="1993114" y="785673"/>
                  </a:lnTo>
                  <a:lnTo>
                    <a:pt x="2032737" y="769658"/>
                  </a:lnTo>
                  <a:lnTo>
                    <a:pt x="2067045" y="751850"/>
                  </a:lnTo>
                  <a:lnTo>
                    <a:pt x="2117384" y="711303"/>
                  </a:lnTo>
                  <a:lnTo>
                    <a:pt x="2169472" y="721147"/>
                  </a:lnTo>
                  <a:lnTo>
                    <a:pt x="2224619" y="728337"/>
                  </a:lnTo>
                  <a:lnTo>
                    <a:pt x="2282029" y="732788"/>
                  </a:lnTo>
                  <a:lnTo>
                    <a:pt x="2340904" y="734417"/>
                  </a:lnTo>
                  <a:lnTo>
                    <a:pt x="2410440" y="732640"/>
                  </a:lnTo>
                  <a:lnTo>
                    <a:pt x="2476496" y="727061"/>
                  </a:lnTo>
                  <a:lnTo>
                    <a:pt x="2538181" y="717992"/>
                  </a:lnTo>
                  <a:lnTo>
                    <a:pt x="2594605" y="705745"/>
                  </a:lnTo>
                  <a:lnTo>
                    <a:pt x="2644878" y="690634"/>
                  </a:lnTo>
                  <a:lnTo>
                    <a:pt x="2688111" y="672969"/>
                  </a:lnTo>
                  <a:lnTo>
                    <a:pt x="2723412" y="653065"/>
                  </a:lnTo>
                  <a:lnTo>
                    <a:pt x="2766662" y="607784"/>
                  </a:lnTo>
                  <a:lnTo>
                    <a:pt x="2772831" y="583033"/>
                  </a:lnTo>
                  <a:lnTo>
                    <a:pt x="2823489" y="579508"/>
                  </a:lnTo>
                  <a:lnTo>
                    <a:pt x="2872653" y="574161"/>
                  </a:lnTo>
                  <a:lnTo>
                    <a:pt x="2919958" y="567058"/>
                  </a:lnTo>
                  <a:lnTo>
                    <a:pt x="2965038" y="558267"/>
                  </a:lnTo>
                  <a:lnTo>
                    <a:pt x="3007527" y="547854"/>
                  </a:lnTo>
                  <a:lnTo>
                    <a:pt x="3063034" y="530210"/>
                  </a:lnTo>
                  <a:lnTo>
                    <a:pt x="3109550" y="510372"/>
                  </a:lnTo>
                  <a:lnTo>
                    <a:pt x="3146931" y="488726"/>
                  </a:lnTo>
                  <a:lnTo>
                    <a:pt x="3193711" y="441566"/>
                  </a:lnTo>
                  <a:lnTo>
                    <a:pt x="3202823" y="416825"/>
                  </a:lnTo>
                  <a:lnTo>
                    <a:pt x="3202225" y="391829"/>
                  </a:lnTo>
                  <a:lnTo>
                    <a:pt x="3191772" y="366963"/>
                  </a:lnTo>
                  <a:lnTo>
                    <a:pt x="3171323" y="342616"/>
                  </a:lnTo>
                  <a:lnTo>
                    <a:pt x="3140732" y="319176"/>
                  </a:lnTo>
                  <a:lnTo>
                    <a:pt x="3099856" y="297029"/>
                  </a:lnTo>
                  <a:lnTo>
                    <a:pt x="3105069" y="292435"/>
                  </a:lnTo>
                  <a:lnTo>
                    <a:pt x="3109841" y="287806"/>
                  </a:lnTo>
                  <a:lnTo>
                    <a:pt x="3114161" y="283152"/>
                  </a:lnTo>
                  <a:lnTo>
                    <a:pt x="3118017" y="278487"/>
                  </a:lnTo>
                  <a:lnTo>
                    <a:pt x="3130518" y="253385"/>
                  </a:lnTo>
                  <a:lnTo>
                    <a:pt x="3130359" y="228609"/>
                  </a:lnTo>
                  <a:lnTo>
                    <a:pt x="3095192" y="181989"/>
                  </a:lnTo>
                  <a:lnTo>
                    <a:pt x="3061749" y="161117"/>
                  </a:lnTo>
                  <a:lnTo>
                    <a:pt x="3018778" y="142522"/>
                  </a:lnTo>
                  <a:lnTo>
                    <a:pt x="2967061" y="126689"/>
                  </a:lnTo>
                  <a:lnTo>
                    <a:pt x="2907382" y="114105"/>
                  </a:lnTo>
                  <a:lnTo>
                    <a:pt x="2840522" y="105259"/>
                  </a:lnTo>
                  <a:lnTo>
                    <a:pt x="2824302" y="83871"/>
                  </a:lnTo>
                  <a:lnTo>
                    <a:pt x="2762905" y="46002"/>
                  </a:lnTo>
                  <a:lnTo>
                    <a:pt x="2719110" y="30329"/>
                  </a:lnTo>
                  <a:lnTo>
                    <a:pt x="2671529" y="18178"/>
                  </a:lnTo>
                  <a:lnTo>
                    <a:pt x="2620467" y="9136"/>
                  </a:lnTo>
                  <a:lnTo>
                    <a:pt x="2566969" y="3175"/>
                  </a:lnTo>
                  <a:lnTo>
                    <a:pt x="2512078" y="264"/>
                  </a:lnTo>
                  <a:lnTo>
                    <a:pt x="2456839" y="373"/>
                  </a:lnTo>
                  <a:lnTo>
                    <a:pt x="2402298" y="3473"/>
                  </a:lnTo>
                  <a:lnTo>
                    <a:pt x="2349498" y="9534"/>
                  </a:lnTo>
                  <a:lnTo>
                    <a:pt x="2299486" y="18527"/>
                  </a:lnTo>
                  <a:lnTo>
                    <a:pt x="2253304" y="30422"/>
                  </a:lnTo>
                  <a:lnTo>
                    <a:pt x="2211999" y="45188"/>
                  </a:lnTo>
                  <a:lnTo>
                    <a:pt x="2187948" y="35149"/>
                  </a:lnTo>
                  <a:lnTo>
                    <a:pt x="2131274" y="18452"/>
                  </a:lnTo>
                  <a:lnTo>
                    <a:pt x="2044859" y="4317"/>
                  </a:lnTo>
                  <a:lnTo>
                    <a:pt x="1989180" y="394"/>
                  </a:lnTo>
                  <a:lnTo>
                    <a:pt x="1933408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91" name="object 8" descr=""/>
            <p:cNvPicPr/>
            <p:nvPr/>
          </p:nvPicPr>
          <p:blipFill>
            <a:blip r:embed="rId1"/>
            <a:stretch/>
          </p:blipFill>
          <p:spPr>
            <a:xfrm>
              <a:off x="7705800" y="2995200"/>
              <a:ext cx="92880" cy="92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2" name="object 9" descr=""/>
            <p:cNvPicPr/>
            <p:nvPr/>
          </p:nvPicPr>
          <p:blipFill>
            <a:blip r:embed="rId2"/>
            <a:stretch/>
          </p:blipFill>
          <p:spPr>
            <a:xfrm>
              <a:off x="7587720" y="3128760"/>
              <a:ext cx="139320" cy="139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3" name="object 10"/>
            <p:cNvSpPr/>
            <p:nvPr/>
          </p:nvSpPr>
          <p:spPr>
            <a:xfrm>
              <a:off x="5734800" y="3313800"/>
              <a:ext cx="3202560" cy="837720"/>
            </a:xfrm>
            <a:custGeom>
              <a:avLst/>
              <a:gdLst>
                <a:gd name="textAreaLeft" fmla="*/ 0 w 3202560"/>
                <a:gd name="textAreaRight" fmla="*/ 3202920 w 3202560"/>
                <a:gd name="textAreaTop" fmla="*/ 0 h 837720"/>
                <a:gd name="textAreaBottom" fmla="*/ 838080 h 837720"/>
              </a:gdLst>
              <a:ahLst/>
              <a:rect l="textAreaLeft" t="textAreaTop" r="textAreaRight" b="textAreaBottom"/>
              <a:pathLst>
                <a:path w="3202940" h="838200">
                  <a:moveTo>
                    <a:pt x="290743" y="275820"/>
                  </a:moveTo>
                  <a:lnTo>
                    <a:pt x="286126" y="251635"/>
                  </a:lnTo>
                  <a:lnTo>
                    <a:pt x="290539" y="228007"/>
                  </a:lnTo>
                  <a:lnTo>
                    <a:pt x="303473" y="205176"/>
                  </a:lnTo>
                  <a:lnTo>
                    <a:pt x="352861" y="162866"/>
                  </a:lnTo>
                  <a:lnTo>
                    <a:pt x="388295" y="143867"/>
                  </a:lnTo>
                  <a:lnTo>
                    <a:pt x="430208" y="126624"/>
                  </a:lnTo>
                  <a:lnTo>
                    <a:pt x="478091" y="111379"/>
                  </a:lnTo>
                  <a:lnTo>
                    <a:pt x="531434" y="98369"/>
                  </a:lnTo>
                  <a:lnTo>
                    <a:pt x="589725" y="87836"/>
                  </a:lnTo>
                  <a:lnTo>
                    <a:pt x="652455" y="80020"/>
                  </a:lnTo>
                  <a:lnTo>
                    <a:pt x="719114" y="75160"/>
                  </a:lnTo>
                  <a:lnTo>
                    <a:pt x="774625" y="73554"/>
                  </a:lnTo>
                  <a:lnTo>
                    <a:pt x="829952" y="74167"/>
                  </a:lnTo>
                  <a:lnTo>
                    <a:pt x="884595" y="76954"/>
                  </a:lnTo>
                  <a:lnTo>
                    <a:pt x="938052" y="81867"/>
                  </a:lnTo>
                  <a:lnTo>
                    <a:pt x="989824" y="88862"/>
                  </a:lnTo>
                  <a:lnTo>
                    <a:pt x="1039408" y="97893"/>
                  </a:lnTo>
                  <a:lnTo>
                    <a:pt x="1070578" y="80225"/>
                  </a:lnTo>
                  <a:lnTo>
                    <a:pt x="1107706" y="64757"/>
                  </a:lnTo>
                  <a:lnTo>
                    <a:pt x="1149965" y="51581"/>
                  </a:lnTo>
                  <a:lnTo>
                    <a:pt x="1196529" y="40788"/>
                  </a:lnTo>
                  <a:lnTo>
                    <a:pt x="1246574" y="32469"/>
                  </a:lnTo>
                  <a:lnTo>
                    <a:pt x="1299273" y="26714"/>
                  </a:lnTo>
                  <a:lnTo>
                    <a:pt x="1353802" y="23616"/>
                  </a:lnTo>
                  <a:lnTo>
                    <a:pt x="1409334" y="23264"/>
                  </a:lnTo>
                  <a:lnTo>
                    <a:pt x="1465044" y="25750"/>
                  </a:lnTo>
                  <a:lnTo>
                    <a:pt x="1520107" y="31165"/>
                  </a:lnTo>
                  <a:lnTo>
                    <a:pt x="1573697" y="39600"/>
                  </a:lnTo>
                  <a:lnTo>
                    <a:pt x="1621973" y="50411"/>
                  </a:lnTo>
                  <a:lnTo>
                    <a:pt x="1665391" y="63603"/>
                  </a:lnTo>
                  <a:lnTo>
                    <a:pt x="1696010" y="45875"/>
                  </a:lnTo>
                  <a:lnTo>
                    <a:pt x="1733882" y="30805"/>
                  </a:lnTo>
                  <a:lnTo>
                    <a:pt x="1777781" y="18537"/>
                  </a:lnTo>
                  <a:lnTo>
                    <a:pt x="1826485" y="9216"/>
                  </a:lnTo>
                  <a:lnTo>
                    <a:pt x="1878768" y="2989"/>
                  </a:lnTo>
                  <a:lnTo>
                    <a:pt x="1933408" y="0"/>
                  </a:lnTo>
                  <a:lnTo>
                    <a:pt x="1989180" y="394"/>
                  </a:lnTo>
                  <a:lnTo>
                    <a:pt x="2044859" y="4317"/>
                  </a:lnTo>
                  <a:lnTo>
                    <a:pt x="2099223" y="11914"/>
                  </a:lnTo>
                  <a:lnTo>
                    <a:pt x="2160945" y="26217"/>
                  </a:lnTo>
                  <a:lnTo>
                    <a:pt x="2211999" y="45188"/>
                  </a:lnTo>
                  <a:lnTo>
                    <a:pt x="2253304" y="30422"/>
                  </a:lnTo>
                  <a:lnTo>
                    <a:pt x="2299486" y="18527"/>
                  </a:lnTo>
                  <a:lnTo>
                    <a:pt x="2349498" y="9534"/>
                  </a:lnTo>
                  <a:lnTo>
                    <a:pt x="2402298" y="3473"/>
                  </a:lnTo>
                  <a:lnTo>
                    <a:pt x="2456839" y="373"/>
                  </a:lnTo>
                  <a:lnTo>
                    <a:pt x="2512078" y="264"/>
                  </a:lnTo>
                  <a:lnTo>
                    <a:pt x="2566969" y="3175"/>
                  </a:lnTo>
                  <a:lnTo>
                    <a:pt x="2620467" y="9136"/>
                  </a:lnTo>
                  <a:lnTo>
                    <a:pt x="2671529" y="18178"/>
                  </a:lnTo>
                  <a:lnTo>
                    <a:pt x="2719110" y="30329"/>
                  </a:lnTo>
                  <a:lnTo>
                    <a:pt x="2762905" y="46002"/>
                  </a:lnTo>
                  <a:lnTo>
                    <a:pt x="2798199" y="63984"/>
                  </a:lnTo>
                  <a:lnTo>
                    <a:pt x="2840522" y="105259"/>
                  </a:lnTo>
                  <a:lnTo>
                    <a:pt x="2907382" y="114105"/>
                  </a:lnTo>
                  <a:lnTo>
                    <a:pt x="2967061" y="126689"/>
                  </a:lnTo>
                  <a:lnTo>
                    <a:pt x="3018778" y="142522"/>
                  </a:lnTo>
                  <a:lnTo>
                    <a:pt x="3061749" y="161117"/>
                  </a:lnTo>
                  <a:lnTo>
                    <a:pt x="3095192" y="181989"/>
                  </a:lnTo>
                  <a:lnTo>
                    <a:pt x="3130359" y="228609"/>
                  </a:lnTo>
                  <a:lnTo>
                    <a:pt x="3130518" y="253385"/>
                  </a:lnTo>
                  <a:lnTo>
                    <a:pt x="3118017" y="278487"/>
                  </a:lnTo>
                  <a:lnTo>
                    <a:pt x="3114161" y="283152"/>
                  </a:lnTo>
                  <a:lnTo>
                    <a:pt x="3109841" y="287806"/>
                  </a:lnTo>
                  <a:lnTo>
                    <a:pt x="3105069" y="292435"/>
                  </a:lnTo>
                  <a:lnTo>
                    <a:pt x="3099856" y="297029"/>
                  </a:lnTo>
                  <a:lnTo>
                    <a:pt x="3140732" y="319176"/>
                  </a:lnTo>
                  <a:lnTo>
                    <a:pt x="3171323" y="342616"/>
                  </a:lnTo>
                  <a:lnTo>
                    <a:pt x="3191772" y="366963"/>
                  </a:lnTo>
                  <a:lnTo>
                    <a:pt x="3202225" y="391829"/>
                  </a:lnTo>
                  <a:lnTo>
                    <a:pt x="3202823" y="416825"/>
                  </a:lnTo>
                  <a:lnTo>
                    <a:pt x="3193711" y="441566"/>
                  </a:lnTo>
                  <a:lnTo>
                    <a:pt x="3146931" y="488726"/>
                  </a:lnTo>
                  <a:lnTo>
                    <a:pt x="3109550" y="510372"/>
                  </a:lnTo>
                  <a:lnTo>
                    <a:pt x="3063034" y="530210"/>
                  </a:lnTo>
                  <a:lnTo>
                    <a:pt x="3007527" y="547854"/>
                  </a:lnTo>
                  <a:lnTo>
                    <a:pt x="2965038" y="558267"/>
                  </a:lnTo>
                  <a:lnTo>
                    <a:pt x="2919958" y="567058"/>
                  </a:lnTo>
                  <a:lnTo>
                    <a:pt x="2872653" y="574161"/>
                  </a:lnTo>
                  <a:lnTo>
                    <a:pt x="2823489" y="579508"/>
                  </a:lnTo>
                  <a:lnTo>
                    <a:pt x="2772831" y="583033"/>
                  </a:lnTo>
                  <a:lnTo>
                    <a:pt x="2766662" y="607784"/>
                  </a:lnTo>
                  <a:lnTo>
                    <a:pt x="2723412" y="653065"/>
                  </a:lnTo>
                  <a:lnTo>
                    <a:pt x="2688111" y="672969"/>
                  </a:lnTo>
                  <a:lnTo>
                    <a:pt x="2644878" y="690634"/>
                  </a:lnTo>
                  <a:lnTo>
                    <a:pt x="2594605" y="705745"/>
                  </a:lnTo>
                  <a:lnTo>
                    <a:pt x="2538181" y="717992"/>
                  </a:lnTo>
                  <a:lnTo>
                    <a:pt x="2476496" y="727061"/>
                  </a:lnTo>
                  <a:lnTo>
                    <a:pt x="2410440" y="732640"/>
                  </a:lnTo>
                  <a:lnTo>
                    <a:pt x="2340904" y="734417"/>
                  </a:lnTo>
                  <a:lnTo>
                    <a:pt x="2282029" y="732788"/>
                  </a:lnTo>
                  <a:lnTo>
                    <a:pt x="2224619" y="728337"/>
                  </a:lnTo>
                  <a:lnTo>
                    <a:pt x="2169472" y="721147"/>
                  </a:lnTo>
                  <a:lnTo>
                    <a:pt x="2117384" y="711303"/>
                  </a:lnTo>
                  <a:lnTo>
                    <a:pt x="2095455" y="732361"/>
                  </a:lnTo>
                  <a:lnTo>
                    <a:pt x="2032737" y="769658"/>
                  </a:lnTo>
                  <a:lnTo>
                    <a:pt x="1993114" y="785673"/>
                  </a:lnTo>
                  <a:lnTo>
                    <a:pt x="1948761" y="799782"/>
                  </a:lnTo>
                  <a:lnTo>
                    <a:pt x="1900262" y="811872"/>
                  </a:lnTo>
                  <a:lnTo>
                    <a:pt x="1848199" y="821832"/>
                  </a:lnTo>
                  <a:lnTo>
                    <a:pt x="1793157" y="829549"/>
                  </a:lnTo>
                  <a:lnTo>
                    <a:pt x="1735719" y="834911"/>
                  </a:lnTo>
                  <a:lnTo>
                    <a:pt x="1676470" y="837805"/>
                  </a:lnTo>
                  <a:lnTo>
                    <a:pt x="1615992" y="838118"/>
                  </a:lnTo>
                  <a:lnTo>
                    <a:pt x="1554870" y="835740"/>
                  </a:lnTo>
                  <a:lnTo>
                    <a:pt x="1493687" y="830556"/>
                  </a:lnTo>
                  <a:lnTo>
                    <a:pt x="1439587" y="823486"/>
                  </a:lnTo>
                  <a:lnTo>
                    <a:pt x="1388460" y="814295"/>
                  </a:lnTo>
                  <a:lnTo>
                    <a:pt x="1340763" y="803108"/>
                  </a:lnTo>
                  <a:lnTo>
                    <a:pt x="1296950" y="790048"/>
                  </a:lnTo>
                  <a:lnTo>
                    <a:pt x="1257476" y="775237"/>
                  </a:lnTo>
                  <a:lnTo>
                    <a:pt x="1222796" y="758801"/>
                  </a:lnTo>
                  <a:lnTo>
                    <a:pt x="1171148" y="768686"/>
                  </a:lnTo>
                  <a:lnTo>
                    <a:pt x="1118005" y="776505"/>
                  </a:lnTo>
                  <a:lnTo>
                    <a:pt x="1063761" y="782294"/>
                  </a:lnTo>
                  <a:lnTo>
                    <a:pt x="1008811" y="786088"/>
                  </a:lnTo>
                  <a:lnTo>
                    <a:pt x="953549" y="787923"/>
                  </a:lnTo>
                  <a:lnTo>
                    <a:pt x="898369" y="787834"/>
                  </a:lnTo>
                  <a:lnTo>
                    <a:pt x="843667" y="785856"/>
                  </a:lnTo>
                  <a:lnTo>
                    <a:pt x="789837" y="782026"/>
                  </a:lnTo>
                  <a:lnTo>
                    <a:pt x="737273" y="776379"/>
                  </a:lnTo>
                  <a:lnTo>
                    <a:pt x="686371" y="768950"/>
                  </a:lnTo>
                  <a:lnTo>
                    <a:pt x="637524" y="759775"/>
                  </a:lnTo>
                  <a:lnTo>
                    <a:pt x="591128" y="748889"/>
                  </a:lnTo>
                  <a:lnTo>
                    <a:pt x="547576" y="736328"/>
                  </a:lnTo>
                  <a:lnTo>
                    <a:pt x="507264" y="722128"/>
                  </a:lnTo>
                  <a:lnTo>
                    <a:pt x="470585" y="706324"/>
                  </a:lnTo>
                  <a:lnTo>
                    <a:pt x="435904" y="687681"/>
                  </a:lnTo>
                  <a:lnTo>
                    <a:pt x="433872" y="686411"/>
                  </a:lnTo>
                  <a:lnTo>
                    <a:pt x="431840" y="685268"/>
                  </a:lnTo>
                  <a:lnTo>
                    <a:pt x="366429" y="685639"/>
                  </a:lnTo>
                  <a:lnTo>
                    <a:pt x="304028" y="681498"/>
                  </a:lnTo>
                  <a:lnTo>
                    <a:pt x="246078" y="673249"/>
                  </a:lnTo>
                  <a:lnTo>
                    <a:pt x="194016" y="661297"/>
                  </a:lnTo>
                  <a:lnTo>
                    <a:pt x="149283" y="646047"/>
                  </a:lnTo>
                  <a:lnTo>
                    <a:pt x="113318" y="627904"/>
                  </a:lnTo>
                  <a:lnTo>
                    <a:pt x="73446" y="584557"/>
                  </a:lnTo>
                  <a:lnTo>
                    <a:pt x="72916" y="559530"/>
                  </a:lnTo>
                  <a:lnTo>
                    <a:pt x="87400" y="535313"/>
                  </a:lnTo>
                  <a:lnTo>
                    <a:pt x="116148" y="512762"/>
                  </a:lnTo>
                  <a:lnTo>
                    <a:pt x="158409" y="492736"/>
                  </a:lnTo>
                  <a:lnTo>
                    <a:pt x="99011" y="476720"/>
                  </a:lnTo>
                  <a:lnTo>
                    <a:pt x="52777" y="456952"/>
                  </a:lnTo>
                  <a:lnTo>
                    <a:pt x="20402" y="434376"/>
                  </a:lnTo>
                  <a:lnTo>
                    <a:pt x="2579" y="409936"/>
                  </a:lnTo>
                  <a:lnTo>
                    <a:pt x="0" y="384577"/>
                  </a:lnTo>
                  <a:lnTo>
                    <a:pt x="13358" y="359242"/>
                  </a:lnTo>
                  <a:lnTo>
                    <a:pt x="43347" y="334875"/>
                  </a:lnTo>
                  <a:lnTo>
                    <a:pt x="78906" y="317172"/>
                  </a:lnTo>
                  <a:lnTo>
                    <a:pt x="122505" y="302371"/>
                  </a:lnTo>
                  <a:lnTo>
                    <a:pt x="172798" y="290783"/>
                  </a:lnTo>
                  <a:lnTo>
                    <a:pt x="228438" y="282718"/>
                  </a:lnTo>
                  <a:lnTo>
                    <a:pt x="288076" y="278487"/>
                  </a:lnTo>
                  <a:lnTo>
                    <a:pt x="290743" y="275820"/>
                  </a:lnTo>
                  <a:close/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94" name="object 11"/>
            <p:cNvSpPr/>
            <p:nvPr/>
          </p:nvSpPr>
          <p:spPr>
            <a:xfrm>
              <a:off x="7800120" y="2901240"/>
              <a:ext cx="46800" cy="4680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46800"/>
                <a:gd name="textAreaBottom" fmla="*/ 47160 h 46800"/>
              </a:gdLst>
              <a:ahLst/>
              <a:rect l="textAreaLeft" t="textAreaTop" r="textAreaRight" b="textAreaBottom"/>
              <a:pathLst>
                <a:path w="46990" h="46989">
                  <a:moveTo>
                    <a:pt x="23368" y="0"/>
                  </a:moveTo>
                  <a:lnTo>
                    <a:pt x="14305" y="1827"/>
                  </a:lnTo>
                  <a:lnTo>
                    <a:pt x="6873" y="6810"/>
                  </a:lnTo>
                  <a:lnTo>
                    <a:pt x="1847" y="14198"/>
                  </a:lnTo>
                  <a:lnTo>
                    <a:pt x="0" y="23240"/>
                  </a:lnTo>
                  <a:lnTo>
                    <a:pt x="1847" y="32357"/>
                  </a:lnTo>
                  <a:lnTo>
                    <a:pt x="6873" y="39782"/>
                  </a:lnTo>
                  <a:lnTo>
                    <a:pt x="14305" y="44779"/>
                  </a:lnTo>
                  <a:lnTo>
                    <a:pt x="23368" y="46609"/>
                  </a:lnTo>
                  <a:lnTo>
                    <a:pt x="32410" y="44779"/>
                  </a:lnTo>
                  <a:lnTo>
                    <a:pt x="39798" y="39782"/>
                  </a:lnTo>
                  <a:lnTo>
                    <a:pt x="44781" y="32357"/>
                  </a:lnTo>
                  <a:lnTo>
                    <a:pt x="46609" y="23240"/>
                  </a:lnTo>
                  <a:lnTo>
                    <a:pt x="44781" y="14198"/>
                  </a:lnTo>
                  <a:lnTo>
                    <a:pt x="39798" y="6810"/>
                  </a:lnTo>
                  <a:lnTo>
                    <a:pt x="32410" y="1827"/>
                  </a:lnTo>
                  <a:lnTo>
                    <a:pt x="23368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95" name="object 12" descr=""/>
            <p:cNvPicPr/>
            <p:nvPr/>
          </p:nvPicPr>
          <p:blipFill>
            <a:blip r:embed="rId3"/>
            <a:stretch/>
          </p:blipFill>
          <p:spPr>
            <a:xfrm>
              <a:off x="7790400" y="2891520"/>
              <a:ext cx="65160" cy="65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6" name="object 13" descr=""/>
            <p:cNvPicPr/>
            <p:nvPr/>
          </p:nvPicPr>
          <p:blipFill>
            <a:blip r:embed="rId4"/>
            <a:stretch/>
          </p:blipFill>
          <p:spPr>
            <a:xfrm>
              <a:off x="7696440" y="2985480"/>
              <a:ext cx="111960" cy="111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7" name="object 14" descr=""/>
            <p:cNvPicPr/>
            <p:nvPr/>
          </p:nvPicPr>
          <p:blipFill>
            <a:blip r:embed="rId5"/>
            <a:stretch/>
          </p:blipFill>
          <p:spPr>
            <a:xfrm>
              <a:off x="7578360" y="3119400"/>
              <a:ext cx="158400" cy="1584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8" name="object 15"/>
            <p:cNvSpPr/>
            <p:nvPr/>
          </p:nvSpPr>
          <p:spPr>
            <a:xfrm>
              <a:off x="5896440" y="3356280"/>
              <a:ext cx="2936520" cy="712800"/>
            </a:xfrm>
            <a:custGeom>
              <a:avLst/>
              <a:gdLst>
                <a:gd name="textAreaLeft" fmla="*/ 0 w 2936520"/>
                <a:gd name="textAreaRight" fmla="*/ 2936880 w 2936520"/>
                <a:gd name="textAreaTop" fmla="*/ 0 h 712800"/>
                <a:gd name="textAreaBottom" fmla="*/ 713160 h 712800"/>
              </a:gdLst>
              <a:ahLst/>
              <a:rect l="textAreaLeft" t="textAreaTop" r="textAreaRight" b="textAreaBottom"/>
              <a:pathLst>
                <a:path w="2936875" h="713104">
                  <a:moveTo>
                    <a:pt x="187705" y="462534"/>
                  </a:moveTo>
                  <a:lnTo>
                    <a:pt x="138695" y="462541"/>
                  </a:lnTo>
                  <a:lnTo>
                    <a:pt x="90519" y="459930"/>
                  </a:lnTo>
                  <a:lnTo>
                    <a:pt x="44009" y="454747"/>
                  </a:lnTo>
                  <a:lnTo>
                    <a:pt x="0" y="447040"/>
                  </a:lnTo>
                </a:path>
                <a:path w="2936875" h="713104">
                  <a:moveTo>
                    <a:pt x="353187" y="631698"/>
                  </a:moveTo>
                  <a:lnTo>
                    <a:pt x="333242" y="634297"/>
                  </a:lnTo>
                  <a:lnTo>
                    <a:pt x="312880" y="636397"/>
                  </a:lnTo>
                  <a:lnTo>
                    <a:pt x="292161" y="638020"/>
                  </a:lnTo>
                  <a:lnTo>
                    <a:pt x="271144" y="639191"/>
                  </a:lnTo>
                </a:path>
                <a:path w="2936875" h="713104">
                  <a:moveTo>
                    <a:pt x="1060704" y="713105"/>
                  </a:moveTo>
                  <a:lnTo>
                    <a:pt x="1046466" y="704986"/>
                  </a:lnTo>
                  <a:lnTo>
                    <a:pt x="1033478" y="696642"/>
                  </a:lnTo>
                  <a:lnTo>
                    <a:pt x="1021752" y="688084"/>
                  </a:lnTo>
                  <a:lnTo>
                    <a:pt x="1011300" y="679323"/>
                  </a:lnTo>
                </a:path>
                <a:path w="2936875" h="713104">
                  <a:moveTo>
                    <a:pt x="1975612" y="628904"/>
                  </a:moveTo>
                  <a:lnTo>
                    <a:pt x="1972730" y="638305"/>
                  </a:lnTo>
                  <a:lnTo>
                    <a:pt x="1968468" y="647636"/>
                  </a:lnTo>
                  <a:lnTo>
                    <a:pt x="1962824" y="656871"/>
                  </a:lnTo>
                  <a:lnTo>
                    <a:pt x="1955799" y="665988"/>
                  </a:lnTo>
                </a:path>
                <a:path w="2936875" h="713104">
                  <a:moveTo>
                    <a:pt x="2368422" y="400050"/>
                  </a:moveTo>
                  <a:lnTo>
                    <a:pt x="2437906" y="415119"/>
                  </a:lnTo>
                  <a:lnTo>
                    <a:pt x="2497144" y="434245"/>
                  </a:lnTo>
                  <a:lnTo>
                    <a:pt x="2545016" y="456787"/>
                  </a:lnTo>
                  <a:lnTo>
                    <a:pt x="2580400" y="482101"/>
                  </a:lnTo>
                  <a:lnTo>
                    <a:pt x="2602173" y="509546"/>
                  </a:lnTo>
                  <a:lnTo>
                    <a:pt x="2609215" y="538480"/>
                  </a:lnTo>
                </a:path>
                <a:path w="2936875" h="713104">
                  <a:moveTo>
                    <a:pt x="2936493" y="252475"/>
                  </a:moveTo>
                  <a:lnTo>
                    <a:pt x="2916156" y="267075"/>
                  </a:lnTo>
                  <a:lnTo>
                    <a:pt x="2891329" y="280685"/>
                  </a:lnTo>
                  <a:lnTo>
                    <a:pt x="2862288" y="293177"/>
                  </a:lnTo>
                  <a:lnTo>
                    <a:pt x="2829306" y="304419"/>
                  </a:lnTo>
                </a:path>
                <a:path w="2936875" h="713104">
                  <a:moveTo>
                    <a:pt x="2679191" y="59944"/>
                  </a:moveTo>
                  <a:lnTo>
                    <a:pt x="2683256" y="67945"/>
                  </a:lnTo>
                  <a:lnTo>
                    <a:pt x="2685161" y="76200"/>
                  </a:lnTo>
                  <a:lnTo>
                    <a:pt x="2684780" y="84455"/>
                  </a:lnTo>
                </a:path>
                <a:path w="2936875" h="713104">
                  <a:moveTo>
                    <a:pt x="1994154" y="31242"/>
                  </a:moveTo>
                  <a:lnTo>
                    <a:pt x="2005478" y="22913"/>
                  </a:lnTo>
                  <a:lnTo>
                    <a:pt x="2018458" y="14906"/>
                  </a:lnTo>
                  <a:lnTo>
                    <a:pt x="2033033" y="7256"/>
                  </a:lnTo>
                  <a:lnTo>
                    <a:pt x="2049144" y="0"/>
                  </a:lnTo>
                </a:path>
                <a:path w="2936875" h="713104">
                  <a:moveTo>
                    <a:pt x="1480312" y="46227"/>
                  </a:moveTo>
                  <a:lnTo>
                    <a:pt x="1485191" y="39250"/>
                  </a:lnTo>
                  <a:lnTo>
                    <a:pt x="1491249" y="32416"/>
                  </a:lnTo>
                  <a:lnTo>
                    <a:pt x="1498474" y="25725"/>
                  </a:lnTo>
                  <a:lnTo>
                    <a:pt x="1506855" y="19176"/>
                  </a:lnTo>
                </a:path>
                <a:path w="2936875" h="713104">
                  <a:moveTo>
                    <a:pt x="877188" y="55372"/>
                  </a:moveTo>
                  <a:lnTo>
                    <a:pt x="902892" y="61102"/>
                  </a:lnTo>
                  <a:lnTo>
                    <a:pt x="927560" y="67405"/>
                  </a:lnTo>
                  <a:lnTo>
                    <a:pt x="951108" y="74231"/>
                  </a:lnTo>
                  <a:lnTo>
                    <a:pt x="973455" y="81534"/>
                  </a:lnTo>
                </a:path>
                <a:path w="2936875" h="713104">
                  <a:moveTo>
                    <a:pt x="145795" y="260985"/>
                  </a:moveTo>
                  <a:lnTo>
                    <a:pt x="140388" y="254196"/>
                  </a:lnTo>
                  <a:lnTo>
                    <a:pt x="135778" y="247348"/>
                  </a:lnTo>
                  <a:lnTo>
                    <a:pt x="131954" y="240428"/>
                  </a:lnTo>
                  <a:lnTo>
                    <a:pt x="128904" y="233425"/>
                  </a:lnTo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99" name="object 16"/>
          <p:cNvSpPr/>
          <p:nvPr/>
        </p:nvSpPr>
        <p:spPr>
          <a:xfrm>
            <a:off x="6288480" y="3444120"/>
            <a:ext cx="1867320" cy="7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222840" indent="-210960" defTabSz="914400">
              <a:lnSpc>
                <a:spcPct val="100000"/>
              </a:lnSpc>
              <a:spcBef>
                <a:spcPts val="96"/>
              </a:spcBef>
              <a:tabLst>
                <a:tab algn="l" pos="0"/>
              </a:tabLst>
            </a:pPr>
            <a:r>
              <a:rPr b="1" lang="en-US" sz="1600" spc="-269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600" spc="-170" strike="noStrike" u="none">
                <a:solidFill>
                  <a:srgbClr val="ffffff"/>
                </a:solidFill>
                <a:uFillTx/>
                <a:latin typeface="Arial"/>
              </a:rPr>
              <a:t>es</a:t>
            </a:r>
            <a:r>
              <a:rPr b="1" lang="en-US" sz="1600" spc="-136" strike="noStrike" u="none">
                <a:solidFill>
                  <a:srgbClr val="ffffff"/>
                </a:solidFill>
                <a:uFillTx/>
                <a:latin typeface="Arial"/>
              </a:rPr>
              <a:t>p</a:t>
            </a:r>
            <a:r>
              <a:rPr b="1" lang="en-US" sz="1600" spc="-130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600" spc="-181" strike="noStrike" u="none">
                <a:solidFill>
                  <a:srgbClr val="ffffff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rgbClr val="ffffff"/>
                </a:solidFill>
                <a:uFillTx/>
                <a:latin typeface="Arial"/>
              </a:rPr>
              <a:t>s</a:t>
            </a:r>
            <a:r>
              <a:rPr b="1" lang="en-US" sz="1600" spc="-130" strike="noStrike" u="none">
                <a:solidFill>
                  <a:srgbClr val="ffffff"/>
                </a:solidFill>
                <a:uFillTx/>
                <a:latin typeface="Arial"/>
              </a:rPr>
              <a:t>e</a:t>
            </a:r>
            <a:r>
              <a:rPr b="1" lang="en-US" sz="1600" spc="-2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85" strike="noStrike" u="none">
                <a:solidFill>
                  <a:srgbClr val="ffffff"/>
                </a:solidFill>
                <a:uFillTx/>
                <a:latin typeface="Arial"/>
              </a:rPr>
              <a:t>of</a:t>
            </a:r>
            <a:r>
              <a:rPr b="1" lang="en-US" sz="1600" spc="96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145" strike="noStrike" u="none">
                <a:solidFill>
                  <a:srgbClr val="ffffff"/>
                </a:solidFill>
                <a:uFillTx/>
                <a:latin typeface="Arial"/>
              </a:rPr>
              <a:t>so</a:t>
            </a:r>
            <a:r>
              <a:rPr b="1" lang="en-US" sz="1600" spc="-79" strike="noStrike" u="none">
                <a:solidFill>
                  <a:srgbClr val="ffffff"/>
                </a:solidFill>
                <a:uFillTx/>
                <a:latin typeface="Arial"/>
              </a:rPr>
              <a:t>f</a:t>
            </a:r>
            <a:r>
              <a:rPr b="1" lang="en-US" sz="1600" spc="-119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600" spc="-20" strike="noStrike" u="none">
                <a:solidFill>
                  <a:srgbClr val="ffffff"/>
                </a:solidFill>
                <a:uFillTx/>
                <a:latin typeface="Arial"/>
              </a:rPr>
              <a:t>w</a:t>
            </a:r>
            <a:r>
              <a:rPr b="1" lang="en-US" sz="1600" spc="-26" strike="noStrike" u="none">
                <a:solidFill>
                  <a:srgbClr val="ffffff"/>
                </a:solidFill>
                <a:uFillTx/>
                <a:latin typeface="Arial"/>
              </a:rPr>
              <a:t>a</a:t>
            </a:r>
            <a:r>
              <a:rPr b="1" lang="en-US" sz="1600" spc="-91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600" spc="-85" strike="noStrike" u="none">
                <a:solidFill>
                  <a:srgbClr val="ffffff"/>
                </a:solidFill>
                <a:uFillTx/>
                <a:latin typeface="Arial"/>
              </a:rPr>
              <a:t>e  </a:t>
            </a:r>
            <a:r>
              <a:rPr b="1" lang="en-US" sz="1600" spc="-20" strike="noStrike" u="none">
                <a:solidFill>
                  <a:srgbClr val="ffffff"/>
                </a:solidFill>
                <a:uFillTx/>
                <a:latin typeface="Arial"/>
              </a:rPr>
              <a:t>a</a:t>
            </a:r>
            <a:r>
              <a:rPr b="1" lang="en-US" sz="1600" spc="-96" strike="noStrike" u="none">
                <a:solidFill>
                  <a:srgbClr val="ffffff"/>
                </a:solidFill>
                <a:uFillTx/>
                <a:latin typeface="Arial"/>
              </a:rPr>
              <a:t>g</a:t>
            </a:r>
            <a:r>
              <a:rPr b="1" lang="en-US" sz="1600" spc="-99" strike="noStrike" u="none">
                <a:solidFill>
                  <a:srgbClr val="ffffff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rgbClr val="ffffff"/>
                </a:solidFill>
                <a:uFillTx/>
                <a:latin typeface="Arial"/>
              </a:rPr>
              <a:t>i</a:t>
            </a:r>
            <a:r>
              <a:rPr b="1" lang="en-US" sz="1600" spc="-181" strike="noStrike" u="none">
                <a:solidFill>
                  <a:srgbClr val="ffffff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rgbClr val="ffffff"/>
                </a:solidFill>
                <a:uFillTx/>
                <a:latin typeface="Arial"/>
              </a:rPr>
              <a:t>s</a:t>
            </a:r>
            <a:r>
              <a:rPr b="1" lang="en-US" sz="1600" spc="-119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600" spc="-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119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600" spc="-130" strike="noStrike" u="none">
                <a:solidFill>
                  <a:srgbClr val="ffffff"/>
                </a:solidFill>
                <a:uFillTx/>
                <a:latin typeface="Arial"/>
              </a:rPr>
              <a:t>he</a:t>
            </a:r>
            <a:r>
              <a:rPr b="1" lang="en-US" sz="1600" spc="-14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85" strike="noStrike" u="none">
                <a:solidFill>
                  <a:srgbClr val="ffffff"/>
                </a:solidFill>
                <a:uFillTx/>
                <a:latin typeface="Arial"/>
              </a:rPr>
              <a:t>in</a:t>
            </a:r>
            <a:r>
              <a:rPr b="1" lang="en-US" sz="1600" spc="-136" strike="noStrike" u="none">
                <a:solidFill>
                  <a:srgbClr val="ffffff"/>
                </a:solidFill>
                <a:uFillTx/>
                <a:latin typeface="Arial"/>
              </a:rPr>
              <a:t>p</a:t>
            </a:r>
            <a:r>
              <a:rPr b="1" lang="en-US" sz="1600" spc="-130" strike="noStrike" u="none">
                <a:solidFill>
                  <a:srgbClr val="ffffff"/>
                </a:solidFill>
                <a:uFillTx/>
                <a:latin typeface="Arial"/>
              </a:rPr>
              <a:t>u</a:t>
            </a:r>
            <a:r>
              <a:rPr b="1" lang="en-US" sz="1600" spc="-119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ftr" idx="17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3522600" cy="80064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equirem</a:t>
            </a:r>
            <a:r>
              <a:rPr b="0" lang="en-US" sz="4400" spc="-264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275" strike="noStrike" u="none">
                <a:solidFill>
                  <a:srgbClr val="1f2022"/>
                </a:solidFill>
                <a:uFillTx/>
                <a:latin typeface="Microsoft Sans Serif"/>
              </a:rPr>
              <a:t>nt</a:t>
            </a:r>
            <a:r>
              <a:rPr b="0" lang="en-US" sz="4400" spc="-11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2" name="object 3"/>
          <p:cNvSpPr/>
          <p:nvPr/>
        </p:nvSpPr>
        <p:spPr>
          <a:xfrm>
            <a:off x="536040" y="2406600"/>
            <a:ext cx="81460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32640" indent="-320040" algn="just" defTabSz="914400">
              <a:lnSpc>
                <a:spcPct val="100000"/>
              </a:lnSpc>
              <a:spcBef>
                <a:spcPts val="105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</a:tabLst>
            </a:pP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condition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r>
              <a:rPr b="0" lang="en-US" sz="2000" spc="-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40" strike="noStrike" u="none">
                <a:solidFill>
                  <a:schemeClr val="dk1"/>
                </a:solidFill>
                <a:uFillTx/>
                <a:latin typeface="Microsoft Sans Serif"/>
              </a:rPr>
              <a:t>capability</a:t>
            </a:r>
            <a:r>
              <a:rPr b="0" lang="en-US" sz="2000" spc="-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221" strike="noStrike" u="none">
                <a:solidFill>
                  <a:schemeClr val="dk1"/>
                </a:solidFill>
                <a:uFillTx/>
                <a:latin typeface="Microsoft Sans Serif"/>
              </a:rPr>
              <a:t>must</a:t>
            </a:r>
            <a:r>
              <a:rPr b="0" lang="en-US" sz="2000" spc="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be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met</a:t>
            </a:r>
            <a:r>
              <a:rPr b="0" lang="en-US" sz="2000" spc="-15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r>
              <a:rPr b="0" lang="en-US" sz="2000" spc="408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96" strike="noStrike" u="none">
                <a:solidFill>
                  <a:schemeClr val="dk1"/>
                </a:solidFill>
                <a:uFillTx/>
                <a:latin typeface="Microsoft Sans Serif"/>
              </a:rPr>
              <a:t>possessed</a:t>
            </a:r>
            <a:r>
              <a:rPr b="0" lang="en-US" sz="2000" spc="13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by</a:t>
            </a:r>
            <a:r>
              <a:rPr b="0" lang="en-US" sz="2000" spc="408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 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system...to </a:t>
            </a:r>
            <a:r>
              <a:rPr b="0" lang="en-US" sz="2000" spc="-15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satisfy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contract,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standard,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specification,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r>
              <a:rPr b="0" lang="en-US" sz="2000" spc="-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other</a:t>
            </a:r>
            <a:r>
              <a:rPr b="0" lang="en-US" sz="2000" spc="3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51" strike="noStrike" u="none">
                <a:solidFill>
                  <a:schemeClr val="dk1"/>
                </a:solidFill>
                <a:uFillTx/>
                <a:latin typeface="Microsoft Sans Serif"/>
              </a:rPr>
              <a:t>formally</a:t>
            </a:r>
            <a:r>
              <a:rPr b="0" lang="en-US" sz="2000" spc="4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6" strike="noStrike" u="none">
                <a:solidFill>
                  <a:schemeClr val="dk1"/>
                </a:solidFill>
                <a:uFillTx/>
                <a:latin typeface="Microsoft Sans Serif"/>
              </a:rPr>
              <a:t>imposed 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9" strike="noStrike" u="none">
                <a:solidFill>
                  <a:schemeClr val="dk1"/>
                </a:solidFill>
                <a:uFillTx/>
                <a:latin typeface="Microsoft Sans Serif"/>
              </a:rPr>
              <a:t>document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8360" defTabSz="914400">
              <a:lnSpc>
                <a:spcPct val="100000"/>
              </a:lnSpc>
              <a:spcBef>
                <a:spcPts val="609"/>
              </a:spcBef>
              <a:tabLst>
                <a:tab algn="l" pos="652680"/>
              </a:tabLst>
            </a:pPr>
            <a:r>
              <a:rPr b="0" lang="en-US" sz="1250" spc="-130" strike="noStrike" u="none">
                <a:solidFill>
                  <a:srgbClr val="7d96ac"/>
                </a:solidFill>
                <a:uFillTx/>
                <a:latin typeface="Microsoft Sans Serif"/>
              </a:rPr>
              <a:t>🞑</a:t>
            </a:r>
            <a:r>
              <a:rPr b="0" lang="en-US" sz="1250" spc="-130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800" spc="-37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800" spc="-414" strike="noStrike" u="none">
                <a:solidFill>
                  <a:schemeClr val="dk1"/>
                </a:solidFill>
                <a:uFillTx/>
                <a:latin typeface="Microsoft Sans Serif"/>
              </a:rPr>
              <a:t>EE</a:t>
            </a:r>
            <a:r>
              <a:rPr b="0" lang="en-US" sz="18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Std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729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object 4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10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4" name="object 5" descr=""/>
          <p:cNvPicPr/>
          <p:nvPr/>
        </p:nvPicPr>
        <p:blipFill>
          <a:blip r:embed="rId1"/>
          <a:stretch/>
        </p:blipFill>
        <p:spPr>
          <a:xfrm>
            <a:off x="2514600" y="3657600"/>
            <a:ext cx="4800240" cy="3123720"/>
          </a:xfrm>
          <a:prstGeom prst="rect">
            <a:avLst/>
          </a:prstGeom>
          <a:ln w="0">
            <a:noFill/>
          </a:ln>
        </p:spPr>
      </p:pic>
      <p:grpSp>
        <p:nvGrpSpPr>
          <p:cNvPr id="105" name="object 6"/>
          <p:cNvGrpSpPr/>
          <p:nvPr/>
        </p:nvGrpSpPr>
        <p:grpSpPr>
          <a:xfrm>
            <a:off x="1415520" y="2433240"/>
            <a:ext cx="33840" cy="33840"/>
            <a:chOff x="1415520" y="2433240"/>
            <a:chExt cx="33840" cy="33840"/>
          </a:xfrm>
        </p:grpSpPr>
        <p:sp>
          <p:nvSpPr>
            <p:cNvPr id="106" name="object 7"/>
            <p:cNvSpPr/>
            <p:nvPr/>
          </p:nvSpPr>
          <p:spPr>
            <a:xfrm>
              <a:off x="1415520" y="2433240"/>
              <a:ext cx="33840" cy="3384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3840"/>
                <a:gd name="textAreaBottom" fmla="*/ 34200 h 33840"/>
              </a:gdLst>
              <a:ahLst/>
              <a:rect l="textAreaLeft" t="textAreaTop" r="textAreaRight" b="textAreaBottom"/>
              <a:pathLst>
                <a:path w="34290" h="34289">
                  <a:moveTo>
                    <a:pt x="26415" y="0"/>
                  </a:moveTo>
                  <a:lnTo>
                    <a:pt x="7619" y="0"/>
                  </a:lnTo>
                  <a:lnTo>
                    <a:pt x="0" y="7620"/>
                  </a:lnTo>
                  <a:lnTo>
                    <a:pt x="0" y="26416"/>
                  </a:lnTo>
                  <a:lnTo>
                    <a:pt x="7619" y="34036"/>
                  </a:lnTo>
                  <a:lnTo>
                    <a:pt x="26415" y="34036"/>
                  </a:lnTo>
                  <a:lnTo>
                    <a:pt x="34036" y="26416"/>
                  </a:lnTo>
                  <a:lnTo>
                    <a:pt x="34036" y="17018"/>
                  </a:lnTo>
                  <a:lnTo>
                    <a:pt x="34036" y="7620"/>
                  </a:lnTo>
                  <a:lnTo>
                    <a:pt x="26415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07" name="object 8"/>
            <p:cNvSpPr/>
            <p:nvPr/>
          </p:nvSpPr>
          <p:spPr>
            <a:xfrm>
              <a:off x="1415520" y="2433240"/>
              <a:ext cx="33840" cy="3384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3840"/>
                <a:gd name="textAreaBottom" fmla="*/ 34200 h 33840"/>
              </a:gdLst>
              <a:ahLst/>
              <a:rect l="textAreaLeft" t="textAreaTop" r="textAreaRight" b="textAreaBottom"/>
              <a:pathLst>
                <a:path w="34290" h="34289">
                  <a:moveTo>
                    <a:pt x="34036" y="17018"/>
                  </a:moveTo>
                  <a:lnTo>
                    <a:pt x="34036" y="26416"/>
                  </a:lnTo>
                  <a:lnTo>
                    <a:pt x="26415" y="34036"/>
                  </a:lnTo>
                  <a:lnTo>
                    <a:pt x="17018" y="34036"/>
                  </a:lnTo>
                  <a:lnTo>
                    <a:pt x="7619" y="34036"/>
                  </a:lnTo>
                  <a:lnTo>
                    <a:pt x="0" y="26416"/>
                  </a:lnTo>
                  <a:lnTo>
                    <a:pt x="0" y="17018"/>
                  </a:lnTo>
                  <a:lnTo>
                    <a:pt x="0" y="7620"/>
                  </a:lnTo>
                  <a:lnTo>
                    <a:pt x="7619" y="0"/>
                  </a:lnTo>
                  <a:lnTo>
                    <a:pt x="17018" y="0"/>
                  </a:lnTo>
                  <a:lnTo>
                    <a:pt x="26415" y="0"/>
                  </a:lnTo>
                  <a:lnTo>
                    <a:pt x="34036" y="7620"/>
                  </a:lnTo>
                  <a:lnTo>
                    <a:pt x="34036" y="17018"/>
                  </a:lnTo>
                  <a:close/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08" name="object 9"/>
          <p:cNvGrpSpPr/>
          <p:nvPr/>
        </p:nvGrpSpPr>
        <p:grpSpPr>
          <a:xfrm>
            <a:off x="1553760" y="1599480"/>
            <a:ext cx="1650600" cy="801360"/>
            <a:chOff x="1553760" y="1599480"/>
            <a:chExt cx="1650600" cy="801360"/>
          </a:xfrm>
        </p:grpSpPr>
        <p:sp>
          <p:nvSpPr>
            <p:cNvPr id="109" name="object 10"/>
            <p:cNvSpPr/>
            <p:nvPr/>
          </p:nvSpPr>
          <p:spPr>
            <a:xfrm>
              <a:off x="1608480" y="1599480"/>
              <a:ext cx="1595880" cy="612360"/>
            </a:xfrm>
            <a:custGeom>
              <a:avLst/>
              <a:gdLst>
                <a:gd name="textAreaLeft" fmla="*/ 0 w 1595880"/>
                <a:gd name="textAreaRight" fmla="*/ 1596240 w 1595880"/>
                <a:gd name="textAreaTop" fmla="*/ 0 h 612360"/>
                <a:gd name="textAreaBottom" fmla="*/ 612720 h 612360"/>
              </a:gdLst>
              <a:ahLst/>
              <a:rect l="textAreaLeft" t="textAreaTop" r="textAreaRight" b="textAreaBottom"/>
              <a:pathLst>
                <a:path w="1596389" h="612775">
                  <a:moveTo>
                    <a:pt x="1252603" y="0"/>
                  </a:moveTo>
                  <a:lnTo>
                    <a:pt x="1197819" y="2373"/>
                  </a:lnTo>
                  <a:lnTo>
                    <a:pt x="1146515" y="13384"/>
                  </a:lnTo>
                  <a:lnTo>
                    <a:pt x="1102879" y="32845"/>
                  </a:lnTo>
                  <a:lnTo>
                    <a:pt x="1090854" y="25518"/>
                  </a:lnTo>
                  <a:lnTo>
                    <a:pt x="1077352" y="19002"/>
                  </a:lnTo>
                  <a:lnTo>
                    <a:pt x="1062517" y="13342"/>
                  </a:lnTo>
                  <a:lnTo>
                    <a:pt x="1046491" y="8588"/>
                  </a:lnTo>
                  <a:lnTo>
                    <a:pt x="997187" y="514"/>
                  </a:lnTo>
                  <a:lnTo>
                    <a:pt x="947346" y="870"/>
                  </a:lnTo>
                  <a:lnTo>
                    <a:pt x="900517" y="9036"/>
                  </a:lnTo>
                  <a:lnTo>
                    <a:pt x="860246" y="24389"/>
                  </a:lnTo>
                  <a:lnTo>
                    <a:pt x="830083" y="46307"/>
                  </a:lnTo>
                  <a:lnTo>
                    <a:pt x="819564" y="41282"/>
                  </a:lnTo>
                  <a:lnTo>
                    <a:pt x="734736" y="19189"/>
                  </a:lnTo>
                  <a:lnTo>
                    <a:pt x="683808" y="16815"/>
                  </a:lnTo>
                  <a:lnTo>
                    <a:pt x="634107" y="21256"/>
                  </a:lnTo>
                  <a:lnTo>
                    <a:pt x="588163" y="32111"/>
                  </a:lnTo>
                  <a:lnTo>
                    <a:pt x="548505" y="48977"/>
                  </a:lnTo>
                  <a:lnTo>
                    <a:pt x="517663" y="71453"/>
                  </a:lnTo>
                  <a:lnTo>
                    <a:pt x="480181" y="62083"/>
                  </a:lnTo>
                  <a:lnTo>
                    <a:pt x="440495" y="56117"/>
                  </a:lnTo>
                  <a:lnTo>
                    <a:pt x="399452" y="53629"/>
                  </a:lnTo>
                  <a:lnTo>
                    <a:pt x="357897" y="54689"/>
                  </a:lnTo>
                  <a:lnTo>
                    <a:pt x="293328" y="64003"/>
                  </a:lnTo>
                  <a:lnTo>
                    <a:pt x="237628" y="81236"/>
                  </a:lnTo>
                  <a:lnTo>
                    <a:pt x="192829" y="104997"/>
                  </a:lnTo>
                  <a:lnTo>
                    <a:pt x="160963" y="133890"/>
                  </a:lnTo>
                  <a:lnTo>
                    <a:pt x="144061" y="166522"/>
                  </a:lnTo>
                  <a:lnTo>
                    <a:pt x="144156" y="201501"/>
                  </a:lnTo>
                  <a:lnTo>
                    <a:pt x="142759" y="203406"/>
                  </a:lnTo>
                  <a:lnTo>
                    <a:pt x="72306" y="216328"/>
                  </a:lnTo>
                  <a:lnTo>
                    <a:pt x="20712" y="244681"/>
                  </a:lnTo>
                  <a:lnTo>
                    <a:pt x="0" y="276326"/>
                  </a:lnTo>
                  <a:lnTo>
                    <a:pt x="3885" y="308578"/>
                  </a:lnTo>
                  <a:lnTo>
                    <a:pt x="30535" y="337710"/>
                  </a:lnTo>
                  <a:lnTo>
                    <a:pt x="78116" y="359997"/>
                  </a:lnTo>
                  <a:lnTo>
                    <a:pt x="57040" y="374637"/>
                  </a:lnTo>
                  <a:lnTo>
                    <a:pt x="42668" y="391112"/>
                  </a:lnTo>
                  <a:lnTo>
                    <a:pt x="35415" y="408824"/>
                  </a:lnTo>
                  <a:lnTo>
                    <a:pt x="35698" y="427180"/>
                  </a:lnTo>
                  <a:lnTo>
                    <a:pt x="55602" y="458815"/>
                  </a:lnTo>
                  <a:lnTo>
                    <a:pt x="95865" y="483187"/>
                  </a:lnTo>
                  <a:lnTo>
                    <a:pt x="150748" y="497939"/>
                  </a:lnTo>
                  <a:lnTo>
                    <a:pt x="214514" y="500713"/>
                  </a:lnTo>
                  <a:lnTo>
                    <a:pt x="217562" y="503380"/>
                  </a:lnTo>
                  <a:lnTo>
                    <a:pt x="252186" y="527628"/>
                  </a:lnTo>
                  <a:lnTo>
                    <a:pt x="294048" y="547183"/>
                  </a:lnTo>
                  <a:lnTo>
                    <a:pt x="341578" y="561838"/>
                  </a:lnTo>
                  <a:lnTo>
                    <a:pt x="393203" y="571388"/>
                  </a:lnTo>
                  <a:lnTo>
                    <a:pt x="447353" y="575628"/>
                  </a:lnTo>
                  <a:lnTo>
                    <a:pt x="502455" y="574353"/>
                  </a:lnTo>
                  <a:lnTo>
                    <a:pt x="556938" y="567356"/>
                  </a:lnTo>
                  <a:lnTo>
                    <a:pt x="609230" y="554434"/>
                  </a:lnTo>
                  <a:lnTo>
                    <a:pt x="636131" y="572059"/>
                  </a:lnTo>
                  <a:lnTo>
                    <a:pt x="668127" y="586850"/>
                  </a:lnTo>
                  <a:lnTo>
                    <a:pt x="704457" y="598546"/>
                  </a:lnTo>
                  <a:lnTo>
                    <a:pt x="744358" y="606885"/>
                  </a:lnTo>
                  <a:lnTo>
                    <a:pt x="801050" y="612282"/>
                  </a:lnTo>
                  <a:lnTo>
                    <a:pt x="856777" y="610862"/>
                  </a:lnTo>
                  <a:lnTo>
                    <a:pt x="909674" y="603146"/>
                  </a:lnTo>
                  <a:lnTo>
                    <a:pt x="957874" y="589656"/>
                  </a:lnTo>
                  <a:lnTo>
                    <a:pt x="999512" y="570914"/>
                  </a:lnTo>
                  <a:lnTo>
                    <a:pt x="1032721" y="547442"/>
                  </a:lnTo>
                  <a:lnTo>
                    <a:pt x="1055635" y="519763"/>
                  </a:lnTo>
                  <a:lnTo>
                    <a:pt x="1081595" y="526992"/>
                  </a:lnTo>
                  <a:lnTo>
                    <a:pt x="1109102" y="532256"/>
                  </a:lnTo>
                  <a:lnTo>
                    <a:pt x="1137753" y="535497"/>
                  </a:lnTo>
                  <a:lnTo>
                    <a:pt x="1167141" y="536654"/>
                  </a:lnTo>
                  <a:lnTo>
                    <a:pt x="1224055" y="532914"/>
                  </a:lnTo>
                  <a:lnTo>
                    <a:pt x="1275317" y="521889"/>
                  </a:lnTo>
                  <a:lnTo>
                    <a:pt x="1318875" y="504634"/>
                  </a:lnTo>
                  <a:lnTo>
                    <a:pt x="1352674" y="482204"/>
                  </a:lnTo>
                  <a:lnTo>
                    <a:pt x="1382787" y="426037"/>
                  </a:lnTo>
                  <a:lnTo>
                    <a:pt x="1414228" y="422598"/>
                  </a:lnTo>
                  <a:lnTo>
                    <a:pt x="1473156" y="409624"/>
                  </a:lnTo>
                  <a:lnTo>
                    <a:pt x="1547199" y="375391"/>
                  </a:lnTo>
                  <a:lnTo>
                    <a:pt x="1579252" y="345909"/>
                  </a:lnTo>
                  <a:lnTo>
                    <a:pt x="1595771" y="280104"/>
                  </a:lnTo>
                  <a:lnTo>
                    <a:pt x="1579342" y="247288"/>
                  </a:lnTo>
                  <a:lnTo>
                    <a:pt x="1545855" y="216868"/>
                  </a:lnTo>
                  <a:lnTo>
                    <a:pt x="1549538" y="212550"/>
                  </a:lnTo>
                  <a:lnTo>
                    <a:pt x="1552586" y="207978"/>
                  </a:lnTo>
                  <a:lnTo>
                    <a:pt x="1554999" y="203406"/>
                  </a:lnTo>
                  <a:lnTo>
                    <a:pt x="1561658" y="170547"/>
                  </a:lnTo>
                  <a:lnTo>
                    <a:pt x="1548865" y="139359"/>
                  </a:lnTo>
                  <a:lnTo>
                    <a:pt x="1518899" y="111938"/>
                  </a:lnTo>
                  <a:lnTo>
                    <a:pt x="1474040" y="90382"/>
                  </a:lnTo>
                  <a:lnTo>
                    <a:pt x="1416569" y="76787"/>
                  </a:lnTo>
                  <a:lnTo>
                    <a:pt x="1408406" y="61142"/>
                  </a:lnTo>
                  <a:lnTo>
                    <a:pt x="1395360" y="46592"/>
                  </a:lnTo>
                  <a:lnTo>
                    <a:pt x="1377743" y="33424"/>
                  </a:lnTo>
                  <a:lnTo>
                    <a:pt x="1355863" y="21923"/>
                  </a:lnTo>
                  <a:lnTo>
                    <a:pt x="1306681" y="6453"/>
                  </a:lnTo>
                  <a:lnTo>
                    <a:pt x="1252603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10" name="object 11" descr=""/>
            <p:cNvPicPr/>
            <p:nvPr/>
          </p:nvPicPr>
          <p:blipFill>
            <a:blip r:embed="rId2"/>
            <a:stretch/>
          </p:blipFill>
          <p:spPr>
            <a:xfrm>
              <a:off x="1740600" y="2197800"/>
              <a:ext cx="101880" cy="101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11" name="object 12"/>
            <p:cNvSpPr/>
            <p:nvPr/>
          </p:nvSpPr>
          <p:spPr>
            <a:xfrm>
              <a:off x="1608480" y="1599480"/>
              <a:ext cx="1595880" cy="612360"/>
            </a:xfrm>
            <a:custGeom>
              <a:avLst/>
              <a:gdLst>
                <a:gd name="textAreaLeft" fmla="*/ 0 w 1595880"/>
                <a:gd name="textAreaRight" fmla="*/ 1596240 w 1595880"/>
                <a:gd name="textAreaTop" fmla="*/ 0 h 612360"/>
                <a:gd name="textAreaBottom" fmla="*/ 612720 h 612360"/>
              </a:gdLst>
              <a:ahLst/>
              <a:rect l="textAreaLeft" t="textAreaTop" r="textAreaRight" b="textAreaBottom"/>
              <a:pathLst>
                <a:path w="1596389" h="612775">
                  <a:moveTo>
                    <a:pt x="144156" y="201501"/>
                  </a:moveTo>
                  <a:lnTo>
                    <a:pt x="160963" y="133890"/>
                  </a:lnTo>
                  <a:lnTo>
                    <a:pt x="192829" y="104997"/>
                  </a:lnTo>
                  <a:lnTo>
                    <a:pt x="237628" y="81236"/>
                  </a:lnTo>
                  <a:lnTo>
                    <a:pt x="293328" y="64003"/>
                  </a:lnTo>
                  <a:lnTo>
                    <a:pt x="357897" y="54689"/>
                  </a:lnTo>
                  <a:lnTo>
                    <a:pt x="399452" y="53629"/>
                  </a:lnTo>
                  <a:lnTo>
                    <a:pt x="440495" y="56117"/>
                  </a:lnTo>
                  <a:lnTo>
                    <a:pt x="480181" y="62083"/>
                  </a:lnTo>
                  <a:lnTo>
                    <a:pt x="517663" y="71453"/>
                  </a:lnTo>
                  <a:lnTo>
                    <a:pt x="548505" y="48977"/>
                  </a:lnTo>
                  <a:lnTo>
                    <a:pt x="588163" y="32111"/>
                  </a:lnTo>
                  <a:lnTo>
                    <a:pt x="634107" y="21256"/>
                  </a:lnTo>
                  <a:lnTo>
                    <a:pt x="683808" y="16815"/>
                  </a:lnTo>
                  <a:lnTo>
                    <a:pt x="734736" y="19189"/>
                  </a:lnTo>
                  <a:lnTo>
                    <a:pt x="784363" y="28781"/>
                  </a:lnTo>
                  <a:lnTo>
                    <a:pt x="830083" y="46307"/>
                  </a:lnTo>
                  <a:lnTo>
                    <a:pt x="860246" y="24389"/>
                  </a:lnTo>
                  <a:lnTo>
                    <a:pt x="900517" y="9036"/>
                  </a:lnTo>
                  <a:lnTo>
                    <a:pt x="947346" y="870"/>
                  </a:lnTo>
                  <a:lnTo>
                    <a:pt x="997187" y="514"/>
                  </a:lnTo>
                  <a:lnTo>
                    <a:pt x="1046491" y="8588"/>
                  </a:lnTo>
                  <a:lnTo>
                    <a:pt x="1062517" y="13342"/>
                  </a:lnTo>
                  <a:lnTo>
                    <a:pt x="1077352" y="19002"/>
                  </a:lnTo>
                  <a:lnTo>
                    <a:pt x="1090854" y="25518"/>
                  </a:lnTo>
                  <a:lnTo>
                    <a:pt x="1102879" y="32845"/>
                  </a:lnTo>
                  <a:lnTo>
                    <a:pt x="1146515" y="13384"/>
                  </a:lnTo>
                  <a:lnTo>
                    <a:pt x="1197819" y="2373"/>
                  </a:lnTo>
                  <a:lnTo>
                    <a:pt x="1252603" y="0"/>
                  </a:lnTo>
                  <a:lnTo>
                    <a:pt x="1306681" y="6453"/>
                  </a:lnTo>
                  <a:lnTo>
                    <a:pt x="1355863" y="21923"/>
                  </a:lnTo>
                  <a:lnTo>
                    <a:pt x="1395360" y="46592"/>
                  </a:lnTo>
                  <a:lnTo>
                    <a:pt x="1416569" y="76787"/>
                  </a:lnTo>
                  <a:lnTo>
                    <a:pt x="1474040" y="90382"/>
                  </a:lnTo>
                  <a:lnTo>
                    <a:pt x="1518899" y="111938"/>
                  </a:lnTo>
                  <a:lnTo>
                    <a:pt x="1548865" y="139359"/>
                  </a:lnTo>
                  <a:lnTo>
                    <a:pt x="1561658" y="170547"/>
                  </a:lnTo>
                  <a:lnTo>
                    <a:pt x="1554999" y="203406"/>
                  </a:lnTo>
                  <a:lnTo>
                    <a:pt x="1552586" y="207978"/>
                  </a:lnTo>
                  <a:lnTo>
                    <a:pt x="1549538" y="212550"/>
                  </a:lnTo>
                  <a:lnTo>
                    <a:pt x="1545855" y="216868"/>
                  </a:lnTo>
                  <a:lnTo>
                    <a:pt x="1579342" y="247288"/>
                  </a:lnTo>
                  <a:lnTo>
                    <a:pt x="1595771" y="280104"/>
                  </a:lnTo>
                  <a:lnTo>
                    <a:pt x="1595592" y="313562"/>
                  </a:lnTo>
                  <a:lnTo>
                    <a:pt x="1579252" y="345909"/>
                  </a:lnTo>
                  <a:lnTo>
                    <a:pt x="1547199" y="375391"/>
                  </a:lnTo>
                  <a:lnTo>
                    <a:pt x="1499881" y="400256"/>
                  </a:lnTo>
                  <a:lnTo>
                    <a:pt x="1444478" y="417099"/>
                  </a:lnTo>
                  <a:lnTo>
                    <a:pt x="1382787" y="426037"/>
                  </a:lnTo>
                  <a:lnTo>
                    <a:pt x="1374663" y="455653"/>
                  </a:lnTo>
                  <a:lnTo>
                    <a:pt x="1318875" y="504634"/>
                  </a:lnTo>
                  <a:lnTo>
                    <a:pt x="1275317" y="521889"/>
                  </a:lnTo>
                  <a:lnTo>
                    <a:pt x="1224055" y="532914"/>
                  </a:lnTo>
                  <a:lnTo>
                    <a:pt x="1167141" y="536654"/>
                  </a:lnTo>
                  <a:lnTo>
                    <a:pt x="1137753" y="535497"/>
                  </a:lnTo>
                  <a:lnTo>
                    <a:pt x="1109102" y="532256"/>
                  </a:lnTo>
                  <a:lnTo>
                    <a:pt x="1081595" y="526992"/>
                  </a:lnTo>
                  <a:lnTo>
                    <a:pt x="1055635" y="519763"/>
                  </a:lnTo>
                  <a:lnTo>
                    <a:pt x="1032721" y="547442"/>
                  </a:lnTo>
                  <a:lnTo>
                    <a:pt x="999512" y="570914"/>
                  </a:lnTo>
                  <a:lnTo>
                    <a:pt x="957874" y="589656"/>
                  </a:lnTo>
                  <a:lnTo>
                    <a:pt x="909674" y="603146"/>
                  </a:lnTo>
                  <a:lnTo>
                    <a:pt x="856777" y="610862"/>
                  </a:lnTo>
                  <a:lnTo>
                    <a:pt x="801050" y="612282"/>
                  </a:lnTo>
                  <a:lnTo>
                    <a:pt x="744358" y="606885"/>
                  </a:lnTo>
                  <a:lnTo>
                    <a:pt x="704457" y="598546"/>
                  </a:lnTo>
                  <a:lnTo>
                    <a:pt x="668127" y="586850"/>
                  </a:lnTo>
                  <a:lnTo>
                    <a:pt x="636131" y="572059"/>
                  </a:lnTo>
                  <a:lnTo>
                    <a:pt x="609230" y="554434"/>
                  </a:lnTo>
                  <a:lnTo>
                    <a:pt x="556938" y="567356"/>
                  </a:lnTo>
                  <a:lnTo>
                    <a:pt x="502455" y="574353"/>
                  </a:lnTo>
                  <a:lnTo>
                    <a:pt x="447353" y="575628"/>
                  </a:lnTo>
                  <a:lnTo>
                    <a:pt x="393203" y="571388"/>
                  </a:lnTo>
                  <a:lnTo>
                    <a:pt x="341578" y="561838"/>
                  </a:lnTo>
                  <a:lnTo>
                    <a:pt x="294048" y="547183"/>
                  </a:lnTo>
                  <a:lnTo>
                    <a:pt x="252186" y="527628"/>
                  </a:lnTo>
                  <a:lnTo>
                    <a:pt x="217562" y="503380"/>
                  </a:lnTo>
                  <a:lnTo>
                    <a:pt x="215530" y="501602"/>
                  </a:lnTo>
                  <a:lnTo>
                    <a:pt x="214514" y="500713"/>
                  </a:lnTo>
                  <a:lnTo>
                    <a:pt x="150748" y="497939"/>
                  </a:lnTo>
                  <a:lnTo>
                    <a:pt x="95865" y="483187"/>
                  </a:lnTo>
                  <a:lnTo>
                    <a:pt x="55602" y="458815"/>
                  </a:lnTo>
                  <a:lnTo>
                    <a:pt x="35415" y="408824"/>
                  </a:lnTo>
                  <a:lnTo>
                    <a:pt x="42668" y="391112"/>
                  </a:lnTo>
                  <a:lnTo>
                    <a:pt x="57040" y="374637"/>
                  </a:lnTo>
                  <a:lnTo>
                    <a:pt x="78116" y="359997"/>
                  </a:lnTo>
                  <a:lnTo>
                    <a:pt x="30535" y="337710"/>
                  </a:lnTo>
                  <a:lnTo>
                    <a:pt x="3885" y="308578"/>
                  </a:lnTo>
                  <a:lnTo>
                    <a:pt x="0" y="276326"/>
                  </a:lnTo>
                  <a:lnTo>
                    <a:pt x="20712" y="244681"/>
                  </a:lnTo>
                  <a:lnTo>
                    <a:pt x="43497" y="228802"/>
                  </a:lnTo>
                  <a:lnTo>
                    <a:pt x="72306" y="216328"/>
                  </a:lnTo>
                  <a:lnTo>
                    <a:pt x="105830" y="207712"/>
                  </a:lnTo>
                  <a:lnTo>
                    <a:pt x="142759" y="203406"/>
                  </a:lnTo>
                  <a:lnTo>
                    <a:pt x="144156" y="201501"/>
                  </a:lnTo>
                  <a:close/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12" name="object 13" descr=""/>
            <p:cNvPicPr/>
            <p:nvPr/>
          </p:nvPicPr>
          <p:blipFill>
            <a:blip r:embed="rId3"/>
            <a:stretch/>
          </p:blipFill>
          <p:spPr>
            <a:xfrm>
              <a:off x="1563120" y="2323800"/>
              <a:ext cx="67680" cy="67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3" name="object 14" descr=""/>
            <p:cNvPicPr/>
            <p:nvPr/>
          </p:nvPicPr>
          <p:blipFill>
            <a:blip r:embed="rId4"/>
            <a:stretch/>
          </p:blipFill>
          <p:spPr>
            <a:xfrm>
              <a:off x="1553760" y="2314080"/>
              <a:ext cx="86760" cy="867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4" name="object 15" descr=""/>
            <p:cNvPicPr/>
            <p:nvPr/>
          </p:nvPicPr>
          <p:blipFill>
            <a:blip r:embed="rId5"/>
            <a:stretch/>
          </p:blipFill>
          <p:spPr>
            <a:xfrm>
              <a:off x="1730880" y="2188080"/>
              <a:ext cx="120960" cy="120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15" name="object 16"/>
            <p:cNvSpPr/>
            <p:nvPr/>
          </p:nvSpPr>
          <p:spPr>
            <a:xfrm>
              <a:off x="1688040" y="1630440"/>
              <a:ext cx="1465200" cy="520920"/>
            </a:xfrm>
            <a:custGeom>
              <a:avLst/>
              <a:gdLst>
                <a:gd name="textAreaLeft" fmla="*/ 0 w 1465200"/>
                <a:gd name="textAreaRight" fmla="*/ 1465560 w 1465200"/>
                <a:gd name="textAreaTop" fmla="*/ 0 h 520920"/>
                <a:gd name="textAreaBottom" fmla="*/ 521280 h 520920"/>
              </a:gdLst>
              <a:ahLst/>
              <a:rect l="textAreaLeft" t="textAreaTop" r="textAreaRight" b="textAreaBottom"/>
              <a:pathLst>
                <a:path w="1465580" h="521335">
                  <a:moveTo>
                    <a:pt x="93726" y="338074"/>
                  </a:moveTo>
                  <a:lnTo>
                    <a:pt x="69240" y="338129"/>
                  </a:lnTo>
                  <a:lnTo>
                    <a:pt x="45196" y="336232"/>
                  </a:lnTo>
                  <a:lnTo>
                    <a:pt x="21984" y="332430"/>
                  </a:lnTo>
                  <a:lnTo>
                    <a:pt x="0" y="326771"/>
                  </a:lnTo>
                </a:path>
                <a:path w="1465580" h="521335">
                  <a:moveTo>
                    <a:pt x="176276" y="461772"/>
                  </a:moveTo>
                  <a:lnTo>
                    <a:pt x="166332" y="463678"/>
                  </a:lnTo>
                  <a:lnTo>
                    <a:pt x="156162" y="465216"/>
                  </a:lnTo>
                  <a:lnTo>
                    <a:pt x="145825" y="466397"/>
                  </a:lnTo>
                  <a:lnTo>
                    <a:pt x="135382" y="467233"/>
                  </a:lnTo>
                </a:path>
                <a:path w="1465580" h="521335">
                  <a:moveTo>
                    <a:pt x="529336" y="521208"/>
                  </a:moveTo>
                  <a:lnTo>
                    <a:pt x="522218" y="515304"/>
                  </a:lnTo>
                  <a:lnTo>
                    <a:pt x="515731" y="509222"/>
                  </a:lnTo>
                  <a:lnTo>
                    <a:pt x="509887" y="502973"/>
                  </a:lnTo>
                  <a:lnTo>
                    <a:pt x="504698" y="496570"/>
                  </a:lnTo>
                </a:path>
                <a:path w="1465580" h="521335">
                  <a:moveTo>
                    <a:pt x="985901" y="459739"/>
                  </a:moveTo>
                  <a:lnTo>
                    <a:pt x="984424" y="466574"/>
                  </a:lnTo>
                  <a:lnTo>
                    <a:pt x="982281" y="473360"/>
                  </a:lnTo>
                  <a:lnTo>
                    <a:pt x="979471" y="480099"/>
                  </a:lnTo>
                  <a:lnTo>
                    <a:pt x="975995" y="486790"/>
                  </a:lnTo>
                </a:path>
                <a:path w="1465580" h="521335">
                  <a:moveTo>
                    <a:pt x="1181862" y="292353"/>
                  </a:moveTo>
                  <a:lnTo>
                    <a:pt x="1232032" y="310044"/>
                  </a:lnTo>
                  <a:lnTo>
                    <a:pt x="1270047" y="333867"/>
                  </a:lnTo>
                  <a:lnTo>
                    <a:pt x="1294036" y="362237"/>
                  </a:lnTo>
                  <a:lnTo>
                    <a:pt x="1302131" y="393573"/>
                  </a:lnTo>
                </a:path>
                <a:path w="1465580" h="521335">
                  <a:moveTo>
                    <a:pt x="1465326" y="184658"/>
                  </a:moveTo>
                  <a:lnTo>
                    <a:pt x="1455203" y="195286"/>
                  </a:lnTo>
                  <a:lnTo>
                    <a:pt x="1442831" y="205200"/>
                  </a:lnTo>
                  <a:lnTo>
                    <a:pt x="1428339" y="214304"/>
                  </a:lnTo>
                  <a:lnTo>
                    <a:pt x="1411859" y="222503"/>
                  </a:lnTo>
                </a:path>
                <a:path w="1465580" h="521335">
                  <a:moveTo>
                    <a:pt x="1336929" y="43814"/>
                  </a:moveTo>
                  <a:lnTo>
                    <a:pt x="1338961" y="49656"/>
                  </a:lnTo>
                  <a:lnTo>
                    <a:pt x="1339977" y="55752"/>
                  </a:lnTo>
                  <a:lnTo>
                    <a:pt x="1339850" y="61722"/>
                  </a:lnTo>
                </a:path>
                <a:path w="1465580" h="521335">
                  <a:moveTo>
                    <a:pt x="995172" y="22860"/>
                  </a:moveTo>
                  <a:lnTo>
                    <a:pt x="1000815" y="16787"/>
                  </a:lnTo>
                  <a:lnTo>
                    <a:pt x="1007268" y="10953"/>
                  </a:lnTo>
                  <a:lnTo>
                    <a:pt x="1014531" y="5357"/>
                  </a:lnTo>
                  <a:lnTo>
                    <a:pt x="1022604" y="0"/>
                  </a:lnTo>
                </a:path>
                <a:path w="1465580" h="521335">
                  <a:moveTo>
                    <a:pt x="738759" y="33781"/>
                  </a:moveTo>
                  <a:lnTo>
                    <a:pt x="741553" y="26924"/>
                  </a:lnTo>
                  <a:lnTo>
                    <a:pt x="745998" y="20320"/>
                  </a:lnTo>
                  <a:lnTo>
                    <a:pt x="751967" y="14097"/>
                  </a:lnTo>
                </a:path>
                <a:path w="1465580" h="521335">
                  <a:moveTo>
                    <a:pt x="437769" y="40512"/>
                  </a:moveTo>
                  <a:lnTo>
                    <a:pt x="450574" y="44703"/>
                  </a:lnTo>
                  <a:lnTo>
                    <a:pt x="462867" y="49275"/>
                  </a:lnTo>
                  <a:lnTo>
                    <a:pt x="474612" y="54228"/>
                  </a:lnTo>
                  <a:lnTo>
                    <a:pt x="485775" y="59562"/>
                  </a:lnTo>
                </a:path>
                <a:path w="1465580" h="521335">
                  <a:moveTo>
                    <a:pt x="72771" y="190753"/>
                  </a:moveTo>
                  <a:lnTo>
                    <a:pt x="68961" y="184150"/>
                  </a:lnTo>
                  <a:lnTo>
                    <a:pt x="66167" y="177418"/>
                  </a:lnTo>
                  <a:lnTo>
                    <a:pt x="64389" y="170687"/>
                  </a:lnTo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16" name="object 17"/>
          <p:cNvSpPr/>
          <p:nvPr/>
        </p:nvSpPr>
        <p:spPr>
          <a:xfrm>
            <a:off x="1924920" y="1622520"/>
            <a:ext cx="849240" cy="7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indent="115560" defTabSz="914400">
              <a:lnSpc>
                <a:spcPct val="100000"/>
              </a:lnSpc>
              <a:spcBef>
                <a:spcPts val="96"/>
              </a:spcBef>
              <a:tabLst>
                <a:tab algn="l" pos="0"/>
              </a:tabLst>
            </a:pPr>
            <a:r>
              <a:rPr b="1" lang="en-US" sz="1600" spc="-224" strike="noStrike" u="none">
                <a:solidFill>
                  <a:srgbClr val="ffffff"/>
                </a:solidFill>
                <a:uFillTx/>
                <a:latin typeface="Arial"/>
              </a:rPr>
              <a:t>C</a:t>
            </a:r>
            <a:r>
              <a:rPr b="1" lang="en-US" sz="1600" spc="-91" strike="noStrike" u="none">
                <a:solidFill>
                  <a:srgbClr val="ffffff"/>
                </a:solidFill>
                <a:uFillTx/>
                <a:latin typeface="Arial"/>
              </a:rPr>
              <a:t>an</a:t>
            </a:r>
            <a:r>
              <a:rPr b="1" lang="en-US" sz="1600" spc="-14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96" strike="noStrike" u="none">
                <a:solidFill>
                  <a:srgbClr val="ffffff"/>
                </a:solidFill>
                <a:uFillTx/>
                <a:latin typeface="Arial"/>
              </a:rPr>
              <a:t>be  </a:t>
            </a:r>
            <a:r>
              <a:rPr b="1" lang="en-US" sz="1600" spc="-181" strike="noStrike" u="none">
                <a:solidFill>
                  <a:srgbClr val="ffffff"/>
                </a:solidFill>
                <a:uFillTx/>
                <a:latin typeface="Arial"/>
              </a:rPr>
              <a:t>c</a:t>
            </a:r>
            <a:r>
              <a:rPr b="1" lang="en-US" sz="1600" spc="-196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600" spc="-181" strike="noStrike" u="none">
                <a:solidFill>
                  <a:srgbClr val="ffffff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rgbClr val="ffffff"/>
                </a:solidFill>
                <a:uFillTx/>
                <a:latin typeface="Arial"/>
              </a:rPr>
              <a:t>s</a:t>
            </a:r>
            <a:r>
              <a:rPr b="1" lang="en-US" sz="1600" spc="-119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600" spc="-113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600" spc="-60" strike="noStrike" u="none">
                <a:solidFill>
                  <a:srgbClr val="ffffff"/>
                </a:solidFill>
                <a:uFillTx/>
                <a:latin typeface="Arial"/>
              </a:rPr>
              <a:t>ai</a:t>
            </a:r>
            <a:r>
              <a:rPr b="1" lang="en-US" sz="1600" spc="-85" strike="noStrike" u="none">
                <a:solidFill>
                  <a:srgbClr val="ffffff"/>
                </a:solidFill>
                <a:uFillTx/>
                <a:latin typeface="Arial"/>
              </a:rPr>
              <a:t>n</a:t>
            </a:r>
            <a:r>
              <a:rPr b="1" lang="en-US" sz="1600" spc="-119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17" name="object 18"/>
          <p:cNvGrpSpPr/>
          <p:nvPr/>
        </p:nvGrpSpPr>
        <p:grpSpPr>
          <a:xfrm>
            <a:off x="3660120" y="1599120"/>
            <a:ext cx="2208240" cy="692640"/>
            <a:chOff x="3660120" y="1599120"/>
            <a:chExt cx="2208240" cy="692640"/>
          </a:xfrm>
        </p:grpSpPr>
        <p:sp>
          <p:nvSpPr>
            <p:cNvPr id="118" name="object 19"/>
            <p:cNvSpPr/>
            <p:nvPr/>
          </p:nvSpPr>
          <p:spPr>
            <a:xfrm>
              <a:off x="3660120" y="1599120"/>
              <a:ext cx="2208240" cy="612360"/>
            </a:xfrm>
            <a:custGeom>
              <a:avLst/>
              <a:gdLst>
                <a:gd name="textAreaLeft" fmla="*/ 0 w 2208240"/>
                <a:gd name="textAreaRight" fmla="*/ 2208600 w 2208240"/>
                <a:gd name="textAreaTop" fmla="*/ 0 h 612360"/>
                <a:gd name="textAreaBottom" fmla="*/ 612720 h 612360"/>
              </a:gdLst>
              <a:ahLst/>
              <a:rect l="textAreaLeft" t="textAreaTop" r="textAreaRight" b="textAreaBottom"/>
              <a:pathLst>
                <a:path w="2208529" h="612775">
                  <a:moveTo>
                    <a:pt x="1720611" y="0"/>
                  </a:moveTo>
                  <a:lnTo>
                    <a:pt x="1666461" y="1698"/>
                  </a:lnTo>
                  <a:lnTo>
                    <a:pt x="1614341" y="7816"/>
                  </a:lnTo>
                  <a:lnTo>
                    <a:pt x="1566353" y="18287"/>
                  </a:lnTo>
                  <a:lnTo>
                    <a:pt x="1524599" y="33042"/>
                  </a:lnTo>
                  <a:lnTo>
                    <a:pt x="1508006" y="25715"/>
                  </a:lnTo>
                  <a:lnTo>
                    <a:pt x="1468913" y="13539"/>
                  </a:lnTo>
                  <a:lnTo>
                    <a:pt x="1390189" y="1454"/>
                  </a:lnTo>
                  <a:lnTo>
                    <a:pt x="1332523" y="50"/>
                  </a:lnTo>
                  <a:lnTo>
                    <a:pt x="1276600" y="4213"/>
                  </a:lnTo>
                  <a:lnTo>
                    <a:pt x="1225269" y="13582"/>
                  </a:lnTo>
                  <a:lnTo>
                    <a:pt x="1181383" y="27799"/>
                  </a:lnTo>
                  <a:lnTo>
                    <a:pt x="1147790" y="46504"/>
                  </a:lnTo>
                  <a:lnTo>
                    <a:pt x="1133227" y="41479"/>
                  </a:lnTo>
                  <a:lnTo>
                    <a:pt x="1084417" y="28978"/>
                  </a:lnTo>
                  <a:lnTo>
                    <a:pt x="1033348" y="21091"/>
                  </a:lnTo>
                  <a:lnTo>
                    <a:pt x="980757" y="17321"/>
                  </a:lnTo>
                  <a:lnTo>
                    <a:pt x="928125" y="17499"/>
                  </a:lnTo>
                  <a:lnTo>
                    <a:pt x="876931" y="21453"/>
                  </a:lnTo>
                  <a:lnTo>
                    <a:pt x="828653" y="29015"/>
                  </a:lnTo>
                  <a:lnTo>
                    <a:pt x="784772" y="40015"/>
                  </a:lnTo>
                  <a:lnTo>
                    <a:pt x="746767" y="54283"/>
                  </a:lnTo>
                  <a:lnTo>
                    <a:pt x="716117" y="71650"/>
                  </a:lnTo>
                  <a:lnTo>
                    <a:pt x="664231" y="62279"/>
                  </a:lnTo>
                  <a:lnTo>
                    <a:pt x="609358" y="56314"/>
                  </a:lnTo>
                  <a:lnTo>
                    <a:pt x="552650" y="53826"/>
                  </a:lnTo>
                  <a:lnTo>
                    <a:pt x="495264" y="54886"/>
                  </a:lnTo>
                  <a:lnTo>
                    <a:pt x="427299" y="61074"/>
                  </a:lnTo>
                  <a:lnTo>
                    <a:pt x="365831" y="71914"/>
                  </a:lnTo>
                  <a:lnTo>
                    <a:pt x="312049" y="86816"/>
                  </a:lnTo>
                  <a:lnTo>
                    <a:pt x="267140" y="105194"/>
                  </a:lnTo>
                  <a:lnTo>
                    <a:pt x="232292" y="126458"/>
                  </a:lnTo>
                  <a:lnTo>
                    <a:pt x="197529" y="175298"/>
                  </a:lnTo>
                  <a:lnTo>
                    <a:pt x="199989" y="201698"/>
                  </a:lnTo>
                  <a:lnTo>
                    <a:pt x="198084" y="203603"/>
                  </a:lnTo>
                  <a:lnTo>
                    <a:pt x="147066" y="207909"/>
                  </a:lnTo>
                  <a:lnTo>
                    <a:pt x="100738" y="216525"/>
                  </a:lnTo>
                  <a:lnTo>
                    <a:pt x="60888" y="228999"/>
                  </a:lnTo>
                  <a:lnTo>
                    <a:pt x="3601" y="270026"/>
                  </a:lnTo>
                  <a:lnTo>
                    <a:pt x="0" y="296039"/>
                  </a:lnTo>
                  <a:lnTo>
                    <a:pt x="17185" y="321011"/>
                  </a:lnTo>
                  <a:lnTo>
                    <a:pt x="53848" y="343031"/>
                  </a:lnTo>
                  <a:lnTo>
                    <a:pt x="108676" y="360194"/>
                  </a:lnTo>
                  <a:lnTo>
                    <a:pt x="79543" y="374834"/>
                  </a:lnTo>
                  <a:lnTo>
                    <a:pt x="59733" y="391309"/>
                  </a:lnTo>
                  <a:lnTo>
                    <a:pt x="49758" y="409021"/>
                  </a:lnTo>
                  <a:lnTo>
                    <a:pt x="50129" y="427377"/>
                  </a:lnTo>
                  <a:lnTo>
                    <a:pt x="93431" y="468059"/>
                  </a:lnTo>
                  <a:lnTo>
                    <a:pt x="133266" y="483384"/>
                  </a:lnTo>
                  <a:lnTo>
                    <a:pt x="182087" y="494433"/>
                  </a:lnTo>
                  <a:lnTo>
                    <a:pt x="237539" y="500508"/>
                  </a:lnTo>
                  <a:lnTo>
                    <a:pt x="297271" y="500910"/>
                  </a:lnTo>
                  <a:lnTo>
                    <a:pt x="298541" y="501799"/>
                  </a:lnTo>
                  <a:lnTo>
                    <a:pt x="335134" y="521669"/>
                  </a:lnTo>
                  <a:lnTo>
                    <a:pt x="374422" y="537308"/>
                  </a:lnTo>
                  <a:lnTo>
                    <a:pt x="418489" y="550415"/>
                  </a:lnTo>
                  <a:lnTo>
                    <a:pt x="466497" y="560910"/>
                  </a:lnTo>
                  <a:lnTo>
                    <a:pt x="517607" y="568716"/>
                  </a:lnTo>
                  <a:lnTo>
                    <a:pt x="570982" y="573752"/>
                  </a:lnTo>
                  <a:lnTo>
                    <a:pt x="625782" y="575940"/>
                  </a:lnTo>
                  <a:lnTo>
                    <a:pt x="681170" y="575201"/>
                  </a:lnTo>
                  <a:lnTo>
                    <a:pt x="736309" y="571456"/>
                  </a:lnTo>
                  <a:lnTo>
                    <a:pt x="790359" y="564625"/>
                  </a:lnTo>
                  <a:lnTo>
                    <a:pt x="842482" y="554631"/>
                  </a:lnTo>
                  <a:lnTo>
                    <a:pt x="879691" y="572256"/>
                  </a:lnTo>
                  <a:lnTo>
                    <a:pt x="923937" y="587047"/>
                  </a:lnTo>
                  <a:lnTo>
                    <a:pt x="974159" y="598743"/>
                  </a:lnTo>
                  <a:lnTo>
                    <a:pt x="1029299" y="607082"/>
                  </a:lnTo>
                  <a:lnTo>
                    <a:pt x="1090263" y="611888"/>
                  </a:lnTo>
                  <a:lnTo>
                    <a:pt x="1150766" y="612499"/>
                  </a:lnTo>
                  <a:lnTo>
                    <a:pt x="1209592" y="609161"/>
                  </a:lnTo>
                  <a:lnTo>
                    <a:pt x="1265527" y="602119"/>
                  </a:lnTo>
                  <a:lnTo>
                    <a:pt x="1317355" y="591620"/>
                  </a:lnTo>
                  <a:lnTo>
                    <a:pt x="1363864" y="577909"/>
                  </a:lnTo>
                  <a:lnTo>
                    <a:pt x="1403837" y="561232"/>
                  </a:lnTo>
                  <a:lnTo>
                    <a:pt x="1459321" y="519960"/>
                  </a:lnTo>
                  <a:lnTo>
                    <a:pt x="1495234" y="527189"/>
                  </a:lnTo>
                  <a:lnTo>
                    <a:pt x="1533267" y="532453"/>
                  </a:lnTo>
                  <a:lnTo>
                    <a:pt x="1572871" y="535694"/>
                  </a:lnTo>
                  <a:lnTo>
                    <a:pt x="1613499" y="536851"/>
                  </a:lnTo>
                  <a:lnTo>
                    <a:pt x="1681314" y="534116"/>
                  </a:lnTo>
                  <a:lnTo>
                    <a:pt x="1743687" y="525918"/>
                  </a:lnTo>
                  <a:lnTo>
                    <a:pt x="1798828" y="512921"/>
                  </a:lnTo>
                  <a:lnTo>
                    <a:pt x="1844950" y="495790"/>
                  </a:lnTo>
                  <a:lnTo>
                    <a:pt x="1880264" y="475189"/>
                  </a:lnTo>
                  <a:lnTo>
                    <a:pt x="1911314" y="426234"/>
                  </a:lnTo>
                  <a:lnTo>
                    <a:pt x="1954829" y="422795"/>
                  </a:lnTo>
                  <a:lnTo>
                    <a:pt x="1996642" y="417296"/>
                  </a:lnTo>
                  <a:lnTo>
                    <a:pt x="2036240" y="409821"/>
                  </a:lnTo>
                  <a:lnTo>
                    <a:pt x="2130494" y="379464"/>
                  </a:lnTo>
                  <a:lnTo>
                    <a:pt x="2172412" y="354899"/>
                  </a:lnTo>
                  <a:lnTo>
                    <a:pt x="2208335" y="299454"/>
                  </a:lnTo>
                  <a:lnTo>
                    <a:pt x="2201580" y="270783"/>
                  </a:lnTo>
                  <a:lnTo>
                    <a:pt x="2177841" y="242952"/>
                  </a:lnTo>
                  <a:lnTo>
                    <a:pt x="2136739" y="217065"/>
                  </a:lnTo>
                  <a:lnTo>
                    <a:pt x="2141819" y="212747"/>
                  </a:lnTo>
                  <a:lnTo>
                    <a:pt x="2145883" y="208175"/>
                  </a:lnTo>
                  <a:lnTo>
                    <a:pt x="2149312" y="203603"/>
                  </a:lnTo>
                  <a:lnTo>
                    <a:pt x="2158930" y="176161"/>
                  </a:lnTo>
                  <a:lnTo>
                    <a:pt x="2149505" y="149637"/>
                  </a:lnTo>
                  <a:lnTo>
                    <a:pt x="2122864" y="125244"/>
                  </a:lnTo>
                  <a:lnTo>
                    <a:pt x="2080835" y="104195"/>
                  </a:lnTo>
                  <a:lnTo>
                    <a:pt x="2025246" y="87703"/>
                  </a:lnTo>
                  <a:lnTo>
                    <a:pt x="1957923" y="76984"/>
                  </a:lnTo>
                  <a:lnTo>
                    <a:pt x="1946739" y="61339"/>
                  </a:lnTo>
                  <a:lnTo>
                    <a:pt x="1904416" y="33621"/>
                  </a:lnTo>
                  <a:lnTo>
                    <a:pt x="1826598" y="10142"/>
                  </a:lnTo>
                  <a:lnTo>
                    <a:pt x="1774691" y="2791"/>
                  </a:lnTo>
                  <a:lnTo>
                    <a:pt x="1720611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19" name="object 20" descr=""/>
            <p:cNvPicPr/>
            <p:nvPr/>
          </p:nvPicPr>
          <p:blipFill>
            <a:blip r:embed="rId6"/>
            <a:stretch/>
          </p:blipFill>
          <p:spPr>
            <a:xfrm>
              <a:off x="3751920" y="2180160"/>
              <a:ext cx="101880" cy="101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0" name="object 21"/>
            <p:cNvSpPr/>
            <p:nvPr/>
          </p:nvSpPr>
          <p:spPr>
            <a:xfrm>
              <a:off x="3660120" y="1599120"/>
              <a:ext cx="2208240" cy="612360"/>
            </a:xfrm>
            <a:custGeom>
              <a:avLst/>
              <a:gdLst>
                <a:gd name="textAreaLeft" fmla="*/ 0 w 2208240"/>
                <a:gd name="textAreaRight" fmla="*/ 2208600 w 2208240"/>
                <a:gd name="textAreaTop" fmla="*/ 0 h 612360"/>
                <a:gd name="textAreaBottom" fmla="*/ 612720 h 612360"/>
              </a:gdLst>
              <a:ahLst/>
              <a:rect l="textAreaLeft" t="textAreaTop" r="textAreaRight" b="textAreaBottom"/>
              <a:pathLst>
                <a:path w="2208529" h="612775">
                  <a:moveTo>
                    <a:pt x="199989" y="201698"/>
                  </a:moveTo>
                  <a:lnTo>
                    <a:pt x="208692" y="150023"/>
                  </a:lnTo>
                  <a:lnTo>
                    <a:pt x="267140" y="105194"/>
                  </a:lnTo>
                  <a:lnTo>
                    <a:pt x="312049" y="86816"/>
                  </a:lnTo>
                  <a:lnTo>
                    <a:pt x="365831" y="71914"/>
                  </a:lnTo>
                  <a:lnTo>
                    <a:pt x="427299" y="61074"/>
                  </a:lnTo>
                  <a:lnTo>
                    <a:pt x="495264" y="54886"/>
                  </a:lnTo>
                  <a:lnTo>
                    <a:pt x="552650" y="53826"/>
                  </a:lnTo>
                  <a:lnTo>
                    <a:pt x="609358" y="56314"/>
                  </a:lnTo>
                  <a:lnTo>
                    <a:pt x="664231" y="62279"/>
                  </a:lnTo>
                  <a:lnTo>
                    <a:pt x="716117" y="71650"/>
                  </a:lnTo>
                  <a:lnTo>
                    <a:pt x="746767" y="54283"/>
                  </a:lnTo>
                  <a:lnTo>
                    <a:pt x="784772" y="40015"/>
                  </a:lnTo>
                  <a:lnTo>
                    <a:pt x="828653" y="29015"/>
                  </a:lnTo>
                  <a:lnTo>
                    <a:pt x="876931" y="21453"/>
                  </a:lnTo>
                  <a:lnTo>
                    <a:pt x="928125" y="17499"/>
                  </a:lnTo>
                  <a:lnTo>
                    <a:pt x="980757" y="17321"/>
                  </a:lnTo>
                  <a:lnTo>
                    <a:pt x="1033348" y="21091"/>
                  </a:lnTo>
                  <a:lnTo>
                    <a:pt x="1084417" y="28978"/>
                  </a:lnTo>
                  <a:lnTo>
                    <a:pt x="1133227" y="41479"/>
                  </a:lnTo>
                  <a:lnTo>
                    <a:pt x="1147790" y="46504"/>
                  </a:lnTo>
                  <a:lnTo>
                    <a:pt x="1181383" y="27799"/>
                  </a:lnTo>
                  <a:lnTo>
                    <a:pt x="1225269" y="13582"/>
                  </a:lnTo>
                  <a:lnTo>
                    <a:pt x="1276600" y="4213"/>
                  </a:lnTo>
                  <a:lnTo>
                    <a:pt x="1332523" y="50"/>
                  </a:lnTo>
                  <a:lnTo>
                    <a:pt x="1390189" y="1454"/>
                  </a:lnTo>
                  <a:lnTo>
                    <a:pt x="1446748" y="8785"/>
                  </a:lnTo>
                  <a:lnTo>
                    <a:pt x="1489388" y="19199"/>
                  </a:lnTo>
                  <a:lnTo>
                    <a:pt x="1524599" y="33042"/>
                  </a:lnTo>
                  <a:lnTo>
                    <a:pt x="1566353" y="18287"/>
                  </a:lnTo>
                  <a:lnTo>
                    <a:pt x="1614341" y="7816"/>
                  </a:lnTo>
                  <a:lnTo>
                    <a:pt x="1666461" y="1698"/>
                  </a:lnTo>
                  <a:lnTo>
                    <a:pt x="1720611" y="0"/>
                  </a:lnTo>
                  <a:lnTo>
                    <a:pt x="1774691" y="2791"/>
                  </a:lnTo>
                  <a:lnTo>
                    <a:pt x="1826598" y="10142"/>
                  </a:lnTo>
                  <a:lnTo>
                    <a:pt x="1874230" y="22120"/>
                  </a:lnTo>
                  <a:lnTo>
                    <a:pt x="1928745" y="46789"/>
                  </a:lnTo>
                  <a:lnTo>
                    <a:pt x="1957923" y="76984"/>
                  </a:lnTo>
                  <a:lnTo>
                    <a:pt x="2025246" y="87703"/>
                  </a:lnTo>
                  <a:lnTo>
                    <a:pt x="2080835" y="104195"/>
                  </a:lnTo>
                  <a:lnTo>
                    <a:pt x="2122864" y="125244"/>
                  </a:lnTo>
                  <a:lnTo>
                    <a:pt x="2149505" y="149637"/>
                  </a:lnTo>
                  <a:lnTo>
                    <a:pt x="2158930" y="176161"/>
                  </a:lnTo>
                  <a:lnTo>
                    <a:pt x="2149312" y="203603"/>
                  </a:lnTo>
                  <a:lnTo>
                    <a:pt x="2145883" y="208175"/>
                  </a:lnTo>
                  <a:lnTo>
                    <a:pt x="2141819" y="212747"/>
                  </a:lnTo>
                  <a:lnTo>
                    <a:pt x="2136739" y="217065"/>
                  </a:lnTo>
                  <a:lnTo>
                    <a:pt x="2177841" y="242952"/>
                  </a:lnTo>
                  <a:lnTo>
                    <a:pt x="2201580" y="270783"/>
                  </a:lnTo>
                  <a:lnTo>
                    <a:pt x="2208335" y="299454"/>
                  </a:lnTo>
                  <a:lnTo>
                    <a:pt x="2198485" y="327861"/>
                  </a:lnTo>
                  <a:lnTo>
                    <a:pt x="2130494" y="379464"/>
                  </a:lnTo>
                  <a:lnTo>
                    <a:pt x="2073112" y="400453"/>
                  </a:lnTo>
                  <a:lnTo>
                    <a:pt x="1996642" y="417296"/>
                  </a:lnTo>
                  <a:lnTo>
                    <a:pt x="1954829" y="422795"/>
                  </a:lnTo>
                  <a:lnTo>
                    <a:pt x="1911314" y="426234"/>
                  </a:lnTo>
                  <a:lnTo>
                    <a:pt x="1902981" y="451782"/>
                  </a:lnTo>
                  <a:lnTo>
                    <a:pt x="1844950" y="495790"/>
                  </a:lnTo>
                  <a:lnTo>
                    <a:pt x="1798828" y="512921"/>
                  </a:lnTo>
                  <a:lnTo>
                    <a:pt x="1743687" y="525918"/>
                  </a:lnTo>
                  <a:lnTo>
                    <a:pt x="1681314" y="534116"/>
                  </a:lnTo>
                  <a:lnTo>
                    <a:pt x="1613499" y="536851"/>
                  </a:lnTo>
                  <a:lnTo>
                    <a:pt x="1572871" y="535694"/>
                  </a:lnTo>
                  <a:lnTo>
                    <a:pt x="1533267" y="532453"/>
                  </a:lnTo>
                  <a:lnTo>
                    <a:pt x="1495234" y="527189"/>
                  </a:lnTo>
                  <a:lnTo>
                    <a:pt x="1459321" y="519960"/>
                  </a:lnTo>
                  <a:lnTo>
                    <a:pt x="1436061" y="541833"/>
                  </a:lnTo>
                  <a:lnTo>
                    <a:pt x="1363864" y="577909"/>
                  </a:lnTo>
                  <a:lnTo>
                    <a:pt x="1317355" y="591620"/>
                  </a:lnTo>
                  <a:lnTo>
                    <a:pt x="1265527" y="602119"/>
                  </a:lnTo>
                  <a:lnTo>
                    <a:pt x="1209592" y="609161"/>
                  </a:lnTo>
                  <a:lnTo>
                    <a:pt x="1150766" y="612499"/>
                  </a:lnTo>
                  <a:lnTo>
                    <a:pt x="1090263" y="611888"/>
                  </a:lnTo>
                  <a:lnTo>
                    <a:pt x="1029299" y="607082"/>
                  </a:lnTo>
                  <a:lnTo>
                    <a:pt x="974159" y="598743"/>
                  </a:lnTo>
                  <a:lnTo>
                    <a:pt x="923937" y="587047"/>
                  </a:lnTo>
                  <a:lnTo>
                    <a:pt x="879691" y="572256"/>
                  </a:lnTo>
                  <a:lnTo>
                    <a:pt x="842482" y="554631"/>
                  </a:lnTo>
                  <a:lnTo>
                    <a:pt x="790359" y="564625"/>
                  </a:lnTo>
                  <a:lnTo>
                    <a:pt x="736309" y="571456"/>
                  </a:lnTo>
                  <a:lnTo>
                    <a:pt x="681170" y="575201"/>
                  </a:lnTo>
                  <a:lnTo>
                    <a:pt x="625782" y="575940"/>
                  </a:lnTo>
                  <a:lnTo>
                    <a:pt x="570982" y="573752"/>
                  </a:lnTo>
                  <a:lnTo>
                    <a:pt x="517607" y="568716"/>
                  </a:lnTo>
                  <a:lnTo>
                    <a:pt x="466497" y="560910"/>
                  </a:lnTo>
                  <a:lnTo>
                    <a:pt x="418489" y="550415"/>
                  </a:lnTo>
                  <a:lnTo>
                    <a:pt x="374422" y="537308"/>
                  </a:lnTo>
                  <a:lnTo>
                    <a:pt x="335134" y="521669"/>
                  </a:lnTo>
                  <a:lnTo>
                    <a:pt x="301462" y="503577"/>
                  </a:lnTo>
                  <a:lnTo>
                    <a:pt x="297271" y="500910"/>
                  </a:lnTo>
                  <a:lnTo>
                    <a:pt x="237539" y="500508"/>
                  </a:lnTo>
                  <a:lnTo>
                    <a:pt x="182087" y="494433"/>
                  </a:lnTo>
                  <a:lnTo>
                    <a:pt x="133266" y="483384"/>
                  </a:lnTo>
                  <a:lnTo>
                    <a:pt x="93431" y="468059"/>
                  </a:lnTo>
                  <a:lnTo>
                    <a:pt x="50129" y="427377"/>
                  </a:lnTo>
                  <a:lnTo>
                    <a:pt x="49758" y="409021"/>
                  </a:lnTo>
                  <a:lnTo>
                    <a:pt x="59733" y="391309"/>
                  </a:lnTo>
                  <a:lnTo>
                    <a:pt x="79543" y="374834"/>
                  </a:lnTo>
                  <a:lnTo>
                    <a:pt x="108676" y="360194"/>
                  </a:lnTo>
                  <a:lnTo>
                    <a:pt x="53848" y="343031"/>
                  </a:lnTo>
                  <a:lnTo>
                    <a:pt x="17185" y="321011"/>
                  </a:lnTo>
                  <a:lnTo>
                    <a:pt x="0" y="296039"/>
                  </a:lnTo>
                  <a:lnTo>
                    <a:pt x="3601" y="270026"/>
                  </a:lnTo>
                  <a:lnTo>
                    <a:pt x="60888" y="228999"/>
                  </a:lnTo>
                  <a:lnTo>
                    <a:pt x="100738" y="216525"/>
                  </a:lnTo>
                  <a:lnTo>
                    <a:pt x="147066" y="207909"/>
                  </a:lnTo>
                  <a:lnTo>
                    <a:pt x="198084" y="203603"/>
                  </a:lnTo>
                  <a:lnTo>
                    <a:pt x="199989" y="201698"/>
                  </a:lnTo>
                  <a:close/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21" name="object 22" descr=""/>
            <p:cNvPicPr/>
            <p:nvPr/>
          </p:nvPicPr>
          <p:blipFill>
            <a:blip r:embed="rId7"/>
            <a:stretch/>
          </p:blipFill>
          <p:spPr>
            <a:xfrm>
              <a:off x="3742560" y="2170800"/>
              <a:ext cx="120960" cy="120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2" name="object 23"/>
            <p:cNvSpPr/>
            <p:nvPr/>
          </p:nvSpPr>
          <p:spPr>
            <a:xfrm>
              <a:off x="3859920" y="1630440"/>
              <a:ext cx="1935720" cy="520920"/>
            </a:xfrm>
            <a:custGeom>
              <a:avLst/>
              <a:gdLst>
                <a:gd name="textAreaLeft" fmla="*/ 0 w 1935720"/>
                <a:gd name="textAreaRight" fmla="*/ 1936080 w 1935720"/>
                <a:gd name="textAreaTop" fmla="*/ 0 h 520920"/>
                <a:gd name="textAreaBottom" fmla="*/ 521280 h 520920"/>
              </a:gdLst>
              <a:ahLst/>
              <a:rect l="textAreaLeft" t="textAreaTop" r="textAreaRight" b="textAreaBottom"/>
              <a:pathLst>
                <a:path w="1936114" h="521335">
                  <a:moveTo>
                    <a:pt x="154559" y="461772"/>
                  </a:moveTo>
                  <a:lnTo>
                    <a:pt x="140799" y="463678"/>
                  </a:lnTo>
                  <a:lnTo>
                    <a:pt x="126777" y="465216"/>
                  </a:lnTo>
                  <a:lnTo>
                    <a:pt x="112518" y="466397"/>
                  </a:lnTo>
                  <a:lnTo>
                    <a:pt x="98044" y="467233"/>
                  </a:lnTo>
                </a:path>
                <a:path w="1936114" h="521335">
                  <a:moveTo>
                    <a:pt x="642365" y="521208"/>
                  </a:moveTo>
                  <a:lnTo>
                    <a:pt x="632583" y="515304"/>
                  </a:lnTo>
                  <a:lnTo>
                    <a:pt x="623633" y="509222"/>
                  </a:lnTo>
                  <a:lnTo>
                    <a:pt x="615541" y="502973"/>
                  </a:lnTo>
                  <a:lnTo>
                    <a:pt x="608329" y="496570"/>
                  </a:lnTo>
                </a:path>
                <a:path w="1936114" h="521335">
                  <a:moveTo>
                    <a:pt x="1273175" y="459739"/>
                  </a:moveTo>
                  <a:lnTo>
                    <a:pt x="1271176" y="466574"/>
                  </a:lnTo>
                  <a:lnTo>
                    <a:pt x="1268237" y="473360"/>
                  </a:lnTo>
                  <a:lnTo>
                    <a:pt x="1264370" y="480099"/>
                  </a:lnTo>
                  <a:lnTo>
                    <a:pt x="1259586" y="486790"/>
                  </a:lnTo>
                </a:path>
                <a:path w="1936114" h="521335">
                  <a:moveTo>
                    <a:pt x="1544065" y="292353"/>
                  </a:moveTo>
                  <a:lnTo>
                    <a:pt x="1613328" y="310044"/>
                  </a:lnTo>
                  <a:lnTo>
                    <a:pt x="1665827" y="333867"/>
                  </a:lnTo>
                  <a:lnTo>
                    <a:pt x="1698942" y="362237"/>
                  </a:lnTo>
                  <a:lnTo>
                    <a:pt x="1710054" y="393573"/>
                  </a:lnTo>
                </a:path>
                <a:path w="1936114" h="521335">
                  <a:moveTo>
                    <a:pt x="1935734" y="184658"/>
                  </a:moveTo>
                  <a:lnTo>
                    <a:pt x="1921720" y="195286"/>
                  </a:lnTo>
                  <a:lnTo>
                    <a:pt x="1904587" y="205200"/>
                  </a:lnTo>
                  <a:lnTo>
                    <a:pt x="1884549" y="214304"/>
                  </a:lnTo>
                  <a:lnTo>
                    <a:pt x="1861820" y="222503"/>
                  </a:lnTo>
                </a:path>
                <a:path w="1936114" h="521335">
                  <a:moveTo>
                    <a:pt x="1758314" y="43814"/>
                  </a:moveTo>
                  <a:lnTo>
                    <a:pt x="1761109" y="49656"/>
                  </a:lnTo>
                  <a:lnTo>
                    <a:pt x="1762378" y="55752"/>
                  </a:lnTo>
                  <a:lnTo>
                    <a:pt x="1762252" y="61722"/>
                  </a:lnTo>
                </a:path>
                <a:path w="1936114" h="521335">
                  <a:moveTo>
                    <a:pt x="1286002" y="22860"/>
                  </a:moveTo>
                  <a:lnTo>
                    <a:pt x="1293808" y="16787"/>
                  </a:lnTo>
                  <a:lnTo>
                    <a:pt x="1302734" y="10953"/>
                  </a:lnTo>
                  <a:lnTo>
                    <a:pt x="1312755" y="5357"/>
                  </a:lnTo>
                  <a:lnTo>
                    <a:pt x="1323848" y="0"/>
                  </a:lnTo>
                </a:path>
                <a:path w="1936114" h="521335">
                  <a:moveTo>
                    <a:pt x="931672" y="33781"/>
                  </a:moveTo>
                  <a:lnTo>
                    <a:pt x="935049" y="28688"/>
                  </a:lnTo>
                  <a:lnTo>
                    <a:pt x="939260" y="23701"/>
                  </a:lnTo>
                  <a:lnTo>
                    <a:pt x="944280" y="18833"/>
                  </a:lnTo>
                  <a:lnTo>
                    <a:pt x="950087" y="14097"/>
                  </a:lnTo>
                </a:path>
                <a:path w="1936114" h="521335">
                  <a:moveTo>
                    <a:pt x="515874" y="40512"/>
                  </a:moveTo>
                  <a:lnTo>
                    <a:pt x="533610" y="44703"/>
                  </a:lnTo>
                  <a:lnTo>
                    <a:pt x="550608" y="49275"/>
                  </a:lnTo>
                  <a:lnTo>
                    <a:pt x="566844" y="54228"/>
                  </a:lnTo>
                  <a:lnTo>
                    <a:pt x="582295" y="59562"/>
                  </a:lnTo>
                </a:path>
                <a:path w="1936114" h="521335">
                  <a:moveTo>
                    <a:pt x="11557" y="190753"/>
                  </a:moveTo>
                  <a:lnTo>
                    <a:pt x="6223" y="184150"/>
                  </a:lnTo>
                  <a:lnTo>
                    <a:pt x="2412" y="177418"/>
                  </a:lnTo>
                  <a:lnTo>
                    <a:pt x="0" y="170687"/>
                  </a:lnTo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23" name="object 24"/>
          <p:cNvGrpSpPr/>
          <p:nvPr/>
        </p:nvGrpSpPr>
        <p:grpSpPr>
          <a:xfrm>
            <a:off x="3224880" y="2405880"/>
            <a:ext cx="33840" cy="33840"/>
            <a:chOff x="3224880" y="2405880"/>
            <a:chExt cx="33840" cy="33840"/>
          </a:xfrm>
        </p:grpSpPr>
        <p:sp>
          <p:nvSpPr>
            <p:cNvPr id="124" name="object 25"/>
            <p:cNvSpPr/>
            <p:nvPr/>
          </p:nvSpPr>
          <p:spPr>
            <a:xfrm>
              <a:off x="3224880" y="2405880"/>
              <a:ext cx="33840" cy="3384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3840"/>
                <a:gd name="textAreaBottom" fmla="*/ 34200 h 33840"/>
              </a:gdLst>
              <a:ahLst/>
              <a:rect l="textAreaLeft" t="textAreaTop" r="textAreaRight" b="textAreaBottom"/>
              <a:pathLst>
                <a:path w="34289" h="34289">
                  <a:moveTo>
                    <a:pt x="26415" y="0"/>
                  </a:moveTo>
                  <a:lnTo>
                    <a:pt x="7619" y="0"/>
                  </a:lnTo>
                  <a:lnTo>
                    <a:pt x="0" y="7620"/>
                  </a:lnTo>
                  <a:lnTo>
                    <a:pt x="0" y="26415"/>
                  </a:lnTo>
                  <a:lnTo>
                    <a:pt x="7619" y="34036"/>
                  </a:lnTo>
                  <a:lnTo>
                    <a:pt x="26415" y="34036"/>
                  </a:lnTo>
                  <a:lnTo>
                    <a:pt x="34036" y="26415"/>
                  </a:lnTo>
                  <a:lnTo>
                    <a:pt x="34036" y="17017"/>
                  </a:lnTo>
                  <a:lnTo>
                    <a:pt x="34036" y="7620"/>
                  </a:lnTo>
                  <a:lnTo>
                    <a:pt x="26415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25" name="object 26"/>
            <p:cNvSpPr/>
            <p:nvPr/>
          </p:nvSpPr>
          <p:spPr>
            <a:xfrm>
              <a:off x="3224880" y="2405880"/>
              <a:ext cx="33840" cy="3384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3840"/>
                <a:gd name="textAreaBottom" fmla="*/ 34200 h 33840"/>
              </a:gdLst>
              <a:ahLst/>
              <a:rect l="textAreaLeft" t="textAreaTop" r="textAreaRight" b="textAreaBottom"/>
              <a:pathLst>
                <a:path w="34289" h="34289">
                  <a:moveTo>
                    <a:pt x="34036" y="17017"/>
                  </a:moveTo>
                  <a:lnTo>
                    <a:pt x="34036" y="26415"/>
                  </a:lnTo>
                  <a:lnTo>
                    <a:pt x="26415" y="34036"/>
                  </a:lnTo>
                  <a:lnTo>
                    <a:pt x="17018" y="34036"/>
                  </a:lnTo>
                  <a:lnTo>
                    <a:pt x="7619" y="34036"/>
                  </a:lnTo>
                  <a:lnTo>
                    <a:pt x="0" y="26415"/>
                  </a:lnTo>
                  <a:lnTo>
                    <a:pt x="0" y="17017"/>
                  </a:lnTo>
                  <a:lnTo>
                    <a:pt x="0" y="7620"/>
                  </a:lnTo>
                  <a:lnTo>
                    <a:pt x="7619" y="0"/>
                  </a:lnTo>
                  <a:lnTo>
                    <a:pt x="17018" y="0"/>
                  </a:lnTo>
                  <a:lnTo>
                    <a:pt x="26415" y="0"/>
                  </a:lnTo>
                  <a:lnTo>
                    <a:pt x="34036" y="7620"/>
                  </a:lnTo>
                  <a:lnTo>
                    <a:pt x="34036" y="17017"/>
                  </a:lnTo>
                  <a:close/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26" name="object 27"/>
          <p:cNvGrpSpPr/>
          <p:nvPr/>
        </p:nvGrpSpPr>
        <p:grpSpPr>
          <a:xfrm>
            <a:off x="3462840" y="2288880"/>
            <a:ext cx="86760" cy="86760"/>
            <a:chOff x="3462840" y="2288880"/>
            <a:chExt cx="86760" cy="86760"/>
          </a:xfrm>
        </p:grpSpPr>
        <p:pic>
          <p:nvPicPr>
            <p:cNvPr id="127" name="object 28" descr=""/>
            <p:cNvPicPr/>
            <p:nvPr/>
          </p:nvPicPr>
          <p:blipFill>
            <a:blip r:embed="rId8"/>
            <a:stretch/>
          </p:blipFill>
          <p:spPr>
            <a:xfrm>
              <a:off x="3472560" y="2298600"/>
              <a:ext cx="67680" cy="67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8" name="object 29" descr=""/>
            <p:cNvPicPr/>
            <p:nvPr/>
          </p:nvPicPr>
          <p:blipFill>
            <a:blip r:embed="rId9"/>
            <a:stretch/>
          </p:blipFill>
          <p:spPr>
            <a:xfrm>
              <a:off x="3462840" y="2288880"/>
              <a:ext cx="86760" cy="867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29" name="object 30"/>
          <p:cNvSpPr/>
          <p:nvPr/>
        </p:nvSpPr>
        <p:spPr>
          <a:xfrm>
            <a:off x="3758400" y="1744560"/>
            <a:ext cx="146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  <a:tabLst>
                <a:tab algn="l" pos="396360"/>
              </a:tabLst>
            </a:pPr>
            <a:r>
              <a:rPr b="1" lang="en-US" sz="1600" spc="-20" strike="noStrike" u="heavy">
                <a:solidFill>
                  <a:srgbClr val="ffffff"/>
                </a:solidFill>
                <a:uFill>
                  <a:solidFill>
                    <a:srgbClr val="5b6d7d"/>
                  </a:solidFill>
                </a:uFill>
                <a:latin typeface="Arial"/>
              </a:rPr>
              <a:t>  </a:t>
            </a:r>
            <a:r>
              <a:rPr b="1" lang="en-US" sz="1600" spc="99" strike="noStrike" u="heavy">
                <a:solidFill>
                  <a:srgbClr val="ffffff"/>
                </a:solidFill>
                <a:uFill>
                  <a:solidFill>
                    <a:srgbClr val="5b6d7d"/>
                  </a:solidFill>
                </a:uFill>
                <a:latin typeface="Arial"/>
              </a:rPr>
              <a:t> </a:t>
            </a:r>
            <a:r>
              <a:rPr b="1" lang="en-US" sz="1600" strike="noStrike" u="none">
                <a:solidFill>
                  <a:srgbClr val="ffffff"/>
                </a:solidFill>
                <a:uFillTx/>
                <a:latin typeface="Arial"/>
              </a:rPr>
              <a:t>	</a:t>
            </a:r>
            <a:r>
              <a:rPr b="1" lang="en-US" sz="1600" spc="-96" strike="noStrike" u="none">
                <a:solidFill>
                  <a:srgbClr val="ffffff"/>
                </a:solidFill>
                <a:uFillTx/>
                <a:latin typeface="Arial"/>
              </a:rPr>
              <a:t>functionality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ftr" idx="18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5988600" cy="135432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536" strike="noStrike" u="none">
                <a:solidFill>
                  <a:srgbClr val="1f2022"/>
                </a:solidFill>
                <a:uFillTx/>
                <a:latin typeface="Microsoft Sans Serif"/>
              </a:rPr>
              <a:t>S</a:t>
            </a:r>
            <a:r>
              <a:rPr b="0" lang="en-US" sz="4400" spc="-439" strike="noStrike" u="none">
                <a:solidFill>
                  <a:srgbClr val="1f2022"/>
                </a:solidFill>
                <a:uFillTx/>
                <a:latin typeface="Microsoft Sans Serif"/>
              </a:rPr>
              <a:t>o</a:t>
            </a:r>
            <a:r>
              <a:rPr b="0" lang="en-US" sz="4400" spc="-400" strike="noStrike" u="none">
                <a:solidFill>
                  <a:srgbClr val="1f2022"/>
                </a:solidFill>
                <a:uFillTx/>
                <a:latin typeface="Microsoft Sans Serif"/>
              </a:rPr>
              <a:t>urces</a:t>
            </a:r>
            <a:r>
              <a:rPr b="0" lang="en-US" sz="4400" spc="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trike="noStrike" u="none">
                <a:solidFill>
                  <a:srgbClr val="1f2022"/>
                </a:solidFill>
                <a:uFillTx/>
                <a:latin typeface="Microsoft Sans Serif"/>
              </a:rPr>
              <a:t>of</a:t>
            </a:r>
            <a:r>
              <a:rPr b="0" lang="en-US" sz="4400" spc="159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equirem</a:t>
            </a:r>
            <a:r>
              <a:rPr b="0" lang="en-US" sz="4400" spc="-264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275" strike="noStrike" u="none">
                <a:solidFill>
                  <a:srgbClr val="1f2022"/>
                </a:solidFill>
                <a:uFillTx/>
                <a:latin typeface="Microsoft Sans Serif"/>
              </a:rPr>
              <a:t>nt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2" name="object 3"/>
          <p:cNvSpPr/>
          <p:nvPr/>
        </p:nvSpPr>
        <p:spPr>
          <a:xfrm>
            <a:off x="3759840" y="2120040"/>
            <a:ext cx="111348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  <a:tabLst>
                <a:tab algn="l" pos="49212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object 4"/>
          <p:cNvSpPr/>
          <p:nvPr/>
        </p:nvSpPr>
        <p:spPr>
          <a:xfrm>
            <a:off x="691560" y="1520640"/>
            <a:ext cx="2891520" cy="17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5480" bIns="0" anchor="t">
            <a:spAutoFit/>
          </a:bodyPr>
          <a:p>
            <a:pPr marL="332640" indent="-320760" defTabSz="914400">
              <a:lnSpc>
                <a:spcPct val="100000"/>
              </a:lnSpc>
              <a:spcBef>
                <a:spcPts val="831"/>
              </a:spcBef>
              <a:buClr>
                <a:srgbClr val="cc8e5f"/>
              </a:buClr>
              <a:buSzPct val="59000"/>
              <a:buFont typeface="Wingdings" charset="2"/>
              <a:buChar char=""/>
              <a:tabLst>
                <a:tab algn="l" pos="332640"/>
                <a:tab algn="l" pos="333360"/>
              </a:tabLst>
            </a:pPr>
            <a:r>
              <a:rPr b="0" lang="en-US" sz="2800" spc="-170" strike="noStrike" u="none">
                <a:solidFill>
                  <a:schemeClr val="dk1"/>
                </a:solidFill>
                <a:uFillTx/>
                <a:latin typeface="Microsoft Sans Serif"/>
              </a:rPr>
              <a:t>Stakeholders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52680" indent="-274320" defTabSz="914400">
              <a:lnSpc>
                <a:spcPct val="100000"/>
              </a:lnSpc>
              <a:spcBef>
                <a:spcPts val="629"/>
              </a:spcBef>
              <a:tabLst>
                <a:tab algn="l" pos="0"/>
              </a:tabLst>
            </a:pPr>
            <a:r>
              <a:rPr b="0" lang="en-US" sz="1650" spc="-111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650" spc="476" strike="noStrike" u="none">
                <a:solidFill>
                  <a:srgbClr val="7d96ac"/>
                </a:solidFill>
                <a:uFillTx/>
                <a:latin typeface="Microsoft Sans Serif"/>
              </a:rPr>
              <a:t> </a:t>
            </a:r>
            <a:r>
              <a:rPr b="0" lang="en-US" sz="2400" spc="-164" strike="noStrike" u="none">
                <a:solidFill>
                  <a:schemeClr val="dk1"/>
                </a:solidFill>
                <a:uFillTx/>
                <a:latin typeface="Microsoft Sans Serif"/>
              </a:rPr>
              <a:t>People</a:t>
            </a:r>
            <a:r>
              <a:rPr b="0" lang="en-US" sz="2400" spc="-164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40" strike="noStrike" u="none">
                <a:solidFill>
                  <a:schemeClr val="dk1"/>
                </a:solidFill>
                <a:uFillTx/>
                <a:latin typeface="Microsoft Sans Serif"/>
              </a:rPr>
              <a:t>affected </a:t>
            </a:r>
            <a:r>
              <a:rPr b="0" lang="en-US" sz="2400" spc="-62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400" spc="-105" strike="noStrike" u="none">
                <a:solidFill>
                  <a:schemeClr val="dk1"/>
                </a:solidFill>
                <a:uFillTx/>
                <a:latin typeface="Microsoft Sans Serif"/>
              </a:rPr>
              <a:t>way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400" spc="-71" strike="noStrike" u="none">
                <a:solidFill>
                  <a:schemeClr val="dk1"/>
                </a:solidFill>
                <a:uFillTx/>
                <a:latin typeface="Microsoft Sans Serif"/>
              </a:rPr>
              <a:t>by</a:t>
            </a:r>
            <a:r>
              <a:rPr b="0" lang="en-US" sz="24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400" spc="-14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4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400" spc="-224" strike="noStrike" u="none">
                <a:solidFill>
                  <a:schemeClr val="dk1"/>
                </a:solidFill>
                <a:uFillTx/>
                <a:latin typeface="Microsoft Sans Serif"/>
              </a:rPr>
              <a:t>system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object 5"/>
          <p:cNvSpPr/>
          <p:nvPr/>
        </p:nvSpPr>
        <p:spPr>
          <a:xfrm>
            <a:off x="691560" y="3453840"/>
            <a:ext cx="181584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32640" indent="-320760" defTabSz="914400">
              <a:lnSpc>
                <a:spcPct val="100000"/>
              </a:lnSpc>
              <a:spcBef>
                <a:spcPts val="96"/>
              </a:spcBef>
              <a:buClr>
                <a:srgbClr val="cc8e5f"/>
              </a:buClr>
              <a:buSzPct val="59000"/>
              <a:buFont typeface="Wingdings" charset="2"/>
              <a:buChar char=""/>
              <a:tabLst>
                <a:tab algn="l" pos="332640"/>
                <a:tab algn="l" pos="333360"/>
              </a:tabLst>
            </a:pPr>
            <a:r>
              <a:rPr b="0" lang="en-US" sz="2800" spc="-281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800" spc="-210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800" spc="-306" strike="noStrike" u="none">
                <a:solidFill>
                  <a:schemeClr val="dk1"/>
                </a:solidFill>
                <a:uFillTx/>
                <a:latin typeface="Microsoft Sans Serif"/>
              </a:rPr>
              <a:t>cuments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object 6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11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36" name="object 7"/>
          <p:cNvGrpSpPr/>
          <p:nvPr/>
        </p:nvGrpSpPr>
        <p:grpSpPr>
          <a:xfrm>
            <a:off x="2286000" y="0"/>
            <a:ext cx="6857640" cy="6629040"/>
            <a:chOff x="2286000" y="0"/>
            <a:chExt cx="6857640" cy="6629040"/>
          </a:xfrm>
        </p:grpSpPr>
        <p:pic>
          <p:nvPicPr>
            <p:cNvPr id="137" name="object 8" descr=""/>
            <p:cNvPicPr/>
            <p:nvPr/>
          </p:nvPicPr>
          <p:blipFill>
            <a:blip r:embed="rId1"/>
            <a:stretch/>
          </p:blipFill>
          <p:spPr>
            <a:xfrm>
              <a:off x="4952880" y="1531080"/>
              <a:ext cx="4038120" cy="34977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8" name="object 9" descr=""/>
            <p:cNvPicPr/>
            <p:nvPr/>
          </p:nvPicPr>
          <p:blipFill>
            <a:blip r:embed="rId2"/>
            <a:stretch/>
          </p:blipFill>
          <p:spPr>
            <a:xfrm>
              <a:off x="2286000" y="3886200"/>
              <a:ext cx="3200040" cy="2742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9" name="object 10" descr=""/>
            <p:cNvPicPr/>
            <p:nvPr/>
          </p:nvPicPr>
          <p:blipFill>
            <a:blip r:embed="rId3"/>
            <a:stretch/>
          </p:blipFill>
          <p:spPr>
            <a:xfrm>
              <a:off x="7453440" y="0"/>
              <a:ext cx="1690200" cy="14475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40" name="PlaceHolder 2"/>
          <p:cNvSpPr>
            <a:spLocks noGrp="1"/>
          </p:cNvSpPr>
          <p:nvPr>
            <p:ph type="ftr" idx="19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object 2"/>
          <p:cNvGrpSpPr/>
          <p:nvPr/>
        </p:nvGrpSpPr>
        <p:grpSpPr>
          <a:xfrm>
            <a:off x="5105520" y="1523880"/>
            <a:ext cx="3838320" cy="5333760"/>
            <a:chOff x="5105520" y="1523880"/>
            <a:chExt cx="3838320" cy="5333760"/>
          </a:xfrm>
        </p:grpSpPr>
        <p:pic>
          <p:nvPicPr>
            <p:cNvPr id="142" name="object 3" descr=""/>
            <p:cNvPicPr/>
            <p:nvPr/>
          </p:nvPicPr>
          <p:blipFill>
            <a:blip r:embed="rId1"/>
            <a:stretch/>
          </p:blipFill>
          <p:spPr>
            <a:xfrm>
              <a:off x="5105520" y="1523880"/>
              <a:ext cx="3838320" cy="3409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3" name="object 4" descr=""/>
            <p:cNvPicPr/>
            <p:nvPr/>
          </p:nvPicPr>
          <p:blipFill>
            <a:blip r:embed="rId2"/>
            <a:stretch/>
          </p:blipFill>
          <p:spPr>
            <a:xfrm>
              <a:off x="5105520" y="4634640"/>
              <a:ext cx="3811320" cy="22230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5750280" cy="135432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536" strike="noStrike" u="none">
                <a:solidFill>
                  <a:srgbClr val="1f2022"/>
                </a:solidFill>
                <a:uFillTx/>
                <a:latin typeface="Microsoft Sans Serif"/>
              </a:rPr>
              <a:t>S</a:t>
            </a:r>
            <a:r>
              <a:rPr b="0" lang="en-US" sz="4400" spc="-439" strike="noStrike" u="none">
                <a:solidFill>
                  <a:srgbClr val="1f2022"/>
                </a:solidFill>
                <a:uFillTx/>
                <a:latin typeface="Microsoft Sans Serif"/>
              </a:rPr>
              <a:t>o</a:t>
            </a:r>
            <a:r>
              <a:rPr b="0" lang="en-US" sz="4400" spc="-400" strike="noStrike" u="none">
                <a:solidFill>
                  <a:srgbClr val="1f2022"/>
                </a:solidFill>
                <a:uFillTx/>
                <a:latin typeface="Microsoft Sans Serif"/>
              </a:rPr>
              <a:t>urces</a:t>
            </a:r>
            <a:r>
              <a:rPr b="0" lang="en-US" sz="4400" spc="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trike="noStrike" u="none">
                <a:solidFill>
                  <a:srgbClr val="1f2022"/>
                </a:solidFill>
                <a:uFillTx/>
                <a:latin typeface="Microsoft Sans Serif"/>
              </a:rPr>
              <a:t>of</a:t>
            </a:r>
            <a:r>
              <a:rPr b="0" lang="en-US" sz="4400" spc="159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equirem</a:t>
            </a:r>
            <a:r>
              <a:rPr b="0" lang="en-US" sz="4400" spc="-264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275" strike="noStrike" u="none">
                <a:solidFill>
                  <a:srgbClr val="1f2022"/>
                </a:solidFill>
                <a:uFillTx/>
                <a:latin typeface="Microsoft Sans Serif"/>
              </a:rPr>
              <a:t>nt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ftr" idx="20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6" name="object 6"/>
          <p:cNvSpPr/>
          <p:nvPr/>
        </p:nvSpPr>
        <p:spPr>
          <a:xfrm>
            <a:off x="691560" y="1613880"/>
            <a:ext cx="242712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32640" indent="-320760" defTabSz="914400">
              <a:lnSpc>
                <a:spcPct val="100000"/>
              </a:lnSpc>
              <a:spcBef>
                <a:spcPts val="96"/>
              </a:spcBef>
              <a:buClr>
                <a:srgbClr val="cc8e5f"/>
              </a:buClr>
              <a:buSzPct val="59000"/>
              <a:buFont typeface="Wingdings" charset="2"/>
              <a:buChar char=""/>
              <a:tabLst>
                <a:tab algn="l" pos="332640"/>
                <a:tab algn="l" pos="333360"/>
              </a:tabLst>
            </a:pPr>
            <a:r>
              <a:rPr b="0" lang="en-US" sz="2800" spc="-196" strike="noStrike" u="none">
                <a:solidFill>
                  <a:schemeClr val="dk1"/>
                </a:solidFill>
                <a:uFillTx/>
                <a:latin typeface="Microsoft Sans Serif"/>
              </a:rPr>
              <a:t>Existing</a:t>
            </a:r>
            <a:r>
              <a:rPr b="0" lang="en-US" sz="28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800" spc="-235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2800" spc="-230" strike="noStrike" u="none">
                <a:solidFill>
                  <a:schemeClr val="dk1"/>
                </a:solidFill>
                <a:uFillTx/>
                <a:latin typeface="Microsoft Sans Serif"/>
              </a:rPr>
              <a:t>y</a:t>
            </a:r>
            <a:r>
              <a:rPr b="0" lang="en-US" sz="2800" spc="-281" strike="noStrike" u="none">
                <a:solidFill>
                  <a:schemeClr val="dk1"/>
                </a:solidFill>
                <a:uFillTx/>
                <a:latin typeface="Microsoft Sans Serif"/>
              </a:rPr>
              <a:t>stem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object 7"/>
          <p:cNvSpPr/>
          <p:nvPr/>
        </p:nvSpPr>
        <p:spPr>
          <a:xfrm>
            <a:off x="691560" y="4192920"/>
            <a:ext cx="310860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32640" indent="-320760" defTabSz="914400">
              <a:lnSpc>
                <a:spcPct val="100000"/>
              </a:lnSpc>
              <a:spcBef>
                <a:spcPts val="96"/>
              </a:spcBef>
              <a:buClr>
                <a:srgbClr val="cc8e5f"/>
              </a:buClr>
              <a:buSzPct val="59000"/>
              <a:buFont typeface="Wingdings" charset="2"/>
              <a:buChar char=""/>
              <a:tabLst>
                <a:tab algn="l" pos="332640"/>
                <a:tab algn="l" pos="333360"/>
              </a:tabLst>
            </a:pPr>
            <a:r>
              <a:rPr b="0" lang="en-US" sz="2800" spc="-105" strike="noStrike" u="none">
                <a:solidFill>
                  <a:schemeClr val="dk1"/>
                </a:solidFill>
                <a:uFillTx/>
                <a:latin typeface="Microsoft Sans Serif"/>
              </a:rPr>
              <a:t>Application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800" spc="-224" strike="noStrike" u="none">
                <a:solidFill>
                  <a:schemeClr val="dk1"/>
                </a:solidFill>
                <a:uFillTx/>
                <a:latin typeface="Microsoft Sans Serif"/>
              </a:rPr>
              <a:t>Domain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object 8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12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383400" y="342720"/>
            <a:ext cx="8706600" cy="7992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4400" spc="-510" strike="noStrike" u="none">
                <a:solidFill>
                  <a:srgbClr val="000000"/>
                </a:solidFill>
                <a:uFillTx/>
                <a:latin typeface="Microsoft Sans Serif"/>
              </a:rPr>
              <a:t>The</a:t>
            </a:r>
            <a:r>
              <a:rPr b="0" lang="en-US" sz="4400" spc="31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pc="-85" strike="noStrike" u="none">
                <a:solidFill>
                  <a:srgbClr val="000000"/>
                </a:solidFill>
                <a:uFillTx/>
                <a:latin typeface="Microsoft Sans Serif"/>
              </a:rPr>
              <a:t>Goal</a:t>
            </a:r>
            <a:r>
              <a:rPr b="0" lang="en-US" sz="4400" spc="26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pc="-6" strike="noStrike" u="none">
                <a:solidFill>
                  <a:srgbClr val="000000"/>
                </a:solidFill>
                <a:uFillTx/>
                <a:latin typeface="Microsoft Sans Serif"/>
              </a:rPr>
              <a:t>of</a:t>
            </a:r>
            <a:r>
              <a:rPr b="0" lang="en-US" sz="4400" spc="156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pc="-184" strike="noStrike" u="none">
                <a:solidFill>
                  <a:srgbClr val="000000"/>
                </a:solidFill>
                <a:uFillTx/>
                <a:latin typeface="Microsoft Sans Serif"/>
              </a:rPr>
              <a:t>Software</a:t>
            </a:r>
            <a:r>
              <a:rPr b="0" lang="en-US" sz="4400" spc="45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pc="-295" strike="noStrike" u="none">
                <a:solidFill>
                  <a:srgbClr val="000000"/>
                </a:solidFill>
                <a:uFillTx/>
                <a:latin typeface="Microsoft Sans Serif"/>
              </a:rPr>
              <a:t>Development</a:t>
            </a:r>
            <a:r>
              <a:rPr b="0" lang="en-US" sz="4400" spc="45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50" name="object 3"/>
          <p:cNvSpPr/>
          <p:nvPr/>
        </p:nvSpPr>
        <p:spPr>
          <a:xfrm>
            <a:off x="691560" y="2248200"/>
            <a:ext cx="471528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0" anchor="t">
            <a:spAutoFit/>
          </a:bodyPr>
          <a:p>
            <a:pPr marL="332640" indent="-320760" algn="just" defTabSz="914400">
              <a:lnSpc>
                <a:spcPct val="88000"/>
              </a:lnSpc>
              <a:spcBef>
                <a:spcPts val="354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3360"/>
              </a:tabLst>
            </a:pPr>
            <a:r>
              <a:rPr b="0" lang="en-US" sz="1800" spc="-210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pc="-20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34" strike="noStrike" u="none">
                <a:solidFill>
                  <a:schemeClr val="dk1"/>
                </a:solidFill>
                <a:uFillTx/>
                <a:latin typeface="Microsoft Sans Serif"/>
              </a:rPr>
              <a:t>goal</a:t>
            </a:r>
            <a:r>
              <a:rPr b="0" lang="en-US" sz="1800" spc="-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800" spc="4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software</a:t>
            </a:r>
            <a:r>
              <a:rPr b="0" lang="en-US" sz="1800" spc="32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development</a:t>
            </a:r>
            <a:r>
              <a:rPr b="0" lang="en-US" sz="1800" spc="26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1800" spc="15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to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1" strike="noStrike" u="none">
                <a:solidFill>
                  <a:schemeClr val="dk1"/>
                </a:solidFill>
                <a:uFillTx/>
                <a:latin typeface="Microsoft Sans Serif"/>
              </a:rPr>
              <a:t>develop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5" strike="noStrike" u="none">
                <a:solidFill>
                  <a:schemeClr val="dk1"/>
                </a:solidFill>
                <a:uFillTx/>
                <a:latin typeface="Microsoft Sans Serif"/>
              </a:rPr>
              <a:t>quality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20" strike="noStrike" u="none">
                <a:solidFill>
                  <a:schemeClr val="dk1"/>
                </a:solidFill>
                <a:uFillTx/>
                <a:latin typeface="Microsoft Sans Serif"/>
              </a:rPr>
              <a:t>software—on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time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on </a:t>
            </a: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bu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800" spc="-45" strike="noStrike" u="none">
                <a:solidFill>
                  <a:schemeClr val="dk1"/>
                </a:solidFill>
                <a:uFillTx/>
                <a:latin typeface="Microsoft Sans Serif"/>
              </a:rPr>
              <a:t>g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800" spc="-34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746" strike="noStrike" u="none">
                <a:solidFill>
                  <a:schemeClr val="dk1"/>
                </a:solidFill>
                <a:uFillTx/>
                <a:latin typeface="Microsoft Sans Serif"/>
              </a:rPr>
              <a:t>—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64" strike="noStrike" u="none">
                <a:solidFill>
                  <a:schemeClr val="dk1"/>
                </a:solidFill>
                <a:uFillTx/>
                <a:latin typeface="Microsoft Sans Serif"/>
              </a:rPr>
              <a:t>meets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201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800" spc="-221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stomers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'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34" strike="noStrike" u="none">
                <a:solidFill>
                  <a:schemeClr val="dk1"/>
                </a:solidFill>
                <a:uFillTx/>
                <a:latin typeface="Microsoft Sans Serif"/>
              </a:rPr>
              <a:t>real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need</a:t>
            </a:r>
            <a:r>
              <a:rPr b="0" lang="en-US" sz="1800" spc="-315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object 4"/>
          <p:cNvSpPr/>
          <p:nvPr/>
        </p:nvSpPr>
        <p:spPr>
          <a:xfrm>
            <a:off x="691560" y="4052520"/>
            <a:ext cx="4717800" cy="17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240" bIns="0" anchor="t">
            <a:spAutoFit/>
          </a:bodyPr>
          <a:p>
            <a:pPr marL="332640" indent="-320760" defTabSz="914400">
              <a:lnSpc>
                <a:spcPts val="1899"/>
              </a:lnSpc>
              <a:spcBef>
                <a:spcPts val="380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2640"/>
                <a:tab algn="l" pos="333360"/>
                <a:tab algn="l" pos="1219680"/>
                <a:tab algn="l" pos="2257920"/>
                <a:tab algn="l" pos="2634120"/>
                <a:tab algn="l" pos="3365640"/>
                <a:tab algn="l" pos="3748320"/>
                <a:tab algn="l" pos="4110840"/>
              </a:tabLst>
            </a:pP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soft</a:t>
            </a:r>
            <a:r>
              <a:rPr b="0" lang="en-US" sz="1800" spc="-176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are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good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800" spc="40" strike="noStrike" u="none">
                <a:solidFill>
                  <a:schemeClr val="dk1"/>
                </a:solidFill>
                <a:uFillTx/>
                <a:latin typeface="Microsoft Sans Serif"/>
              </a:rPr>
              <a:t>if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it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800" spc="-261" strike="noStrike" u="none">
                <a:solidFill>
                  <a:schemeClr val="dk1"/>
                </a:solidFill>
                <a:uFillTx/>
                <a:latin typeface="Microsoft Sans Serif"/>
              </a:rPr>
              <a:t>MEETS  </a:t>
            </a:r>
            <a:r>
              <a:rPr b="0" lang="en-US" sz="1800" spc="-320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800" spc="-329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-16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K</a:t>
            </a:r>
            <a:r>
              <a:rPr b="0" lang="en-US" sz="1800" spc="-300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800" spc="-320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800" spc="-190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1800" spc="-224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800" spc="-374" strike="noStrike" u="none">
                <a:solidFill>
                  <a:schemeClr val="dk1"/>
                </a:solidFill>
                <a:uFillTx/>
                <a:latin typeface="Microsoft Sans Serif"/>
              </a:rPr>
              <a:t>ERS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309" strike="noStrike" u="none">
                <a:solidFill>
                  <a:schemeClr val="dk1"/>
                </a:solidFill>
                <a:uFillTx/>
                <a:latin typeface="Microsoft Sans Serif"/>
              </a:rPr>
              <a:t>EX</a:t>
            </a:r>
            <a:r>
              <a:rPr b="0" lang="en-US" sz="1800" spc="-306" strike="noStrike" u="none">
                <a:solidFill>
                  <a:schemeClr val="dk1"/>
                </a:solidFill>
                <a:uFillTx/>
                <a:latin typeface="Microsoft Sans Serif"/>
              </a:rPr>
              <a:t>PE</a:t>
            </a:r>
            <a:r>
              <a:rPr b="0" lang="en-US" sz="1800" spc="-326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800" spc="-349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-19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-326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800" spc="-210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800" spc="-190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52680" indent="-274320" defTabSz="914400">
              <a:lnSpc>
                <a:spcPct val="112000"/>
              </a:lnSpc>
              <a:spcBef>
                <a:spcPts val="485"/>
              </a:spcBef>
              <a:buClr>
                <a:srgbClr val="7d96ac"/>
              </a:buClr>
              <a:buSzPct val="68000"/>
              <a:buFont typeface="Wingdings" charset="2"/>
              <a:buChar char=""/>
              <a:tabLst>
                <a:tab algn="l" pos="652680"/>
                <a:tab algn="l" pos="653400"/>
                <a:tab algn="l" pos="1922040"/>
                <a:tab algn="l" pos="2568600"/>
                <a:tab algn="l" pos="3281760"/>
                <a:tab algn="l" pos="4365720"/>
              </a:tabLst>
            </a:pPr>
            <a:r>
              <a:rPr b="0" lang="en-US" sz="1400" spc="-11" strike="noStrike" u="none">
                <a:solidFill>
                  <a:schemeClr val="dk1"/>
                </a:solidFill>
                <a:uFillTx/>
                <a:latin typeface="Microsoft Sans Serif"/>
              </a:rPr>
              <a:t>it  </a:t>
            </a:r>
            <a:r>
              <a:rPr b="0" lang="en-US" sz="1400" spc="-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25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  </a:t>
            </a:r>
            <a:r>
              <a:rPr b="0" lang="en-US" sz="1400" spc="-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34" strike="noStrike" u="none">
                <a:solidFill>
                  <a:schemeClr val="dk1"/>
                </a:solidFill>
                <a:uFillTx/>
                <a:latin typeface="Microsoft Sans Serif"/>
              </a:rPr>
              <a:t>(at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  </a:t>
            </a:r>
            <a:r>
              <a:rPr b="0" lang="en-US" sz="1400" spc="-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4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400" spc="-249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400" spc="-20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)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400" spc="-119" strike="noStrike" u="none">
                <a:solidFill>
                  <a:schemeClr val="dk1"/>
                </a:solidFill>
                <a:uFillTx/>
                <a:latin typeface="Microsoft Sans Serif"/>
              </a:rPr>
              <a:t>co</a:t>
            </a:r>
            <a:r>
              <a:rPr b="0" lang="en-US" sz="1400" spc="-14" strike="noStrike" u="none">
                <a:solidFill>
                  <a:schemeClr val="dk1"/>
                </a:solidFill>
                <a:uFillTx/>
                <a:latin typeface="Microsoft Sans Serif"/>
              </a:rPr>
              <a:t>rr</a:t>
            </a:r>
            <a:r>
              <a:rPr b="0" lang="en-US" sz="1400" spc="-7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400" spc="-176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400" spc="-45" strike="noStrike" u="none">
                <a:solidFill>
                  <a:schemeClr val="dk1"/>
                </a:solidFill>
                <a:uFillTx/>
                <a:latin typeface="Microsoft Sans Serif"/>
              </a:rPr>
              <a:t>t,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400" spc="-31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400" spc="-45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400" spc="-14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1400" spc="-26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ab</a:t>
            </a:r>
            <a:r>
              <a:rPr b="0" lang="en-US" sz="1400" spc="-14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1400" spc="-13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,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400" spc="-119" strike="noStrike" u="none">
                <a:solidFill>
                  <a:schemeClr val="dk1"/>
                </a:solidFill>
                <a:uFillTx/>
                <a:latin typeface="Microsoft Sans Serif"/>
              </a:rPr>
              <a:t>ma</a:t>
            </a:r>
            <a:r>
              <a:rPr b="0" lang="en-US" sz="1400" spc="-14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400" spc="-184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400" spc="-20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400" spc="-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400" spc="-14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400" spc="-60" strike="noStrike" u="none">
                <a:solidFill>
                  <a:schemeClr val="dk1"/>
                </a:solidFill>
                <a:uFillTx/>
                <a:latin typeface="Microsoft Sans Serif"/>
              </a:rPr>
              <a:t>na</a:t>
            </a:r>
            <a:r>
              <a:rPr b="0" lang="en-US" sz="1400" spc="-54" strike="noStrike" u="none">
                <a:solidFill>
                  <a:schemeClr val="dk1"/>
                </a:solidFill>
                <a:uFillTx/>
                <a:latin typeface="Microsoft Sans Serif"/>
              </a:rPr>
              <a:t>b</a:t>
            </a:r>
            <a:r>
              <a:rPr b="0" lang="en-US" sz="1400" spc="-14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1400" spc="-13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,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400" spc="-210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1400" spc="-204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400" spc="-4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-  </a:t>
            </a:r>
            <a:r>
              <a:rPr b="0" lang="en-US" sz="1400" spc="-26" strike="noStrike" u="none">
                <a:solidFill>
                  <a:schemeClr val="dk1"/>
                </a:solidFill>
                <a:uFillTx/>
                <a:latin typeface="Microsoft Sans Serif"/>
              </a:rPr>
              <a:t>friendly</a:t>
            </a:r>
            <a:r>
              <a:rPr b="0" lang="en-US" sz="14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609" strike="noStrike" u="none">
                <a:solidFill>
                  <a:schemeClr val="dk1"/>
                </a:solidFill>
                <a:uFillTx/>
                <a:latin typeface="Microsoft Sans Serif"/>
              </a:rPr>
              <a:t>…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52680" indent="-275040" defTabSz="914400">
              <a:lnSpc>
                <a:spcPts val="1644"/>
              </a:lnSpc>
              <a:spcBef>
                <a:spcPts val="635"/>
              </a:spcBef>
              <a:buClr>
                <a:srgbClr val="7d96ac"/>
              </a:buClr>
              <a:buSzPct val="68000"/>
              <a:buFont typeface="Wingdings" charset="2"/>
              <a:buChar char=""/>
              <a:tabLst>
                <a:tab algn="l" pos="652680"/>
                <a:tab algn="l" pos="653400"/>
              </a:tabLst>
            </a:pP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400" spc="17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26" strike="noStrike" u="none">
                <a:solidFill>
                  <a:schemeClr val="dk1"/>
                </a:solidFill>
                <a:uFillTx/>
                <a:latin typeface="Microsoft Sans Serif"/>
              </a:rPr>
              <a:t>total</a:t>
            </a:r>
            <a:r>
              <a:rPr b="0" lang="en-US" sz="1400" spc="17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30" strike="noStrike" u="none">
                <a:solidFill>
                  <a:schemeClr val="dk1"/>
                </a:solidFill>
                <a:uFillTx/>
                <a:latin typeface="Microsoft Sans Serif"/>
              </a:rPr>
              <a:t>cost</a:t>
            </a:r>
            <a:r>
              <a:rPr b="0" lang="en-US" sz="1400" spc="17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1" strike="noStrike" u="none">
                <a:solidFill>
                  <a:schemeClr val="dk1"/>
                </a:solidFill>
                <a:uFillTx/>
                <a:latin typeface="Microsoft Sans Serif"/>
              </a:rPr>
              <a:t>it</a:t>
            </a:r>
            <a:r>
              <a:rPr b="0" lang="en-US" sz="1400" spc="17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25" strike="noStrike" u="none">
                <a:solidFill>
                  <a:schemeClr val="dk1"/>
                </a:solidFill>
                <a:uFillTx/>
                <a:latin typeface="Microsoft Sans Serif"/>
              </a:rPr>
              <a:t>incurs</a:t>
            </a:r>
            <a:r>
              <a:rPr b="0" lang="en-US" sz="1400" spc="16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1" strike="noStrike" u="none">
                <a:solidFill>
                  <a:schemeClr val="dk1"/>
                </a:solidFill>
                <a:uFillTx/>
                <a:latin typeface="Microsoft Sans Serif"/>
              </a:rPr>
              <a:t>over</a:t>
            </a:r>
            <a:r>
              <a:rPr b="0" lang="en-US" sz="1400" spc="17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1" strike="noStrike" u="none">
                <a:solidFill>
                  <a:schemeClr val="dk1"/>
                </a:solidFill>
                <a:uFillTx/>
                <a:latin typeface="Microsoft Sans Serif"/>
              </a:rPr>
              <a:t>all</a:t>
            </a:r>
            <a:r>
              <a:rPr b="0" lang="en-US" sz="1400" spc="17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25" strike="noStrike" u="none">
                <a:solidFill>
                  <a:schemeClr val="dk1"/>
                </a:solidFill>
                <a:uFillTx/>
                <a:latin typeface="Microsoft Sans Serif"/>
              </a:rPr>
              <a:t>phases</a:t>
            </a:r>
            <a:r>
              <a:rPr b="0" lang="en-US" sz="1400" spc="16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400" spc="20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its</a:t>
            </a:r>
            <a:r>
              <a:rPr b="0" lang="en-US" sz="1400" spc="17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1" strike="noStrike" u="none">
                <a:solidFill>
                  <a:schemeClr val="dk1"/>
                </a:solidFill>
                <a:uFillTx/>
                <a:latin typeface="Microsoft Sans Serif"/>
              </a:rPr>
              <a:t>life</a:t>
            </a:r>
            <a:r>
              <a:rPr b="0" lang="en-US" sz="1400" spc="18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91" strike="noStrike" u="none">
                <a:solidFill>
                  <a:schemeClr val="dk1"/>
                </a:solidFill>
                <a:uFillTx/>
                <a:latin typeface="Microsoft Sans Serif"/>
              </a:rPr>
              <a:t>cycle</a:t>
            </a:r>
            <a:r>
              <a:rPr b="0" lang="en-US" sz="1400" spc="17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125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52680" defTabSz="914400">
              <a:lnSpc>
                <a:spcPts val="1644"/>
              </a:lnSpc>
              <a:tabLst>
                <a:tab algn="l" pos="652680"/>
                <a:tab algn="l" pos="653400"/>
              </a:tabLst>
            </a:pPr>
            <a:r>
              <a:rPr b="0" lang="en-US" sz="1400" spc="-96" strike="noStrike" u="none">
                <a:solidFill>
                  <a:schemeClr val="dk1"/>
                </a:solidFill>
                <a:uFillTx/>
                <a:latin typeface="Microsoft Sans Serif"/>
              </a:rPr>
              <a:t>minimal</a:t>
            </a:r>
            <a:r>
              <a:rPr b="0" lang="en-US" sz="14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60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4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74" strike="noStrike" u="none">
                <a:solidFill>
                  <a:schemeClr val="dk1"/>
                </a:solidFill>
                <a:uFillTx/>
                <a:latin typeface="Microsoft Sans Serif"/>
              </a:rPr>
              <a:t>within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8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4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400" spc="-51" strike="noStrike" u="none">
                <a:solidFill>
                  <a:schemeClr val="dk1"/>
                </a:solidFill>
                <a:uFillTx/>
                <a:latin typeface="Microsoft Sans Serif"/>
              </a:rPr>
              <a:t>budget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object 5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13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3" name="object 6" descr=""/>
          <p:cNvPicPr/>
          <p:nvPr/>
        </p:nvPicPr>
        <p:blipFill>
          <a:blip r:embed="rId1"/>
          <a:stretch/>
        </p:blipFill>
        <p:spPr>
          <a:xfrm>
            <a:off x="5899320" y="1589040"/>
            <a:ext cx="2700000" cy="2372760"/>
          </a:xfrm>
          <a:prstGeom prst="rect">
            <a:avLst/>
          </a:prstGeom>
          <a:ln w="0">
            <a:noFill/>
          </a:ln>
        </p:spPr>
      </p:pic>
      <p:pic>
        <p:nvPicPr>
          <p:cNvPr id="154" name="object 7" descr=""/>
          <p:cNvPicPr/>
          <p:nvPr/>
        </p:nvPicPr>
        <p:blipFill>
          <a:blip r:embed="rId2"/>
          <a:stretch/>
        </p:blipFill>
        <p:spPr>
          <a:xfrm>
            <a:off x="5943600" y="4038480"/>
            <a:ext cx="2590560" cy="2209320"/>
          </a:xfrm>
          <a:prstGeom prst="rect">
            <a:avLst/>
          </a:prstGeom>
          <a:ln w="0">
            <a:noFill/>
          </a:ln>
        </p:spPr>
      </p:pic>
      <p:sp>
        <p:nvSpPr>
          <p:cNvPr id="155" name="PlaceHolder 2"/>
          <p:cNvSpPr>
            <a:spLocks noGrp="1"/>
          </p:cNvSpPr>
          <p:nvPr>
            <p:ph type="ftr" idx="21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36040" y="227880"/>
            <a:ext cx="8491320" cy="80064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329" strike="noStrike" u="none">
                <a:solidFill>
                  <a:srgbClr val="000000"/>
                </a:solidFill>
                <a:uFillTx/>
                <a:latin typeface="Microsoft Sans Serif"/>
              </a:rPr>
              <a:t>Cont</a:t>
            </a:r>
            <a:r>
              <a:rPr b="0" lang="en-US" sz="4400" spc="-394" strike="noStrike" u="none">
                <a:solidFill>
                  <a:srgbClr val="000000"/>
                </a:solidFill>
                <a:uFillTx/>
                <a:latin typeface="Microsoft Sans Serif"/>
              </a:rPr>
              <a:t>e</a:t>
            </a:r>
            <a:r>
              <a:rPr b="0" lang="en-US" sz="4400" spc="-20" strike="noStrike" u="none">
                <a:solidFill>
                  <a:srgbClr val="000000"/>
                </a:solidFill>
                <a:uFillTx/>
                <a:latin typeface="Microsoft Sans Serif"/>
              </a:rPr>
              <a:t>x</a:t>
            </a:r>
            <a:r>
              <a:rPr b="0" lang="en-US" sz="4400" spc="-26" strike="noStrike" u="none">
                <a:solidFill>
                  <a:srgbClr val="000000"/>
                </a:solidFill>
                <a:uFillTx/>
                <a:latin typeface="Microsoft Sans Serif"/>
              </a:rPr>
              <a:t>t</a:t>
            </a:r>
            <a:r>
              <a:rPr b="0" lang="en-US" sz="4400" spc="-261" strike="noStrike" u="none">
                <a:solidFill>
                  <a:srgbClr val="000000"/>
                </a:solidFill>
                <a:uFillTx/>
                <a:latin typeface="Microsoft Sans Serif"/>
              </a:rPr>
              <a:t>:</a:t>
            </a:r>
            <a:r>
              <a:rPr b="0" lang="en-US" sz="4400" spc="40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pc="-261" strike="noStrike" u="none">
                <a:solidFill>
                  <a:srgbClr val="000000"/>
                </a:solidFill>
                <a:uFillTx/>
                <a:latin typeface="Microsoft Sans Serif"/>
              </a:rPr>
              <a:t>Sta</a:t>
            </a:r>
            <a:r>
              <a:rPr b="0" lang="en-US" sz="4400" spc="-386" strike="noStrike" u="none">
                <a:solidFill>
                  <a:srgbClr val="000000"/>
                </a:solidFill>
                <a:uFillTx/>
                <a:latin typeface="Microsoft Sans Serif"/>
              </a:rPr>
              <a:t>k</a:t>
            </a:r>
            <a:r>
              <a:rPr b="0" lang="en-US" sz="4400" spc="-204" strike="noStrike" u="none">
                <a:solidFill>
                  <a:srgbClr val="000000"/>
                </a:solidFill>
                <a:uFillTx/>
                <a:latin typeface="Microsoft Sans Serif"/>
              </a:rPr>
              <a:t>ehol</a:t>
            </a:r>
            <a:r>
              <a:rPr b="0" lang="en-US" sz="4400" spc="-255" strike="noStrike" u="none">
                <a:solidFill>
                  <a:srgbClr val="000000"/>
                </a:solidFill>
                <a:uFillTx/>
                <a:latin typeface="Microsoft Sans Serif"/>
              </a:rPr>
              <a:t>d</a:t>
            </a:r>
            <a:r>
              <a:rPr b="0" lang="en-US" sz="4400" spc="-244" strike="noStrike" u="none">
                <a:solidFill>
                  <a:srgbClr val="000000"/>
                </a:solidFill>
                <a:uFillTx/>
                <a:latin typeface="Microsoft Sans Serif"/>
              </a:rPr>
              <a:t>er's</a:t>
            </a:r>
            <a:r>
              <a:rPr b="0" lang="en-US" sz="4400" spc="34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pc="-541" strike="noStrike" u="none">
                <a:solidFill>
                  <a:srgbClr val="000000"/>
                </a:solidFill>
                <a:uFillTx/>
                <a:latin typeface="Microsoft Sans Serif"/>
              </a:rPr>
              <a:t>Env</a:t>
            </a:r>
            <a:r>
              <a:rPr b="0" lang="en-US" sz="4400" spc="-241" strike="noStrike" u="none">
                <a:solidFill>
                  <a:srgbClr val="000000"/>
                </a:solidFill>
                <a:uFillTx/>
                <a:latin typeface="Microsoft Sans Serif"/>
              </a:rPr>
              <a:t>i</a:t>
            </a:r>
            <a:r>
              <a:rPr b="0" lang="en-US" sz="4400" spc="-91" strike="noStrike" u="none">
                <a:solidFill>
                  <a:srgbClr val="000000"/>
                </a:solidFill>
                <a:uFillTx/>
                <a:latin typeface="Microsoft Sans Serif"/>
              </a:rPr>
              <a:t>r</a:t>
            </a:r>
            <a:r>
              <a:rPr b="0" lang="en-US" sz="4400" spc="-431" strike="noStrike" u="none">
                <a:solidFill>
                  <a:srgbClr val="000000"/>
                </a:solidFill>
                <a:uFillTx/>
                <a:latin typeface="Microsoft Sans Serif"/>
              </a:rPr>
              <a:t>on</a:t>
            </a:r>
            <a:r>
              <a:rPr b="0" lang="en-US" sz="4400" spc="-655" strike="noStrike" u="none">
                <a:solidFill>
                  <a:srgbClr val="000000"/>
                </a:solidFill>
                <a:uFillTx/>
                <a:latin typeface="Microsoft Sans Serif"/>
              </a:rPr>
              <a:t>m</a:t>
            </a:r>
            <a:r>
              <a:rPr b="0" lang="en-US" sz="4400" spc="-264" strike="noStrike" u="none">
                <a:solidFill>
                  <a:srgbClr val="000000"/>
                </a:solidFill>
                <a:uFillTx/>
                <a:latin typeface="Microsoft Sans Serif"/>
              </a:rPr>
              <a:t>ent</a:t>
            </a:r>
            <a:r>
              <a:rPr b="0" lang="en-US" sz="4400" spc="26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57" name="object 3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14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8" name="object 4" descr=""/>
          <p:cNvPicPr/>
          <p:nvPr/>
        </p:nvPicPr>
        <p:blipFill>
          <a:blip r:embed="rId1"/>
          <a:stretch/>
        </p:blipFill>
        <p:spPr>
          <a:xfrm>
            <a:off x="671400" y="1926360"/>
            <a:ext cx="8000640" cy="4446720"/>
          </a:xfrm>
          <a:prstGeom prst="rect">
            <a:avLst/>
          </a:prstGeom>
          <a:ln w="0">
            <a:noFill/>
          </a:ln>
        </p:spPr>
      </p:pic>
      <p:sp>
        <p:nvSpPr>
          <p:cNvPr id="159" name="PlaceHolder 2"/>
          <p:cNvSpPr>
            <a:spLocks noGrp="1"/>
          </p:cNvSpPr>
          <p:nvPr>
            <p:ph type="ftr" idx="22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78840" y="190080"/>
            <a:ext cx="8991720" cy="80064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255" strike="noStrike" u="none">
                <a:solidFill>
                  <a:srgbClr val="000000"/>
                </a:solidFill>
                <a:uFillTx/>
                <a:latin typeface="Microsoft Sans Serif"/>
              </a:rPr>
              <a:t>Importance</a:t>
            </a:r>
            <a:r>
              <a:rPr b="0" lang="en-US" sz="4400" spc="26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uFillTx/>
                <a:latin typeface="Microsoft Sans Serif"/>
              </a:rPr>
              <a:t>of</a:t>
            </a:r>
            <a:r>
              <a:rPr b="0" lang="en-US" sz="4400" spc="156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pc="-184" strike="noStrike" u="none">
                <a:solidFill>
                  <a:srgbClr val="000000"/>
                </a:solidFill>
                <a:uFillTx/>
                <a:latin typeface="Microsoft Sans Serif"/>
              </a:rPr>
              <a:t>Software</a:t>
            </a:r>
            <a:r>
              <a:rPr b="0" lang="en-US" sz="4400" spc="11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pc="-306" strike="noStrike" u="none">
                <a:solidFill>
                  <a:srgbClr val="000000"/>
                </a:solidFill>
                <a:uFillTx/>
                <a:latin typeface="Microsoft Sans Serif"/>
              </a:rPr>
              <a:t>Requirements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61" name="object 3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15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62" name="object 4"/>
          <p:cNvGrpSpPr/>
          <p:nvPr/>
        </p:nvGrpSpPr>
        <p:grpSpPr>
          <a:xfrm>
            <a:off x="190800" y="1842120"/>
            <a:ext cx="3354480" cy="4642200"/>
            <a:chOff x="190800" y="1842120"/>
            <a:chExt cx="3354480" cy="4642200"/>
          </a:xfrm>
        </p:grpSpPr>
        <p:pic>
          <p:nvPicPr>
            <p:cNvPr id="163" name="object 5" descr=""/>
            <p:cNvPicPr/>
            <p:nvPr/>
          </p:nvPicPr>
          <p:blipFill>
            <a:blip r:embed="rId1"/>
            <a:stretch/>
          </p:blipFill>
          <p:spPr>
            <a:xfrm>
              <a:off x="190800" y="1842120"/>
              <a:ext cx="3085200" cy="46422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4" name="object 6" descr=""/>
            <p:cNvPicPr/>
            <p:nvPr/>
          </p:nvPicPr>
          <p:blipFill>
            <a:blip r:embed="rId2"/>
            <a:stretch/>
          </p:blipFill>
          <p:spPr>
            <a:xfrm>
              <a:off x="1651680" y="3191040"/>
              <a:ext cx="118080" cy="118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5" name="object 7" descr=""/>
            <p:cNvPicPr/>
            <p:nvPr/>
          </p:nvPicPr>
          <p:blipFill>
            <a:blip r:embed="rId3"/>
            <a:stretch/>
          </p:blipFill>
          <p:spPr>
            <a:xfrm>
              <a:off x="2361960" y="3039840"/>
              <a:ext cx="236880" cy="236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66" name="object 8"/>
            <p:cNvSpPr/>
            <p:nvPr/>
          </p:nvSpPr>
          <p:spPr>
            <a:xfrm>
              <a:off x="3189600" y="2874600"/>
              <a:ext cx="355320" cy="355320"/>
            </a:xfrm>
            <a:custGeom>
              <a:avLst/>
              <a:gdLst>
                <a:gd name="textAreaLeft" fmla="*/ 0 w 355320"/>
                <a:gd name="textAreaRight" fmla="*/ 355680 w 355320"/>
                <a:gd name="textAreaTop" fmla="*/ 0 h 355320"/>
                <a:gd name="textAreaBottom" fmla="*/ 355680 h 355320"/>
              </a:gdLst>
              <a:ahLst/>
              <a:rect l="textAreaLeft" t="textAreaTop" r="textAreaRight" b="textAreaBottom"/>
              <a:pathLst>
                <a:path w="355600" h="355600">
                  <a:moveTo>
                    <a:pt x="177800" y="0"/>
                  </a:moveTo>
                  <a:lnTo>
                    <a:pt x="130542" y="6352"/>
                  </a:lnTo>
                  <a:lnTo>
                    <a:pt x="88072" y="24280"/>
                  </a:lnTo>
                  <a:lnTo>
                    <a:pt x="52085" y="52085"/>
                  </a:lnTo>
                  <a:lnTo>
                    <a:pt x="24280" y="88072"/>
                  </a:lnTo>
                  <a:lnTo>
                    <a:pt x="6352" y="130542"/>
                  </a:lnTo>
                  <a:lnTo>
                    <a:pt x="0" y="177800"/>
                  </a:lnTo>
                  <a:lnTo>
                    <a:pt x="6352" y="225057"/>
                  </a:lnTo>
                  <a:lnTo>
                    <a:pt x="24280" y="267527"/>
                  </a:lnTo>
                  <a:lnTo>
                    <a:pt x="52085" y="303514"/>
                  </a:lnTo>
                  <a:lnTo>
                    <a:pt x="88072" y="331319"/>
                  </a:lnTo>
                  <a:lnTo>
                    <a:pt x="130542" y="349247"/>
                  </a:lnTo>
                  <a:lnTo>
                    <a:pt x="177800" y="355600"/>
                  </a:lnTo>
                  <a:lnTo>
                    <a:pt x="225057" y="349247"/>
                  </a:lnTo>
                  <a:lnTo>
                    <a:pt x="267527" y="331319"/>
                  </a:lnTo>
                  <a:lnTo>
                    <a:pt x="303514" y="303514"/>
                  </a:lnTo>
                  <a:lnTo>
                    <a:pt x="331319" y="267527"/>
                  </a:lnTo>
                  <a:lnTo>
                    <a:pt x="349247" y="225057"/>
                  </a:lnTo>
                  <a:lnTo>
                    <a:pt x="355600" y="177800"/>
                  </a:lnTo>
                  <a:lnTo>
                    <a:pt x="349247" y="130542"/>
                  </a:lnTo>
                  <a:lnTo>
                    <a:pt x="331319" y="88072"/>
                  </a:lnTo>
                  <a:lnTo>
                    <a:pt x="303514" y="52085"/>
                  </a:lnTo>
                  <a:lnTo>
                    <a:pt x="267527" y="24280"/>
                  </a:lnTo>
                  <a:lnTo>
                    <a:pt x="225057" y="6352"/>
                  </a:lnTo>
                  <a:lnTo>
                    <a:pt x="177800" y="0"/>
                  </a:lnTo>
                  <a:close/>
                </a:path>
              </a:pathLst>
            </a:custGeom>
            <a:solidFill>
              <a:srgbClr val="cc8e5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167" name="object 9" descr=""/>
            <p:cNvPicPr/>
            <p:nvPr/>
          </p:nvPicPr>
          <p:blipFill>
            <a:blip r:embed="rId4"/>
            <a:stretch/>
          </p:blipFill>
          <p:spPr>
            <a:xfrm>
              <a:off x="1641960" y="3181320"/>
              <a:ext cx="137160" cy="137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68" name="object 10"/>
            <p:cNvSpPr/>
            <p:nvPr/>
          </p:nvSpPr>
          <p:spPr>
            <a:xfrm>
              <a:off x="2361960" y="2874600"/>
              <a:ext cx="1183320" cy="402120"/>
            </a:xfrm>
            <a:custGeom>
              <a:avLst/>
              <a:gdLst>
                <a:gd name="textAreaLeft" fmla="*/ 0 w 1183320"/>
                <a:gd name="textAreaRight" fmla="*/ 1183680 w 1183320"/>
                <a:gd name="textAreaTop" fmla="*/ 0 h 402120"/>
                <a:gd name="textAreaBottom" fmla="*/ 402480 h 402120"/>
              </a:gdLst>
              <a:ahLst/>
              <a:rect l="textAreaLeft" t="textAreaTop" r="textAreaRight" b="textAreaBottom"/>
              <a:pathLst>
                <a:path w="1183639" h="402589">
                  <a:moveTo>
                    <a:pt x="237108" y="283845"/>
                  </a:moveTo>
                  <a:lnTo>
                    <a:pt x="227792" y="329951"/>
                  </a:lnTo>
                  <a:lnTo>
                    <a:pt x="202390" y="367617"/>
                  </a:lnTo>
                  <a:lnTo>
                    <a:pt x="164724" y="393019"/>
                  </a:lnTo>
                  <a:lnTo>
                    <a:pt x="118618" y="402336"/>
                  </a:lnTo>
                  <a:lnTo>
                    <a:pt x="72437" y="393019"/>
                  </a:lnTo>
                  <a:lnTo>
                    <a:pt x="34734" y="367617"/>
                  </a:lnTo>
                  <a:lnTo>
                    <a:pt x="9318" y="329951"/>
                  </a:lnTo>
                  <a:lnTo>
                    <a:pt x="0" y="283845"/>
                  </a:lnTo>
                  <a:lnTo>
                    <a:pt x="9318" y="237664"/>
                  </a:lnTo>
                  <a:lnTo>
                    <a:pt x="34734" y="199961"/>
                  </a:lnTo>
                  <a:lnTo>
                    <a:pt x="72437" y="174545"/>
                  </a:lnTo>
                  <a:lnTo>
                    <a:pt x="118618" y="165227"/>
                  </a:lnTo>
                  <a:lnTo>
                    <a:pt x="164724" y="174545"/>
                  </a:lnTo>
                  <a:lnTo>
                    <a:pt x="202390" y="199961"/>
                  </a:lnTo>
                  <a:lnTo>
                    <a:pt x="227792" y="237664"/>
                  </a:lnTo>
                  <a:lnTo>
                    <a:pt x="237108" y="283845"/>
                  </a:lnTo>
                  <a:close/>
                </a:path>
                <a:path w="1183639" h="402589">
                  <a:moveTo>
                    <a:pt x="1183513" y="177800"/>
                  </a:moveTo>
                  <a:lnTo>
                    <a:pt x="1177160" y="225057"/>
                  </a:lnTo>
                  <a:lnTo>
                    <a:pt x="1159232" y="267527"/>
                  </a:lnTo>
                  <a:lnTo>
                    <a:pt x="1131427" y="303514"/>
                  </a:lnTo>
                  <a:lnTo>
                    <a:pt x="1095440" y="331319"/>
                  </a:lnTo>
                  <a:lnTo>
                    <a:pt x="1052970" y="349247"/>
                  </a:lnTo>
                  <a:lnTo>
                    <a:pt x="1005713" y="355600"/>
                  </a:lnTo>
                  <a:lnTo>
                    <a:pt x="958455" y="349247"/>
                  </a:lnTo>
                  <a:lnTo>
                    <a:pt x="915985" y="331319"/>
                  </a:lnTo>
                  <a:lnTo>
                    <a:pt x="879998" y="303514"/>
                  </a:lnTo>
                  <a:lnTo>
                    <a:pt x="852193" y="267527"/>
                  </a:lnTo>
                  <a:lnTo>
                    <a:pt x="834265" y="225057"/>
                  </a:lnTo>
                  <a:lnTo>
                    <a:pt x="827913" y="177800"/>
                  </a:lnTo>
                  <a:lnTo>
                    <a:pt x="834265" y="130542"/>
                  </a:lnTo>
                  <a:lnTo>
                    <a:pt x="852193" y="88072"/>
                  </a:lnTo>
                  <a:lnTo>
                    <a:pt x="879998" y="52085"/>
                  </a:lnTo>
                  <a:lnTo>
                    <a:pt x="915985" y="24280"/>
                  </a:lnTo>
                  <a:lnTo>
                    <a:pt x="958455" y="6352"/>
                  </a:lnTo>
                  <a:lnTo>
                    <a:pt x="1005713" y="0"/>
                  </a:lnTo>
                  <a:lnTo>
                    <a:pt x="1052970" y="6352"/>
                  </a:lnTo>
                  <a:lnTo>
                    <a:pt x="1095440" y="24280"/>
                  </a:lnTo>
                  <a:lnTo>
                    <a:pt x="1131427" y="52085"/>
                  </a:lnTo>
                  <a:lnTo>
                    <a:pt x="1159232" y="88072"/>
                  </a:lnTo>
                  <a:lnTo>
                    <a:pt x="1177160" y="130542"/>
                  </a:lnTo>
                  <a:lnTo>
                    <a:pt x="1183513" y="177800"/>
                  </a:lnTo>
                  <a:close/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69" name="object 11"/>
          <p:cNvGrpSpPr/>
          <p:nvPr/>
        </p:nvGrpSpPr>
        <p:grpSpPr>
          <a:xfrm>
            <a:off x="4034880" y="1607400"/>
            <a:ext cx="5111280" cy="2134440"/>
            <a:chOff x="4034880" y="1607400"/>
            <a:chExt cx="5111280" cy="2134440"/>
          </a:xfrm>
        </p:grpSpPr>
        <p:sp>
          <p:nvSpPr>
            <p:cNvPr id="170" name="object 12"/>
            <p:cNvSpPr/>
            <p:nvPr/>
          </p:nvSpPr>
          <p:spPr>
            <a:xfrm>
              <a:off x="4034880" y="1607400"/>
              <a:ext cx="5111280" cy="2134440"/>
            </a:xfrm>
            <a:custGeom>
              <a:avLst/>
              <a:gdLst>
                <a:gd name="textAreaLeft" fmla="*/ 0 w 5111280"/>
                <a:gd name="textAreaRight" fmla="*/ 5111640 w 5111280"/>
                <a:gd name="textAreaTop" fmla="*/ 0 h 2134440"/>
                <a:gd name="textAreaBottom" fmla="*/ 2134800 h 2134440"/>
              </a:gdLst>
              <a:ahLst/>
              <a:rect l="textAreaLeft" t="textAreaTop" r="textAreaRight" b="textAreaBottom"/>
              <a:pathLst>
                <a:path w="5111750" h="2134870">
                  <a:moveTo>
                    <a:pt x="3138450" y="0"/>
                  </a:moveTo>
                  <a:lnTo>
                    <a:pt x="3085181" y="465"/>
                  </a:lnTo>
                  <a:lnTo>
                    <a:pt x="3032560" y="4031"/>
                  </a:lnTo>
                  <a:lnTo>
                    <a:pt x="2981009" y="10618"/>
                  </a:lnTo>
                  <a:lnTo>
                    <a:pt x="2930951" y="20146"/>
                  </a:lnTo>
                  <a:lnTo>
                    <a:pt x="2882807" y="32535"/>
                  </a:lnTo>
                  <a:lnTo>
                    <a:pt x="2836999" y="47704"/>
                  </a:lnTo>
                  <a:lnTo>
                    <a:pt x="2793951" y="65573"/>
                  </a:lnTo>
                  <a:lnTo>
                    <a:pt x="2754084" y="86063"/>
                  </a:lnTo>
                  <a:lnTo>
                    <a:pt x="2717821" y="109093"/>
                  </a:lnTo>
                  <a:lnTo>
                    <a:pt x="2685583" y="134582"/>
                  </a:lnTo>
                  <a:lnTo>
                    <a:pt x="2657793" y="162451"/>
                  </a:lnTo>
                  <a:lnTo>
                    <a:pt x="2624142" y="144885"/>
                  </a:lnTo>
                  <a:lnTo>
                    <a:pt x="2588419" y="128796"/>
                  </a:lnTo>
                  <a:lnTo>
                    <a:pt x="2550744" y="114231"/>
                  </a:lnTo>
                  <a:lnTo>
                    <a:pt x="2511235" y="101237"/>
                  </a:lnTo>
                  <a:lnTo>
                    <a:pt x="2462133" y="87877"/>
                  </a:lnTo>
                  <a:lnTo>
                    <a:pt x="2412052" y="77123"/>
                  </a:lnTo>
                  <a:lnTo>
                    <a:pt x="2361249" y="68931"/>
                  </a:lnTo>
                  <a:lnTo>
                    <a:pt x="2309978" y="63256"/>
                  </a:lnTo>
                  <a:lnTo>
                    <a:pt x="2258498" y="60053"/>
                  </a:lnTo>
                  <a:lnTo>
                    <a:pt x="2207063" y="59279"/>
                  </a:lnTo>
                  <a:lnTo>
                    <a:pt x="2155929" y="60888"/>
                  </a:lnTo>
                  <a:lnTo>
                    <a:pt x="2105354" y="64835"/>
                  </a:lnTo>
                  <a:lnTo>
                    <a:pt x="2055592" y="71076"/>
                  </a:lnTo>
                  <a:lnTo>
                    <a:pt x="2006899" y="79567"/>
                  </a:lnTo>
                  <a:lnTo>
                    <a:pt x="1959533" y="90262"/>
                  </a:lnTo>
                  <a:lnTo>
                    <a:pt x="1913749" y="103117"/>
                  </a:lnTo>
                  <a:lnTo>
                    <a:pt x="1869803" y="118087"/>
                  </a:lnTo>
                  <a:lnTo>
                    <a:pt x="1827951" y="135128"/>
                  </a:lnTo>
                  <a:lnTo>
                    <a:pt x="1788449" y="154194"/>
                  </a:lnTo>
                  <a:lnTo>
                    <a:pt x="1751553" y="175242"/>
                  </a:lnTo>
                  <a:lnTo>
                    <a:pt x="1717520" y="198227"/>
                  </a:lnTo>
                  <a:lnTo>
                    <a:pt x="1686605" y="223103"/>
                  </a:lnTo>
                  <a:lnTo>
                    <a:pt x="1659065" y="249827"/>
                  </a:lnTo>
                  <a:lnTo>
                    <a:pt x="1612067" y="235364"/>
                  </a:lnTo>
                  <a:lnTo>
                    <a:pt x="1563695" y="222771"/>
                  </a:lnTo>
                  <a:lnTo>
                    <a:pt x="1514122" y="212068"/>
                  </a:lnTo>
                  <a:lnTo>
                    <a:pt x="1463522" y="203274"/>
                  </a:lnTo>
                  <a:lnTo>
                    <a:pt x="1412066" y="196408"/>
                  </a:lnTo>
                  <a:lnTo>
                    <a:pt x="1359928" y="191488"/>
                  </a:lnTo>
                  <a:lnTo>
                    <a:pt x="1307282" y="188535"/>
                  </a:lnTo>
                  <a:lnTo>
                    <a:pt x="1254299" y="187566"/>
                  </a:lnTo>
                  <a:lnTo>
                    <a:pt x="1201153" y="188602"/>
                  </a:lnTo>
                  <a:lnTo>
                    <a:pt x="1148017" y="191661"/>
                  </a:lnTo>
                  <a:lnTo>
                    <a:pt x="1086539" y="197795"/>
                  </a:lnTo>
                  <a:lnTo>
                    <a:pt x="1026993" y="206469"/>
                  </a:lnTo>
                  <a:lnTo>
                    <a:pt x="969530" y="217570"/>
                  </a:lnTo>
                  <a:lnTo>
                    <a:pt x="914303" y="230983"/>
                  </a:lnTo>
                  <a:lnTo>
                    <a:pt x="861463" y="246596"/>
                  </a:lnTo>
                  <a:lnTo>
                    <a:pt x="811163" y="264293"/>
                  </a:lnTo>
                  <a:lnTo>
                    <a:pt x="763555" y="283962"/>
                  </a:lnTo>
                  <a:lnTo>
                    <a:pt x="718790" y="305488"/>
                  </a:lnTo>
                  <a:lnTo>
                    <a:pt x="677021" y="328758"/>
                  </a:lnTo>
                  <a:lnTo>
                    <a:pt x="638399" y="353657"/>
                  </a:lnTo>
                  <a:lnTo>
                    <a:pt x="603077" y="380073"/>
                  </a:lnTo>
                  <a:lnTo>
                    <a:pt x="571206" y="407891"/>
                  </a:lnTo>
                  <a:lnTo>
                    <a:pt x="542938" y="436998"/>
                  </a:lnTo>
                  <a:lnTo>
                    <a:pt x="518426" y="467279"/>
                  </a:lnTo>
                  <a:lnTo>
                    <a:pt x="481276" y="530911"/>
                  </a:lnTo>
                  <a:lnTo>
                    <a:pt x="460971" y="597876"/>
                  </a:lnTo>
                  <a:lnTo>
                    <a:pt x="457515" y="632324"/>
                  </a:lnTo>
                  <a:lnTo>
                    <a:pt x="458726" y="667264"/>
                  </a:lnTo>
                  <a:lnTo>
                    <a:pt x="464757" y="702582"/>
                  </a:lnTo>
                  <a:lnTo>
                    <a:pt x="460439" y="709313"/>
                  </a:lnTo>
                  <a:lnTo>
                    <a:pt x="406925" y="714088"/>
                  </a:lnTo>
                  <a:lnTo>
                    <a:pt x="355087" y="721974"/>
                  </a:lnTo>
                  <a:lnTo>
                    <a:pt x="305292" y="732836"/>
                  </a:lnTo>
                  <a:lnTo>
                    <a:pt x="257909" y="746539"/>
                  </a:lnTo>
                  <a:lnTo>
                    <a:pt x="213305" y="762948"/>
                  </a:lnTo>
                  <a:lnTo>
                    <a:pt x="171848" y="781929"/>
                  </a:lnTo>
                  <a:lnTo>
                    <a:pt x="133907" y="803346"/>
                  </a:lnTo>
                  <a:lnTo>
                    <a:pt x="99848" y="827064"/>
                  </a:lnTo>
                  <a:lnTo>
                    <a:pt x="70041" y="852950"/>
                  </a:lnTo>
                  <a:lnTo>
                    <a:pt x="40955" y="885892"/>
                  </a:lnTo>
                  <a:lnTo>
                    <a:pt x="19701" y="919874"/>
                  </a:lnTo>
                  <a:lnTo>
                    <a:pt x="0" y="989450"/>
                  </a:lnTo>
                  <a:lnTo>
                    <a:pt x="1210" y="1024293"/>
                  </a:lnTo>
                  <a:lnTo>
                    <a:pt x="24893" y="1092203"/>
                  </a:lnTo>
                  <a:lnTo>
                    <a:pt x="47022" y="1124519"/>
                  </a:lnTo>
                  <a:lnTo>
                    <a:pt x="75782" y="1155240"/>
                  </a:lnTo>
                  <a:lnTo>
                    <a:pt x="110999" y="1183990"/>
                  </a:lnTo>
                  <a:lnTo>
                    <a:pt x="152503" y="1210393"/>
                  </a:lnTo>
                  <a:lnTo>
                    <a:pt x="200121" y="1234072"/>
                  </a:lnTo>
                  <a:lnTo>
                    <a:pt x="253683" y="1254651"/>
                  </a:lnTo>
                  <a:lnTo>
                    <a:pt x="206427" y="1287871"/>
                  </a:lnTo>
                  <a:lnTo>
                    <a:pt x="168537" y="1324242"/>
                  </a:lnTo>
                  <a:lnTo>
                    <a:pt x="140383" y="1363125"/>
                  </a:lnTo>
                  <a:lnTo>
                    <a:pt x="122337" y="1403881"/>
                  </a:lnTo>
                  <a:lnTo>
                    <a:pt x="114768" y="1445871"/>
                  </a:lnTo>
                  <a:lnTo>
                    <a:pt x="118047" y="1488458"/>
                  </a:lnTo>
                  <a:lnTo>
                    <a:pt x="145367" y="1554146"/>
                  </a:lnTo>
                  <a:lnTo>
                    <a:pt x="196522" y="1612701"/>
                  </a:lnTo>
                  <a:lnTo>
                    <a:pt x="229967" y="1638824"/>
                  </a:lnTo>
                  <a:lnTo>
                    <a:pt x="268087" y="1662587"/>
                  </a:lnTo>
                  <a:lnTo>
                    <a:pt x="310452" y="1683800"/>
                  </a:lnTo>
                  <a:lnTo>
                    <a:pt x="356635" y="1702270"/>
                  </a:lnTo>
                  <a:lnTo>
                    <a:pt x="406208" y="1717805"/>
                  </a:lnTo>
                  <a:lnTo>
                    <a:pt x="458742" y="1730213"/>
                  </a:lnTo>
                  <a:lnTo>
                    <a:pt x="513809" y="1739303"/>
                  </a:lnTo>
                  <a:lnTo>
                    <a:pt x="570982" y="1744883"/>
                  </a:lnTo>
                  <a:lnTo>
                    <a:pt x="629831" y="1746761"/>
                  </a:lnTo>
                  <a:lnTo>
                    <a:pt x="689928" y="1744744"/>
                  </a:lnTo>
                  <a:lnTo>
                    <a:pt x="699580" y="1754142"/>
                  </a:lnTo>
                  <a:lnTo>
                    <a:pt x="729640" y="1780829"/>
                  </a:lnTo>
                  <a:lnTo>
                    <a:pt x="762046" y="1806125"/>
                  </a:lnTo>
                  <a:lnTo>
                    <a:pt x="796668" y="1830013"/>
                  </a:lnTo>
                  <a:lnTo>
                    <a:pt x="833373" y="1852474"/>
                  </a:lnTo>
                  <a:lnTo>
                    <a:pt x="872032" y="1873488"/>
                  </a:lnTo>
                  <a:lnTo>
                    <a:pt x="912514" y="1893037"/>
                  </a:lnTo>
                  <a:lnTo>
                    <a:pt x="954686" y="1911103"/>
                  </a:lnTo>
                  <a:lnTo>
                    <a:pt x="998419" y="1927666"/>
                  </a:lnTo>
                  <a:lnTo>
                    <a:pt x="1043581" y="1942709"/>
                  </a:lnTo>
                  <a:lnTo>
                    <a:pt x="1090041" y="1956212"/>
                  </a:lnTo>
                  <a:lnTo>
                    <a:pt x="1137668" y="1968156"/>
                  </a:lnTo>
                  <a:lnTo>
                    <a:pt x="1186332" y="1978523"/>
                  </a:lnTo>
                  <a:lnTo>
                    <a:pt x="1235901" y="1987295"/>
                  </a:lnTo>
                  <a:lnTo>
                    <a:pt x="1286244" y="1994452"/>
                  </a:lnTo>
                  <a:lnTo>
                    <a:pt x="1337230" y="1999976"/>
                  </a:lnTo>
                  <a:lnTo>
                    <a:pt x="1388728" y="2003848"/>
                  </a:lnTo>
                  <a:lnTo>
                    <a:pt x="1440608" y="2006049"/>
                  </a:lnTo>
                  <a:lnTo>
                    <a:pt x="1492737" y="2006561"/>
                  </a:lnTo>
                  <a:lnTo>
                    <a:pt x="1544986" y="2005366"/>
                  </a:lnTo>
                  <a:lnTo>
                    <a:pt x="1597223" y="2002443"/>
                  </a:lnTo>
                  <a:lnTo>
                    <a:pt x="1649317" y="1997775"/>
                  </a:lnTo>
                  <a:lnTo>
                    <a:pt x="1701138" y="1991344"/>
                  </a:lnTo>
                  <a:lnTo>
                    <a:pt x="1752553" y="1983129"/>
                  </a:lnTo>
                  <a:lnTo>
                    <a:pt x="1803433" y="1973113"/>
                  </a:lnTo>
                  <a:lnTo>
                    <a:pt x="1853645" y="1961277"/>
                  </a:lnTo>
                  <a:lnTo>
                    <a:pt x="1903060" y="1947602"/>
                  </a:lnTo>
                  <a:lnTo>
                    <a:pt x="1951546" y="1932069"/>
                  </a:lnTo>
                  <a:lnTo>
                    <a:pt x="1987573" y="1960408"/>
                  </a:lnTo>
                  <a:lnTo>
                    <a:pt x="2027101" y="1986946"/>
                  </a:lnTo>
                  <a:lnTo>
                    <a:pt x="2069915" y="2011594"/>
                  </a:lnTo>
                  <a:lnTo>
                    <a:pt x="2115798" y="2034264"/>
                  </a:lnTo>
                  <a:lnTo>
                    <a:pt x="2164536" y="2054866"/>
                  </a:lnTo>
                  <a:lnTo>
                    <a:pt x="2215913" y="2073312"/>
                  </a:lnTo>
                  <a:lnTo>
                    <a:pt x="2269714" y="2089512"/>
                  </a:lnTo>
                  <a:lnTo>
                    <a:pt x="2325724" y="2103379"/>
                  </a:lnTo>
                  <a:lnTo>
                    <a:pt x="2383727" y="2114822"/>
                  </a:lnTo>
                  <a:lnTo>
                    <a:pt x="2438846" y="2123139"/>
                  </a:lnTo>
                  <a:lnTo>
                    <a:pt x="2494065" y="2129141"/>
                  </a:lnTo>
                  <a:lnTo>
                    <a:pt x="2549215" y="2132878"/>
                  </a:lnTo>
                  <a:lnTo>
                    <a:pt x="2604128" y="2134403"/>
                  </a:lnTo>
                  <a:lnTo>
                    <a:pt x="2658636" y="2133765"/>
                  </a:lnTo>
                  <a:lnTo>
                    <a:pt x="2712570" y="2131017"/>
                  </a:lnTo>
                  <a:lnTo>
                    <a:pt x="2765763" y="2126210"/>
                  </a:lnTo>
                  <a:lnTo>
                    <a:pt x="2818045" y="2119395"/>
                  </a:lnTo>
                  <a:lnTo>
                    <a:pt x="2869249" y="2110623"/>
                  </a:lnTo>
                  <a:lnTo>
                    <a:pt x="2919207" y="2099946"/>
                  </a:lnTo>
                  <a:lnTo>
                    <a:pt x="2967750" y="2087414"/>
                  </a:lnTo>
                  <a:lnTo>
                    <a:pt x="3014709" y="2073079"/>
                  </a:lnTo>
                  <a:lnTo>
                    <a:pt x="3059917" y="2056992"/>
                  </a:lnTo>
                  <a:lnTo>
                    <a:pt x="3103206" y="2039204"/>
                  </a:lnTo>
                  <a:lnTo>
                    <a:pt x="3144406" y="2019767"/>
                  </a:lnTo>
                  <a:lnTo>
                    <a:pt x="3183350" y="1998732"/>
                  </a:lnTo>
                  <a:lnTo>
                    <a:pt x="3219869" y="1976149"/>
                  </a:lnTo>
                  <a:lnTo>
                    <a:pt x="3253796" y="1952071"/>
                  </a:lnTo>
                  <a:lnTo>
                    <a:pt x="3284961" y="1926549"/>
                  </a:lnTo>
                  <a:lnTo>
                    <a:pt x="3313197" y="1899633"/>
                  </a:lnTo>
                  <a:lnTo>
                    <a:pt x="3360207" y="1841826"/>
                  </a:lnTo>
                  <a:lnTo>
                    <a:pt x="3378645" y="1811038"/>
                  </a:lnTo>
                  <a:lnTo>
                    <a:pt x="3425485" y="1826232"/>
                  </a:lnTo>
                  <a:lnTo>
                    <a:pt x="3474082" y="1839238"/>
                  </a:lnTo>
                  <a:lnTo>
                    <a:pt x="3524203" y="1850013"/>
                  </a:lnTo>
                  <a:lnTo>
                    <a:pt x="3575614" y="1858516"/>
                  </a:lnTo>
                  <a:lnTo>
                    <a:pt x="3628083" y="1864704"/>
                  </a:lnTo>
                  <a:lnTo>
                    <a:pt x="3681377" y="1868535"/>
                  </a:lnTo>
                  <a:lnTo>
                    <a:pt x="3735261" y="1869966"/>
                  </a:lnTo>
                  <a:lnTo>
                    <a:pt x="3794269" y="1868817"/>
                  </a:lnTo>
                  <a:lnTo>
                    <a:pt x="3851922" y="1864886"/>
                  </a:lnTo>
                  <a:lnTo>
                    <a:pt x="3908013" y="1858288"/>
                  </a:lnTo>
                  <a:lnTo>
                    <a:pt x="3962335" y="1849140"/>
                  </a:lnTo>
                  <a:lnTo>
                    <a:pt x="4014683" y="1837557"/>
                  </a:lnTo>
                  <a:lnTo>
                    <a:pt x="4064848" y="1823655"/>
                  </a:lnTo>
                  <a:lnTo>
                    <a:pt x="4112625" y="1807551"/>
                  </a:lnTo>
                  <a:lnTo>
                    <a:pt x="4157806" y="1789359"/>
                  </a:lnTo>
                  <a:lnTo>
                    <a:pt x="4200184" y="1769197"/>
                  </a:lnTo>
                  <a:lnTo>
                    <a:pt x="4239554" y="1747179"/>
                  </a:lnTo>
                  <a:lnTo>
                    <a:pt x="4275708" y="1723421"/>
                  </a:lnTo>
                  <a:lnTo>
                    <a:pt x="4308439" y="1698040"/>
                  </a:lnTo>
                  <a:lnTo>
                    <a:pt x="4337542" y="1671152"/>
                  </a:lnTo>
                  <a:lnTo>
                    <a:pt x="4384031" y="1613315"/>
                  </a:lnTo>
                  <a:lnTo>
                    <a:pt x="4413523" y="1550838"/>
                  </a:lnTo>
                  <a:lnTo>
                    <a:pt x="4424363" y="1484648"/>
                  </a:lnTo>
                  <a:lnTo>
                    <a:pt x="4475095" y="1479540"/>
                  </a:lnTo>
                  <a:lnTo>
                    <a:pt x="4524993" y="1472621"/>
                  </a:lnTo>
                  <a:lnTo>
                    <a:pt x="4573911" y="1463924"/>
                  </a:lnTo>
                  <a:lnTo>
                    <a:pt x="4621705" y="1453485"/>
                  </a:lnTo>
                  <a:lnTo>
                    <a:pt x="4668232" y="1441338"/>
                  </a:lnTo>
                  <a:lnTo>
                    <a:pt x="4713346" y="1427516"/>
                  </a:lnTo>
                  <a:lnTo>
                    <a:pt x="4756903" y="1412054"/>
                  </a:lnTo>
                  <a:lnTo>
                    <a:pt x="4798759" y="1394986"/>
                  </a:lnTo>
                  <a:lnTo>
                    <a:pt x="4849214" y="1371044"/>
                  </a:lnTo>
                  <a:lnTo>
                    <a:pt x="4895361" y="1345275"/>
                  </a:lnTo>
                  <a:lnTo>
                    <a:pt x="4937160" y="1317844"/>
                  </a:lnTo>
                  <a:lnTo>
                    <a:pt x="4974575" y="1288916"/>
                  </a:lnTo>
                  <a:lnTo>
                    <a:pt x="5007567" y="1258653"/>
                  </a:lnTo>
                  <a:lnTo>
                    <a:pt x="5036098" y="1227222"/>
                  </a:lnTo>
                  <a:lnTo>
                    <a:pt x="5060132" y="1194786"/>
                  </a:lnTo>
                  <a:lnTo>
                    <a:pt x="5079628" y="1161509"/>
                  </a:lnTo>
                  <a:lnTo>
                    <a:pt x="5104861" y="1093091"/>
                  </a:lnTo>
                  <a:lnTo>
                    <a:pt x="5111493" y="1023282"/>
                  </a:lnTo>
                  <a:lnTo>
                    <a:pt x="5107739" y="988267"/>
                  </a:lnTo>
                  <a:lnTo>
                    <a:pt x="5085902" y="918837"/>
                  </a:lnTo>
                  <a:lnTo>
                    <a:pt x="5067743" y="884751"/>
                  </a:lnTo>
                  <a:lnTo>
                    <a:pt x="5044706" y="851303"/>
                  </a:lnTo>
                  <a:lnTo>
                    <a:pt x="5016754" y="818657"/>
                  </a:lnTo>
                  <a:lnTo>
                    <a:pt x="4983849" y="786978"/>
                  </a:lnTo>
                  <a:lnTo>
                    <a:pt x="4945952" y="756430"/>
                  </a:lnTo>
                  <a:lnTo>
                    <a:pt x="4954263" y="744835"/>
                  </a:lnTo>
                  <a:lnTo>
                    <a:pt x="4974908" y="709313"/>
                  </a:lnTo>
                  <a:lnTo>
                    <a:pt x="4988697" y="673372"/>
                  </a:lnTo>
                  <a:lnTo>
                    <a:pt x="4996804" y="601964"/>
                  </a:lnTo>
                  <a:lnTo>
                    <a:pt x="4991567" y="566940"/>
                  </a:lnTo>
                  <a:lnTo>
                    <a:pt x="4963623" y="499356"/>
                  </a:lnTo>
                  <a:lnTo>
                    <a:pt x="4941361" y="467239"/>
                  </a:lnTo>
                  <a:lnTo>
                    <a:pt x="4913869" y="436533"/>
                  </a:lnTo>
                  <a:lnTo>
                    <a:pt x="4881368" y="407460"/>
                  </a:lnTo>
                  <a:lnTo>
                    <a:pt x="4844082" y="380240"/>
                  </a:lnTo>
                  <a:lnTo>
                    <a:pt x="4802232" y="355096"/>
                  </a:lnTo>
                  <a:lnTo>
                    <a:pt x="4756041" y="332248"/>
                  </a:lnTo>
                  <a:lnTo>
                    <a:pt x="4705732" y="311917"/>
                  </a:lnTo>
                  <a:lnTo>
                    <a:pt x="4651526" y="294325"/>
                  </a:lnTo>
                  <a:lnTo>
                    <a:pt x="4593645" y="279693"/>
                  </a:lnTo>
                  <a:lnTo>
                    <a:pt x="4532313" y="268242"/>
                  </a:lnTo>
                  <a:lnTo>
                    <a:pt x="4516820" y="231720"/>
                  </a:lnTo>
                  <a:lnTo>
                    <a:pt x="4494175" y="196666"/>
                  </a:lnTo>
                  <a:lnTo>
                    <a:pt x="4464701" y="163403"/>
                  </a:lnTo>
                  <a:lnTo>
                    <a:pt x="4428719" y="132258"/>
                  </a:lnTo>
                  <a:lnTo>
                    <a:pt x="4386548" y="103554"/>
                  </a:lnTo>
                  <a:lnTo>
                    <a:pt x="4338511" y="77615"/>
                  </a:lnTo>
                  <a:lnTo>
                    <a:pt x="4294646" y="58466"/>
                  </a:lnTo>
                  <a:lnTo>
                    <a:pt x="4248620" y="42067"/>
                  </a:lnTo>
                  <a:lnTo>
                    <a:pt x="4200773" y="28403"/>
                  </a:lnTo>
                  <a:lnTo>
                    <a:pt x="4151443" y="17458"/>
                  </a:lnTo>
                  <a:lnTo>
                    <a:pt x="4100970" y="9216"/>
                  </a:lnTo>
                  <a:lnTo>
                    <a:pt x="4049692" y="3662"/>
                  </a:lnTo>
                  <a:lnTo>
                    <a:pt x="3997950" y="779"/>
                  </a:lnTo>
                  <a:lnTo>
                    <a:pt x="3946081" y="553"/>
                  </a:lnTo>
                  <a:lnTo>
                    <a:pt x="3894425" y="2967"/>
                  </a:lnTo>
                  <a:lnTo>
                    <a:pt x="3843320" y="8006"/>
                  </a:lnTo>
                  <a:lnTo>
                    <a:pt x="3793107" y="15654"/>
                  </a:lnTo>
                  <a:lnTo>
                    <a:pt x="3744123" y="25896"/>
                  </a:lnTo>
                  <a:lnTo>
                    <a:pt x="3696709" y="38716"/>
                  </a:lnTo>
                  <a:lnTo>
                    <a:pt x="3651202" y="54098"/>
                  </a:lnTo>
                  <a:lnTo>
                    <a:pt x="3607943" y="72027"/>
                  </a:lnTo>
                  <a:lnTo>
                    <a:pt x="3567269" y="92486"/>
                  </a:lnTo>
                  <a:lnTo>
                    <a:pt x="3529521" y="115461"/>
                  </a:lnTo>
                  <a:lnTo>
                    <a:pt x="3491187" y="89991"/>
                  </a:lnTo>
                  <a:lnTo>
                    <a:pt x="3448114" y="67249"/>
                  </a:lnTo>
                  <a:lnTo>
                    <a:pt x="3400755" y="47435"/>
                  </a:lnTo>
                  <a:lnTo>
                    <a:pt x="3349562" y="30752"/>
                  </a:lnTo>
                  <a:lnTo>
                    <a:pt x="3297923" y="18011"/>
                  </a:lnTo>
                  <a:lnTo>
                    <a:pt x="3245243" y="8693"/>
                  </a:lnTo>
                  <a:lnTo>
                    <a:pt x="3191945" y="2715"/>
                  </a:lnTo>
                  <a:lnTo>
                    <a:pt x="3138450" y="0"/>
                  </a:lnTo>
                  <a:close/>
                </a:path>
              </a:pathLst>
            </a:custGeom>
            <a:solidFill>
              <a:srgbClr val="cc8e5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71" name="object 13"/>
            <p:cNvSpPr/>
            <p:nvPr/>
          </p:nvSpPr>
          <p:spPr>
            <a:xfrm>
              <a:off x="4034880" y="1607400"/>
              <a:ext cx="5111280" cy="2134440"/>
            </a:xfrm>
            <a:custGeom>
              <a:avLst/>
              <a:gdLst>
                <a:gd name="textAreaLeft" fmla="*/ 0 w 5111280"/>
                <a:gd name="textAreaRight" fmla="*/ 5111640 w 5111280"/>
                <a:gd name="textAreaTop" fmla="*/ 0 h 2134440"/>
                <a:gd name="textAreaBottom" fmla="*/ 2134800 h 2134440"/>
              </a:gdLst>
              <a:ahLst/>
              <a:rect l="textAreaLeft" t="textAreaTop" r="textAreaRight" b="textAreaBottom"/>
              <a:pathLst>
                <a:path w="5111750" h="2134870">
                  <a:moveTo>
                    <a:pt x="464757" y="702582"/>
                  </a:moveTo>
                  <a:lnTo>
                    <a:pt x="458726" y="667264"/>
                  </a:lnTo>
                  <a:lnTo>
                    <a:pt x="457515" y="632324"/>
                  </a:lnTo>
                  <a:lnTo>
                    <a:pt x="460971" y="597876"/>
                  </a:lnTo>
                  <a:lnTo>
                    <a:pt x="481276" y="530911"/>
                  </a:lnTo>
                  <a:lnTo>
                    <a:pt x="518426" y="467279"/>
                  </a:lnTo>
                  <a:lnTo>
                    <a:pt x="542938" y="436998"/>
                  </a:lnTo>
                  <a:lnTo>
                    <a:pt x="571206" y="407891"/>
                  </a:lnTo>
                  <a:lnTo>
                    <a:pt x="603077" y="380073"/>
                  </a:lnTo>
                  <a:lnTo>
                    <a:pt x="638399" y="353657"/>
                  </a:lnTo>
                  <a:lnTo>
                    <a:pt x="677021" y="328758"/>
                  </a:lnTo>
                  <a:lnTo>
                    <a:pt x="718790" y="305488"/>
                  </a:lnTo>
                  <a:lnTo>
                    <a:pt x="763555" y="283962"/>
                  </a:lnTo>
                  <a:lnTo>
                    <a:pt x="811163" y="264293"/>
                  </a:lnTo>
                  <a:lnTo>
                    <a:pt x="861463" y="246596"/>
                  </a:lnTo>
                  <a:lnTo>
                    <a:pt x="914303" y="230983"/>
                  </a:lnTo>
                  <a:lnTo>
                    <a:pt x="969530" y="217570"/>
                  </a:lnTo>
                  <a:lnTo>
                    <a:pt x="1026993" y="206469"/>
                  </a:lnTo>
                  <a:lnTo>
                    <a:pt x="1086539" y="197795"/>
                  </a:lnTo>
                  <a:lnTo>
                    <a:pt x="1148017" y="191661"/>
                  </a:lnTo>
                  <a:lnTo>
                    <a:pt x="1201153" y="188602"/>
                  </a:lnTo>
                  <a:lnTo>
                    <a:pt x="1254299" y="187566"/>
                  </a:lnTo>
                  <a:lnTo>
                    <a:pt x="1307282" y="188535"/>
                  </a:lnTo>
                  <a:lnTo>
                    <a:pt x="1359928" y="191488"/>
                  </a:lnTo>
                  <a:lnTo>
                    <a:pt x="1412066" y="196408"/>
                  </a:lnTo>
                  <a:lnTo>
                    <a:pt x="1463522" y="203274"/>
                  </a:lnTo>
                  <a:lnTo>
                    <a:pt x="1514122" y="212068"/>
                  </a:lnTo>
                  <a:lnTo>
                    <a:pt x="1563695" y="222771"/>
                  </a:lnTo>
                  <a:lnTo>
                    <a:pt x="1612067" y="235364"/>
                  </a:lnTo>
                  <a:lnTo>
                    <a:pt x="1659065" y="249827"/>
                  </a:lnTo>
                  <a:lnTo>
                    <a:pt x="1686605" y="223103"/>
                  </a:lnTo>
                  <a:lnTo>
                    <a:pt x="1717520" y="198227"/>
                  </a:lnTo>
                  <a:lnTo>
                    <a:pt x="1751553" y="175242"/>
                  </a:lnTo>
                  <a:lnTo>
                    <a:pt x="1788449" y="154194"/>
                  </a:lnTo>
                  <a:lnTo>
                    <a:pt x="1827951" y="135128"/>
                  </a:lnTo>
                  <a:lnTo>
                    <a:pt x="1869803" y="118087"/>
                  </a:lnTo>
                  <a:lnTo>
                    <a:pt x="1913749" y="103117"/>
                  </a:lnTo>
                  <a:lnTo>
                    <a:pt x="1959533" y="90262"/>
                  </a:lnTo>
                  <a:lnTo>
                    <a:pt x="2006899" y="79567"/>
                  </a:lnTo>
                  <a:lnTo>
                    <a:pt x="2055592" y="71076"/>
                  </a:lnTo>
                  <a:lnTo>
                    <a:pt x="2105354" y="64835"/>
                  </a:lnTo>
                  <a:lnTo>
                    <a:pt x="2155929" y="60888"/>
                  </a:lnTo>
                  <a:lnTo>
                    <a:pt x="2207063" y="59279"/>
                  </a:lnTo>
                  <a:lnTo>
                    <a:pt x="2258498" y="60053"/>
                  </a:lnTo>
                  <a:lnTo>
                    <a:pt x="2309978" y="63256"/>
                  </a:lnTo>
                  <a:lnTo>
                    <a:pt x="2361249" y="68931"/>
                  </a:lnTo>
                  <a:lnTo>
                    <a:pt x="2412052" y="77123"/>
                  </a:lnTo>
                  <a:lnTo>
                    <a:pt x="2462133" y="87877"/>
                  </a:lnTo>
                  <a:lnTo>
                    <a:pt x="2511235" y="101237"/>
                  </a:lnTo>
                  <a:lnTo>
                    <a:pt x="2550744" y="114231"/>
                  </a:lnTo>
                  <a:lnTo>
                    <a:pt x="2588419" y="128796"/>
                  </a:lnTo>
                  <a:lnTo>
                    <a:pt x="2624142" y="144885"/>
                  </a:lnTo>
                  <a:lnTo>
                    <a:pt x="2657793" y="162451"/>
                  </a:lnTo>
                  <a:lnTo>
                    <a:pt x="2685583" y="134582"/>
                  </a:lnTo>
                  <a:lnTo>
                    <a:pt x="2717821" y="109093"/>
                  </a:lnTo>
                  <a:lnTo>
                    <a:pt x="2754084" y="86063"/>
                  </a:lnTo>
                  <a:lnTo>
                    <a:pt x="2793951" y="65573"/>
                  </a:lnTo>
                  <a:lnTo>
                    <a:pt x="2836999" y="47704"/>
                  </a:lnTo>
                  <a:lnTo>
                    <a:pt x="2882807" y="32535"/>
                  </a:lnTo>
                  <a:lnTo>
                    <a:pt x="2930951" y="20146"/>
                  </a:lnTo>
                  <a:lnTo>
                    <a:pt x="2981009" y="10618"/>
                  </a:lnTo>
                  <a:lnTo>
                    <a:pt x="3032560" y="4031"/>
                  </a:lnTo>
                  <a:lnTo>
                    <a:pt x="3085181" y="465"/>
                  </a:lnTo>
                  <a:lnTo>
                    <a:pt x="3138450" y="0"/>
                  </a:lnTo>
                  <a:lnTo>
                    <a:pt x="3191945" y="2715"/>
                  </a:lnTo>
                  <a:lnTo>
                    <a:pt x="3245243" y="8693"/>
                  </a:lnTo>
                  <a:lnTo>
                    <a:pt x="3297923" y="18011"/>
                  </a:lnTo>
                  <a:lnTo>
                    <a:pt x="3349562" y="30752"/>
                  </a:lnTo>
                  <a:lnTo>
                    <a:pt x="3400755" y="47435"/>
                  </a:lnTo>
                  <a:lnTo>
                    <a:pt x="3448114" y="67249"/>
                  </a:lnTo>
                  <a:lnTo>
                    <a:pt x="3491187" y="89991"/>
                  </a:lnTo>
                  <a:lnTo>
                    <a:pt x="3529521" y="115461"/>
                  </a:lnTo>
                  <a:lnTo>
                    <a:pt x="3567269" y="92486"/>
                  </a:lnTo>
                  <a:lnTo>
                    <a:pt x="3607943" y="72027"/>
                  </a:lnTo>
                  <a:lnTo>
                    <a:pt x="3651202" y="54098"/>
                  </a:lnTo>
                  <a:lnTo>
                    <a:pt x="3696709" y="38716"/>
                  </a:lnTo>
                  <a:lnTo>
                    <a:pt x="3744123" y="25896"/>
                  </a:lnTo>
                  <a:lnTo>
                    <a:pt x="3793107" y="15654"/>
                  </a:lnTo>
                  <a:lnTo>
                    <a:pt x="3843320" y="8006"/>
                  </a:lnTo>
                  <a:lnTo>
                    <a:pt x="3894425" y="2967"/>
                  </a:lnTo>
                  <a:lnTo>
                    <a:pt x="3946081" y="553"/>
                  </a:lnTo>
                  <a:lnTo>
                    <a:pt x="3997950" y="779"/>
                  </a:lnTo>
                  <a:lnTo>
                    <a:pt x="4049692" y="3662"/>
                  </a:lnTo>
                  <a:lnTo>
                    <a:pt x="4100970" y="9216"/>
                  </a:lnTo>
                  <a:lnTo>
                    <a:pt x="4151443" y="17458"/>
                  </a:lnTo>
                  <a:lnTo>
                    <a:pt x="4200773" y="28403"/>
                  </a:lnTo>
                  <a:lnTo>
                    <a:pt x="4248620" y="42067"/>
                  </a:lnTo>
                  <a:lnTo>
                    <a:pt x="4294646" y="58466"/>
                  </a:lnTo>
                  <a:lnTo>
                    <a:pt x="4338511" y="77615"/>
                  </a:lnTo>
                  <a:lnTo>
                    <a:pt x="4386548" y="103554"/>
                  </a:lnTo>
                  <a:lnTo>
                    <a:pt x="4428719" y="132258"/>
                  </a:lnTo>
                  <a:lnTo>
                    <a:pt x="4464701" y="163403"/>
                  </a:lnTo>
                  <a:lnTo>
                    <a:pt x="4494175" y="196666"/>
                  </a:lnTo>
                  <a:lnTo>
                    <a:pt x="4516820" y="231720"/>
                  </a:lnTo>
                  <a:lnTo>
                    <a:pt x="4532313" y="268242"/>
                  </a:lnTo>
                  <a:lnTo>
                    <a:pt x="4593645" y="279693"/>
                  </a:lnTo>
                  <a:lnTo>
                    <a:pt x="4651526" y="294325"/>
                  </a:lnTo>
                  <a:lnTo>
                    <a:pt x="4705732" y="311917"/>
                  </a:lnTo>
                  <a:lnTo>
                    <a:pt x="4756041" y="332248"/>
                  </a:lnTo>
                  <a:lnTo>
                    <a:pt x="4802232" y="355096"/>
                  </a:lnTo>
                  <a:lnTo>
                    <a:pt x="4844082" y="380240"/>
                  </a:lnTo>
                  <a:lnTo>
                    <a:pt x="4881368" y="407460"/>
                  </a:lnTo>
                  <a:lnTo>
                    <a:pt x="4913869" y="436533"/>
                  </a:lnTo>
                  <a:lnTo>
                    <a:pt x="4941361" y="467239"/>
                  </a:lnTo>
                  <a:lnTo>
                    <a:pt x="4963623" y="499356"/>
                  </a:lnTo>
                  <a:lnTo>
                    <a:pt x="4991567" y="566940"/>
                  </a:lnTo>
                  <a:lnTo>
                    <a:pt x="4996804" y="601964"/>
                  </a:lnTo>
                  <a:lnTo>
                    <a:pt x="4995921" y="637516"/>
                  </a:lnTo>
                  <a:lnTo>
                    <a:pt x="4974908" y="709313"/>
                  </a:lnTo>
                  <a:lnTo>
                    <a:pt x="4954263" y="744835"/>
                  </a:lnTo>
                  <a:lnTo>
                    <a:pt x="4945952" y="756430"/>
                  </a:lnTo>
                  <a:lnTo>
                    <a:pt x="4983849" y="786978"/>
                  </a:lnTo>
                  <a:lnTo>
                    <a:pt x="5016754" y="818657"/>
                  </a:lnTo>
                  <a:lnTo>
                    <a:pt x="5044706" y="851303"/>
                  </a:lnTo>
                  <a:lnTo>
                    <a:pt x="5067743" y="884751"/>
                  </a:lnTo>
                  <a:lnTo>
                    <a:pt x="5085902" y="918837"/>
                  </a:lnTo>
                  <a:lnTo>
                    <a:pt x="5107739" y="988267"/>
                  </a:lnTo>
                  <a:lnTo>
                    <a:pt x="5111493" y="1023282"/>
                  </a:lnTo>
                  <a:lnTo>
                    <a:pt x="5110521" y="1058278"/>
                  </a:lnTo>
                  <a:lnTo>
                    <a:pt x="5094551" y="1127556"/>
                  </a:lnTo>
                  <a:lnTo>
                    <a:pt x="5060132" y="1194786"/>
                  </a:lnTo>
                  <a:lnTo>
                    <a:pt x="5036098" y="1227222"/>
                  </a:lnTo>
                  <a:lnTo>
                    <a:pt x="5007567" y="1258653"/>
                  </a:lnTo>
                  <a:lnTo>
                    <a:pt x="4974575" y="1288916"/>
                  </a:lnTo>
                  <a:lnTo>
                    <a:pt x="4937160" y="1317844"/>
                  </a:lnTo>
                  <a:lnTo>
                    <a:pt x="4895361" y="1345275"/>
                  </a:lnTo>
                  <a:lnTo>
                    <a:pt x="4849214" y="1371044"/>
                  </a:lnTo>
                  <a:lnTo>
                    <a:pt x="4798759" y="1394986"/>
                  </a:lnTo>
                  <a:lnTo>
                    <a:pt x="4756903" y="1412054"/>
                  </a:lnTo>
                  <a:lnTo>
                    <a:pt x="4713346" y="1427516"/>
                  </a:lnTo>
                  <a:lnTo>
                    <a:pt x="4668232" y="1441338"/>
                  </a:lnTo>
                  <a:lnTo>
                    <a:pt x="4621705" y="1453485"/>
                  </a:lnTo>
                  <a:lnTo>
                    <a:pt x="4573911" y="1463924"/>
                  </a:lnTo>
                  <a:lnTo>
                    <a:pt x="4524993" y="1472621"/>
                  </a:lnTo>
                  <a:lnTo>
                    <a:pt x="4475095" y="1479540"/>
                  </a:lnTo>
                  <a:lnTo>
                    <a:pt x="4424363" y="1484648"/>
                  </a:lnTo>
                  <a:lnTo>
                    <a:pt x="4421378" y="1518149"/>
                  </a:lnTo>
                  <a:lnTo>
                    <a:pt x="4401005" y="1582599"/>
                  </a:lnTo>
                  <a:lnTo>
                    <a:pt x="4362808" y="1642871"/>
                  </a:lnTo>
                  <a:lnTo>
                    <a:pt x="4308439" y="1698040"/>
                  </a:lnTo>
                  <a:lnTo>
                    <a:pt x="4275708" y="1723421"/>
                  </a:lnTo>
                  <a:lnTo>
                    <a:pt x="4239554" y="1747179"/>
                  </a:lnTo>
                  <a:lnTo>
                    <a:pt x="4200184" y="1769197"/>
                  </a:lnTo>
                  <a:lnTo>
                    <a:pt x="4157806" y="1789359"/>
                  </a:lnTo>
                  <a:lnTo>
                    <a:pt x="4112625" y="1807551"/>
                  </a:lnTo>
                  <a:lnTo>
                    <a:pt x="4064848" y="1823655"/>
                  </a:lnTo>
                  <a:lnTo>
                    <a:pt x="4014683" y="1837557"/>
                  </a:lnTo>
                  <a:lnTo>
                    <a:pt x="3962335" y="1849140"/>
                  </a:lnTo>
                  <a:lnTo>
                    <a:pt x="3908013" y="1858288"/>
                  </a:lnTo>
                  <a:lnTo>
                    <a:pt x="3851922" y="1864886"/>
                  </a:lnTo>
                  <a:lnTo>
                    <a:pt x="3794269" y="1868817"/>
                  </a:lnTo>
                  <a:lnTo>
                    <a:pt x="3735261" y="1869966"/>
                  </a:lnTo>
                  <a:lnTo>
                    <a:pt x="3681377" y="1868535"/>
                  </a:lnTo>
                  <a:lnTo>
                    <a:pt x="3628083" y="1864704"/>
                  </a:lnTo>
                  <a:lnTo>
                    <a:pt x="3575614" y="1858516"/>
                  </a:lnTo>
                  <a:lnTo>
                    <a:pt x="3524203" y="1850013"/>
                  </a:lnTo>
                  <a:lnTo>
                    <a:pt x="3474082" y="1839238"/>
                  </a:lnTo>
                  <a:lnTo>
                    <a:pt x="3425485" y="1826232"/>
                  </a:lnTo>
                  <a:lnTo>
                    <a:pt x="3378645" y="1811038"/>
                  </a:lnTo>
                  <a:lnTo>
                    <a:pt x="3360207" y="1841826"/>
                  </a:lnTo>
                  <a:lnTo>
                    <a:pt x="3313197" y="1899633"/>
                  </a:lnTo>
                  <a:lnTo>
                    <a:pt x="3284961" y="1926549"/>
                  </a:lnTo>
                  <a:lnTo>
                    <a:pt x="3253796" y="1952071"/>
                  </a:lnTo>
                  <a:lnTo>
                    <a:pt x="3219869" y="1976149"/>
                  </a:lnTo>
                  <a:lnTo>
                    <a:pt x="3183350" y="1998732"/>
                  </a:lnTo>
                  <a:lnTo>
                    <a:pt x="3144406" y="2019767"/>
                  </a:lnTo>
                  <a:lnTo>
                    <a:pt x="3103206" y="2039204"/>
                  </a:lnTo>
                  <a:lnTo>
                    <a:pt x="3059917" y="2056992"/>
                  </a:lnTo>
                  <a:lnTo>
                    <a:pt x="3014709" y="2073079"/>
                  </a:lnTo>
                  <a:lnTo>
                    <a:pt x="2967750" y="2087414"/>
                  </a:lnTo>
                  <a:lnTo>
                    <a:pt x="2919207" y="2099946"/>
                  </a:lnTo>
                  <a:lnTo>
                    <a:pt x="2869249" y="2110623"/>
                  </a:lnTo>
                  <a:lnTo>
                    <a:pt x="2818045" y="2119395"/>
                  </a:lnTo>
                  <a:lnTo>
                    <a:pt x="2765763" y="2126210"/>
                  </a:lnTo>
                  <a:lnTo>
                    <a:pt x="2712570" y="2131017"/>
                  </a:lnTo>
                  <a:lnTo>
                    <a:pt x="2658636" y="2133765"/>
                  </a:lnTo>
                  <a:lnTo>
                    <a:pt x="2604128" y="2134403"/>
                  </a:lnTo>
                  <a:lnTo>
                    <a:pt x="2549215" y="2132878"/>
                  </a:lnTo>
                  <a:lnTo>
                    <a:pt x="2494065" y="2129141"/>
                  </a:lnTo>
                  <a:lnTo>
                    <a:pt x="2438846" y="2123139"/>
                  </a:lnTo>
                  <a:lnTo>
                    <a:pt x="2383727" y="2114822"/>
                  </a:lnTo>
                  <a:lnTo>
                    <a:pt x="2325724" y="2103379"/>
                  </a:lnTo>
                  <a:lnTo>
                    <a:pt x="2269714" y="2089512"/>
                  </a:lnTo>
                  <a:lnTo>
                    <a:pt x="2215913" y="2073312"/>
                  </a:lnTo>
                  <a:lnTo>
                    <a:pt x="2164536" y="2054866"/>
                  </a:lnTo>
                  <a:lnTo>
                    <a:pt x="2115798" y="2034264"/>
                  </a:lnTo>
                  <a:lnTo>
                    <a:pt x="2069915" y="2011594"/>
                  </a:lnTo>
                  <a:lnTo>
                    <a:pt x="2027101" y="1986946"/>
                  </a:lnTo>
                  <a:lnTo>
                    <a:pt x="1987573" y="1960408"/>
                  </a:lnTo>
                  <a:lnTo>
                    <a:pt x="1951546" y="1932069"/>
                  </a:lnTo>
                  <a:lnTo>
                    <a:pt x="1903060" y="1947602"/>
                  </a:lnTo>
                  <a:lnTo>
                    <a:pt x="1853645" y="1961277"/>
                  </a:lnTo>
                  <a:lnTo>
                    <a:pt x="1803433" y="1973113"/>
                  </a:lnTo>
                  <a:lnTo>
                    <a:pt x="1752553" y="1983129"/>
                  </a:lnTo>
                  <a:lnTo>
                    <a:pt x="1701138" y="1991344"/>
                  </a:lnTo>
                  <a:lnTo>
                    <a:pt x="1649317" y="1997775"/>
                  </a:lnTo>
                  <a:lnTo>
                    <a:pt x="1597223" y="2002443"/>
                  </a:lnTo>
                  <a:lnTo>
                    <a:pt x="1544986" y="2005366"/>
                  </a:lnTo>
                  <a:lnTo>
                    <a:pt x="1492737" y="2006561"/>
                  </a:lnTo>
                  <a:lnTo>
                    <a:pt x="1440608" y="2006049"/>
                  </a:lnTo>
                  <a:lnTo>
                    <a:pt x="1388728" y="2003848"/>
                  </a:lnTo>
                  <a:lnTo>
                    <a:pt x="1337230" y="1999976"/>
                  </a:lnTo>
                  <a:lnTo>
                    <a:pt x="1286244" y="1994452"/>
                  </a:lnTo>
                  <a:lnTo>
                    <a:pt x="1235901" y="1987295"/>
                  </a:lnTo>
                  <a:lnTo>
                    <a:pt x="1186332" y="1978523"/>
                  </a:lnTo>
                  <a:lnTo>
                    <a:pt x="1137668" y="1968156"/>
                  </a:lnTo>
                  <a:lnTo>
                    <a:pt x="1090041" y="1956212"/>
                  </a:lnTo>
                  <a:lnTo>
                    <a:pt x="1043581" y="1942709"/>
                  </a:lnTo>
                  <a:lnTo>
                    <a:pt x="998419" y="1927666"/>
                  </a:lnTo>
                  <a:lnTo>
                    <a:pt x="954686" y="1911103"/>
                  </a:lnTo>
                  <a:lnTo>
                    <a:pt x="912514" y="1893037"/>
                  </a:lnTo>
                  <a:lnTo>
                    <a:pt x="872032" y="1873488"/>
                  </a:lnTo>
                  <a:lnTo>
                    <a:pt x="833373" y="1852474"/>
                  </a:lnTo>
                  <a:lnTo>
                    <a:pt x="796668" y="1830013"/>
                  </a:lnTo>
                  <a:lnTo>
                    <a:pt x="762046" y="1806125"/>
                  </a:lnTo>
                  <a:lnTo>
                    <a:pt x="729640" y="1780829"/>
                  </a:lnTo>
                  <a:lnTo>
                    <a:pt x="699580" y="1754142"/>
                  </a:lnTo>
                  <a:lnTo>
                    <a:pt x="696278" y="1750967"/>
                  </a:lnTo>
                  <a:lnTo>
                    <a:pt x="693103" y="1747919"/>
                  </a:lnTo>
                  <a:lnTo>
                    <a:pt x="689928" y="1744744"/>
                  </a:lnTo>
                  <a:lnTo>
                    <a:pt x="629831" y="1746761"/>
                  </a:lnTo>
                  <a:lnTo>
                    <a:pt x="570982" y="1744883"/>
                  </a:lnTo>
                  <a:lnTo>
                    <a:pt x="513809" y="1739303"/>
                  </a:lnTo>
                  <a:lnTo>
                    <a:pt x="458742" y="1730213"/>
                  </a:lnTo>
                  <a:lnTo>
                    <a:pt x="406208" y="1717805"/>
                  </a:lnTo>
                  <a:lnTo>
                    <a:pt x="356635" y="1702270"/>
                  </a:lnTo>
                  <a:lnTo>
                    <a:pt x="310452" y="1683800"/>
                  </a:lnTo>
                  <a:lnTo>
                    <a:pt x="268087" y="1662587"/>
                  </a:lnTo>
                  <a:lnTo>
                    <a:pt x="229967" y="1638824"/>
                  </a:lnTo>
                  <a:lnTo>
                    <a:pt x="196522" y="1612701"/>
                  </a:lnTo>
                  <a:lnTo>
                    <a:pt x="168179" y="1584411"/>
                  </a:lnTo>
                  <a:lnTo>
                    <a:pt x="128513" y="1522098"/>
                  </a:lnTo>
                  <a:lnTo>
                    <a:pt x="114768" y="1445871"/>
                  </a:lnTo>
                  <a:lnTo>
                    <a:pt x="122337" y="1403881"/>
                  </a:lnTo>
                  <a:lnTo>
                    <a:pt x="140383" y="1363125"/>
                  </a:lnTo>
                  <a:lnTo>
                    <a:pt x="168537" y="1324242"/>
                  </a:lnTo>
                  <a:lnTo>
                    <a:pt x="206427" y="1287871"/>
                  </a:lnTo>
                  <a:lnTo>
                    <a:pt x="253683" y="1254651"/>
                  </a:lnTo>
                  <a:lnTo>
                    <a:pt x="200121" y="1234072"/>
                  </a:lnTo>
                  <a:lnTo>
                    <a:pt x="152503" y="1210393"/>
                  </a:lnTo>
                  <a:lnTo>
                    <a:pt x="110999" y="1183990"/>
                  </a:lnTo>
                  <a:lnTo>
                    <a:pt x="75782" y="1155240"/>
                  </a:lnTo>
                  <a:lnTo>
                    <a:pt x="47022" y="1124519"/>
                  </a:lnTo>
                  <a:lnTo>
                    <a:pt x="24893" y="1092203"/>
                  </a:lnTo>
                  <a:lnTo>
                    <a:pt x="1210" y="1024293"/>
                  </a:lnTo>
                  <a:lnTo>
                    <a:pt x="0" y="989450"/>
                  </a:lnTo>
                  <a:lnTo>
                    <a:pt x="6106" y="954519"/>
                  </a:lnTo>
                  <a:lnTo>
                    <a:pt x="40955" y="885892"/>
                  </a:lnTo>
                  <a:lnTo>
                    <a:pt x="70041" y="852950"/>
                  </a:lnTo>
                  <a:lnTo>
                    <a:pt x="99848" y="827064"/>
                  </a:lnTo>
                  <a:lnTo>
                    <a:pt x="133907" y="803346"/>
                  </a:lnTo>
                  <a:lnTo>
                    <a:pt x="171848" y="781929"/>
                  </a:lnTo>
                  <a:lnTo>
                    <a:pt x="213305" y="762948"/>
                  </a:lnTo>
                  <a:lnTo>
                    <a:pt x="257909" y="746539"/>
                  </a:lnTo>
                  <a:lnTo>
                    <a:pt x="305292" y="732836"/>
                  </a:lnTo>
                  <a:lnTo>
                    <a:pt x="355087" y="721974"/>
                  </a:lnTo>
                  <a:lnTo>
                    <a:pt x="406925" y="714088"/>
                  </a:lnTo>
                  <a:lnTo>
                    <a:pt x="460439" y="709313"/>
                  </a:lnTo>
                  <a:lnTo>
                    <a:pt x="464757" y="702582"/>
                  </a:lnTo>
                  <a:close/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72" name="object 14"/>
            <p:cNvSpPr/>
            <p:nvPr/>
          </p:nvSpPr>
          <p:spPr>
            <a:xfrm>
              <a:off x="4293720" y="1715760"/>
              <a:ext cx="4683960" cy="1815120"/>
            </a:xfrm>
            <a:custGeom>
              <a:avLst/>
              <a:gdLst>
                <a:gd name="textAreaLeft" fmla="*/ 0 w 4683960"/>
                <a:gd name="textAreaRight" fmla="*/ 4684320 w 4683960"/>
                <a:gd name="textAreaTop" fmla="*/ 0 h 1815120"/>
                <a:gd name="textAreaBottom" fmla="*/ 1815480 h 1815120"/>
              </a:gdLst>
              <a:ahLst/>
              <a:rect l="textAreaLeft" t="textAreaTop" r="textAreaRight" b="textAreaBottom"/>
              <a:pathLst>
                <a:path w="4684395" h="1815464">
                  <a:moveTo>
                    <a:pt x="299338" y="1177289"/>
                  </a:moveTo>
                  <a:lnTo>
                    <a:pt x="247153" y="1178104"/>
                  </a:lnTo>
                  <a:lnTo>
                    <a:pt x="195373" y="1175888"/>
                  </a:lnTo>
                  <a:lnTo>
                    <a:pt x="144383" y="1170701"/>
                  </a:lnTo>
                  <a:lnTo>
                    <a:pt x="94567" y="1162605"/>
                  </a:lnTo>
                  <a:lnTo>
                    <a:pt x="46312" y="1151657"/>
                  </a:lnTo>
                  <a:lnTo>
                    <a:pt x="0" y="1137919"/>
                  </a:lnTo>
                </a:path>
                <a:path w="4684395" h="1815464">
                  <a:moveTo>
                    <a:pt x="563499" y="1608074"/>
                  </a:moveTo>
                  <a:lnTo>
                    <a:pt x="531610" y="1614618"/>
                  </a:lnTo>
                  <a:lnTo>
                    <a:pt x="499078" y="1619948"/>
                  </a:lnTo>
                  <a:lnTo>
                    <a:pt x="466022" y="1624040"/>
                  </a:lnTo>
                  <a:lnTo>
                    <a:pt x="432562" y="1626869"/>
                  </a:lnTo>
                </a:path>
                <a:path w="4684395" h="1815464">
                  <a:moveTo>
                    <a:pt x="1692147" y="1815083"/>
                  </a:moveTo>
                  <a:lnTo>
                    <a:pt x="1669411" y="1794488"/>
                  </a:lnTo>
                  <a:lnTo>
                    <a:pt x="1648650" y="1773285"/>
                  </a:lnTo>
                  <a:lnTo>
                    <a:pt x="1629890" y="1751486"/>
                  </a:lnTo>
                  <a:lnTo>
                    <a:pt x="1613153" y="1729104"/>
                  </a:lnTo>
                </a:path>
                <a:path w="4684395" h="1815464">
                  <a:moveTo>
                    <a:pt x="3151504" y="1600707"/>
                  </a:moveTo>
                  <a:lnTo>
                    <a:pt x="3146940" y="1624631"/>
                  </a:lnTo>
                  <a:lnTo>
                    <a:pt x="3140138" y="1648364"/>
                  </a:lnTo>
                  <a:lnTo>
                    <a:pt x="3131145" y="1671859"/>
                  </a:lnTo>
                  <a:lnTo>
                    <a:pt x="3120008" y="1695068"/>
                  </a:lnTo>
                </a:path>
                <a:path w="4684395" h="1815464">
                  <a:moveTo>
                    <a:pt x="3778123" y="1018158"/>
                  </a:moveTo>
                  <a:lnTo>
                    <a:pt x="3835479" y="1035997"/>
                  </a:lnTo>
                  <a:lnTo>
                    <a:pt x="3888972" y="1056611"/>
                  </a:lnTo>
                  <a:lnTo>
                    <a:pt x="3938379" y="1079797"/>
                  </a:lnTo>
                  <a:lnTo>
                    <a:pt x="3983477" y="1105351"/>
                  </a:lnTo>
                  <a:lnTo>
                    <a:pt x="4024044" y="1133069"/>
                  </a:lnTo>
                  <a:lnTo>
                    <a:pt x="4059856" y="1162748"/>
                  </a:lnTo>
                  <a:lnTo>
                    <a:pt x="4090692" y="1194184"/>
                  </a:lnTo>
                  <a:lnTo>
                    <a:pt x="4116328" y="1227172"/>
                  </a:lnTo>
                  <a:lnTo>
                    <a:pt x="4136542" y="1261510"/>
                  </a:lnTo>
                  <a:lnTo>
                    <a:pt x="4151112" y="1296994"/>
                  </a:lnTo>
                  <a:lnTo>
                    <a:pt x="4159813" y="1333420"/>
                  </a:lnTo>
                  <a:lnTo>
                    <a:pt x="4162425" y="1370583"/>
                  </a:lnTo>
                </a:path>
                <a:path w="4684395" h="1815464">
                  <a:moveTo>
                    <a:pt x="4684395" y="642746"/>
                  </a:moveTo>
                  <a:lnTo>
                    <a:pt x="4651914" y="679834"/>
                  </a:lnTo>
                  <a:lnTo>
                    <a:pt x="4612290" y="714470"/>
                  </a:lnTo>
                  <a:lnTo>
                    <a:pt x="4565951" y="746295"/>
                  </a:lnTo>
                  <a:lnTo>
                    <a:pt x="4513326" y="774953"/>
                  </a:lnTo>
                </a:path>
                <a:path w="4684395" h="1815464">
                  <a:moveTo>
                    <a:pt x="4273931" y="152400"/>
                  </a:moveTo>
                  <a:lnTo>
                    <a:pt x="4278143" y="167895"/>
                  </a:lnTo>
                  <a:lnTo>
                    <a:pt x="4281058" y="183499"/>
                  </a:lnTo>
                  <a:lnTo>
                    <a:pt x="4282664" y="199173"/>
                  </a:lnTo>
                  <a:lnTo>
                    <a:pt x="4282948" y="214883"/>
                  </a:lnTo>
                </a:path>
                <a:path w="4684395" h="1815464">
                  <a:moveTo>
                    <a:pt x="3181223" y="79628"/>
                  </a:moveTo>
                  <a:lnTo>
                    <a:pt x="3199255" y="58400"/>
                  </a:lnTo>
                  <a:lnTo>
                    <a:pt x="3219942" y="38004"/>
                  </a:lnTo>
                  <a:lnTo>
                    <a:pt x="3243177" y="18514"/>
                  </a:lnTo>
                  <a:lnTo>
                    <a:pt x="3268853" y="0"/>
                  </a:lnTo>
                </a:path>
                <a:path w="4684395" h="1815464">
                  <a:moveTo>
                    <a:pt x="2361310" y="117601"/>
                  </a:moveTo>
                  <a:lnTo>
                    <a:pt x="2369119" y="99865"/>
                  </a:lnTo>
                  <a:lnTo>
                    <a:pt x="2378821" y="82486"/>
                  </a:lnTo>
                  <a:lnTo>
                    <a:pt x="2390403" y="65488"/>
                  </a:lnTo>
                  <a:lnTo>
                    <a:pt x="2403855" y="48894"/>
                  </a:lnTo>
                </a:path>
                <a:path w="4684395" h="1815464">
                  <a:moveTo>
                    <a:pt x="1399285" y="140842"/>
                  </a:moveTo>
                  <a:lnTo>
                    <a:pt x="1440297" y="155455"/>
                  </a:lnTo>
                  <a:lnTo>
                    <a:pt x="1479629" y="171450"/>
                  </a:lnTo>
                  <a:lnTo>
                    <a:pt x="1517175" y="188777"/>
                  </a:lnTo>
                  <a:lnTo>
                    <a:pt x="1552828" y="207390"/>
                  </a:lnTo>
                </a:path>
                <a:path w="4684395" h="1815464">
                  <a:moveTo>
                    <a:pt x="232409" y="664209"/>
                  </a:moveTo>
                  <a:lnTo>
                    <a:pt x="223936" y="646951"/>
                  </a:lnTo>
                  <a:lnTo>
                    <a:pt x="216630" y="629491"/>
                  </a:lnTo>
                  <a:lnTo>
                    <a:pt x="210514" y="611864"/>
                  </a:lnTo>
                  <a:lnTo>
                    <a:pt x="205612" y="594105"/>
                  </a:lnTo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73" name="object 15"/>
          <p:cNvSpPr/>
          <p:nvPr/>
        </p:nvSpPr>
        <p:spPr>
          <a:xfrm>
            <a:off x="4821840" y="1972440"/>
            <a:ext cx="3177720" cy="16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760" bIns="0" anchor="t">
            <a:spAutoFit/>
          </a:bodyPr>
          <a:p>
            <a:pPr marL="12600" algn="just" defTabSz="914400">
              <a:lnSpc>
                <a:spcPct val="98000"/>
              </a:lnSpc>
              <a:spcBef>
                <a:spcPts val="113"/>
              </a:spcBef>
            </a:pPr>
            <a:r>
              <a:rPr b="1" lang="en-US" sz="1600" spc="-156" strike="noStrike" u="none">
                <a:solidFill>
                  <a:srgbClr val="ffffff"/>
                </a:solidFill>
                <a:uFillTx/>
                <a:latin typeface="Arial"/>
              </a:rPr>
              <a:t>The </a:t>
            </a:r>
            <a:r>
              <a:rPr b="1" lang="en-US" sz="1600" spc="-130" strike="noStrike" u="none">
                <a:solidFill>
                  <a:srgbClr val="ffffff"/>
                </a:solidFill>
                <a:uFillTx/>
                <a:latin typeface="Arial"/>
              </a:rPr>
              <a:t>hardest </a:t>
            </a:r>
            <a:r>
              <a:rPr b="1" lang="en-US" sz="1600" spc="-113" strike="noStrike" u="none">
                <a:solidFill>
                  <a:srgbClr val="ffffff"/>
                </a:solidFill>
                <a:uFillTx/>
                <a:latin typeface="Arial"/>
              </a:rPr>
              <a:t>single </a:t>
            </a:r>
            <a:r>
              <a:rPr b="1" lang="en-US" sz="1600" spc="-85" strike="noStrike" u="none">
                <a:solidFill>
                  <a:srgbClr val="ffffff"/>
                </a:solidFill>
                <a:uFillTx/>
                <a:latin typeface="Arial"/>
              </a:rPr>
              <a:t>part of </a:t>
            </a:r>
            <a:r>
              <a:rPr b="1" lang="en-US" sz="1600" spc="-105" strike="noStrike" u="none">
                <a:solidFill>
                  <a:srgbClr val="ffffff"/>
                </a:solidFill>
                <a:uFillTx/>
                <a:latin typeface="Arial"/>
              </a:rPr>
              <a:t>building </a:t>
            </a:r>
            <a:r>
              <a:rPr b="1" lang="en-US" sz="1600" spc="-51" strike="noStrike" u="none">
                <a:solidFill>
                  <a:srgbClr val="ffffff"/>
                </a:solidFill>
                <a:uFillTx/>
                <a:latin typeface="Arial"/>
              </a:rPr>
              <a:t>a </a:t>
            </a:r>
            <a:r>
              <a:rPr b="1" lang="en-US" sz="1600" spc="-45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96" strike="noStrike" u="none">
                <a:solidFill>
                  <a:srgbClr val="ffffff"/>
                </a:solidFill>
                <a:uFillTx/>
                <a:latin typeface="Arial"/>
              </a:rPr>
              <a:t>software </a:t>
            </a:r>
            <a:r>
              <a:rPr b="1" lang="en-US" sz="1600" spc="-145" strike="noStrike" u="none">
                <a:solidFill>
                  <a:srgbClr val="ffffff"/>
                </a:solidFill>
                <a:uFillTx/>
                <a:latin typeface="Arial"/>
              </a:rPr>
              <a:t>system </a:t>
            </a:r>
            <a:r>
              <a:rPr b="1" lang="en-US" sz="1600" spc="-125" strike="noStrike" u="none">
                <a:solidFill>
                  <a:srgbClr val="ffffff"/>
                </a:solidFill>
                <a:uFillTx/>
                <a:latin typeface="Arial"/>
              </a:rPr>
              <a:t>is </a:t>
            </a:r>
            <a:r>
              <a:rPr b="1" lang="en-US" sz="1600" spc="-119" strike="noStrike" u="none">
                <a:solidFill>
                  <a:srgbClr val="ffffff"/>
                </a:solidFill>
                <a:uFillTx/>
                <a:latin typeface="Arial"/>
              </a:rPr>
              <a:t>deciding </a:t>
            </a:r>
            <a:r>
              <a:rPr b="1" lang="en-US" sz="1600" spc="-65" strike="noStrike" u="none">
                <a:solidFill>
                  <a:srgbClr val="ffffff"/>
                </a:solidFill>
                <a:uFillTx/>
                <a:latin typeface="Arial"/>
              </a:rPr>
              <a:t>what </a:t>
            </a:r>
            <a:r>
              <a:rPr b="1" lang="en-US" sz="1600" spc="-119" strike="noStrike" u="none">
                <a:solidFill>
                  <a:srgbClr val="ffffff"/>
                </a:solidFill>
                <a:uFillTx/>
                <a:latin typeface="Arial"/>
              </a:rPr>
              <a:t>to </a:t>
            </a:r>
            <a:r>
              <a:rPr b="1" lang="en-US" sz="1600" spc="-113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71" strike="noStrike" u="none">
                <a:solidFill>
                  <a:srgbClr val="ffffff"/>
                </a:solidFill>
                <a:uFillTx/>
                <a:latin typeface="Arial"/>
              </a:rPr>
              <a:t>build….. </a:t>
            </a:r>
            <a:r>
              <a:rPr b="1" lang="en-US" sz="1600" spc="-96" strike="noStrike" u="none">
                <a:solidFill>
                  <a:srgbClr val="ffffff"/>
                </a:solidFill>
                <a:uFillTx/>
                <a:latin typeface="Arial"/>
              </a:rPr>
              <a:t>No</a:t>
            </a:r>
            <a:r>
              <a:rPr b="1" lang="en-US" sz="1600" spc="-9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130" strike="noStrike" u="none">
                <a:solidFill>
                  <a:srgbClr val="ffffff"/>
                </a:solidFill>
                <a:uFillTx/>
                <a:latin typeface="Arial"/>
              </a:rPr>
              <a:t>other</a:t>
            </a:r>
            <a:r>
              <a:rPr b="1" lang="en-US" sz="1600" spc="18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85" strike="noStrike" u="none">
                <a:solidFill>
                  <a:srgbClr val="ffffff"/>
                </a:solidFill>
                <a:uFillTx/>
                <a:latin typeface="Arial"/>
              </a:rPr>
              <a:t>part of</a:t>
            </a:r>
            <a:r>
              <a:rPr b="1" lang="en-US" sz="1600" spc="275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125" strike="noStrike" u="none">
                <a:solidFill>
                  <a:srgbClr val="ffffff"/>
                </a:solidFill>
                <a:uFillTx/>
                <a:latin typeface="Arial"/>
              </a:rPr>
              <a:t>the</a:t>
            </a:r>
            <a:r>
              <a:rPr b="1" lang="en-US" sz="1600" spc="196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91" strike="noStrike" u="none">
                <a:solidFill>
                  <a:srgbClr val="ffffff"/>
                </a:solidFill>
                <a:uFillTx/>
                <a:latin typeface="Arial"/>
              </a:rPr>
              <a:t>work </a:t>
            </a:r>
            <a:r>
              <a:rPr b="1" lang="en-US" sz="1600" spc="-85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170" strike="noStrike" u="none">
                <a:solidFill>
                  <a:srgbClr val="ffffff"/>
                </a:solidFill>
                <a:uFillTx/>
                <a:latin typeface="Arial"/>
              </a:rPr>
              <a:t>so</a:t>
            </a:r>
            <a:r>
              <a:rPr b="1" lang="en-US" sz="1600" spc="105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130" strike="noStrike" u="none">
                <a:solidFill>
                  <a:srgbClr val="ffffff"/>
                </a:solidFill>
                <a:uFillTx/>
                <a:latin typeface="Arial"/>
              </a:rPr>
              <a:t>cripples</a:t>
            </a:r>
            <a:r>
              <a:rPr b="1" lang="en-US" sz="1600" spc="-125" strike="noStrike" u="none">
                <a:solidFill>
                  <a:srgbClr val="ffffff"/>
                </a:solidFill>
                <a:uFillTx/>
                <a:latin typeface="Arial"/>
              </a:rPr>
              <a:t> the</a:t>
            </a:r>
            <a:r>
              <a:rPr b="1" lang="en-US" sz="1600" spc="-119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113" strike="noStrike" u="none">
                <a:solidFill>
                  <a:srgbClr val="ffffff"/>
                </a:solidFill>
                <a:uFillTx/>
                <a:latin typeface="Arial"/>
              </a:rPr>
              <a:t>resulting</a:t>
            </a:r>
            <a:r>
              <a:rPr b="1" lang="en-US" sz="1600" spc="-1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145" strike="noStrike" u="none">
                <a:solidFill>
                  <a:srgbClr val="ffffff"/>
                </a:solidFill>
                <a:uFillTx/>
                <a:latin typeface="Arial"/>
              </a:rPr>
              <a:t>system</a:t>
            </a:r>
            <a:r>
              <a:rPr b="1" lang="en-US" sz="1600" spc="156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31" strike="noStrike" u="none">
                <a:solidFill>
                  <a:srgbClr val="ffffff"/>
                </a:solidFill>
                <a:uFillTx/>
                <a:latin typeface="Arial"/>
              </a:rPr>
              <a:t>if </a:t>
            </a:r>
            <a:r>
              <a:rPr b="1" lang="en-US" sz="1600" spc="-26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130" strike="noStrike" u="none">
                <a:solidFill>
                  <a:srgbClr val="ffffff"/>
                </a:solidFill>
                <a:uFillTx/>
                <a:latin typeface="Arial"/>
              </a:rPr>
              <a:t>done</a:t>
            </a:r>
            <a:r>
              <a:rPr b="1" lang="en-US" sz="1600" spc="-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79" strike="noStrike" u="none">
                <a:solidFill>
                  <a:srgbClr val="ffffff"/>
                </a:solidFill>
                <a:uFillTx/>
                <a:latin typeface="Arial"/>
              </a:rPr>
              <a:t>wro</a:t>
            </a:r>
            <a:r>
              <a:rPr b="1" lang="en-US" sz="1600" spc="-136" strike="noStrike" u="none">
                <a:solidFill>
                  <a:srgbClr val="ffffff"/>
                </a:solidFill>
                <a:uFillTx/>
                <a:latin typeface="Arial"/>
              </a:rPr>
              <a:t>n</a:t>
            </a:r>
            <a:r>
              <a:rPr b="1" lang="en-US" sz="1600" spc="-145" strike="noStrike" u="none">
                <a:solidFill>
                  <a:srgbClr val="ffffff"/>
                </a:solidFill>
                <a:uFillTx/>
                <a:latin typeface="Arial"/>
              </a:rPr>
              <a:t>g</a:t>
            </a:r>
            <a:r>
              <a:rPr b="1" lang="en-US" sz="1600" spc="-31" strike="noStrike" u="none">
                <a:solidFill>
                  <a:srgbClr val="ffffff"/>
                </a:solidFill>
                <a:uFillTx/>
                <a:latin typeface="Arial"/>
              </a:rPr>
              <a:t>.</a:t>
            </a:r>
            <a:r>
              <a:rPr b="1" lang="en-US" sz="1600" spc="-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rgbClr val="ffffff"/>
                </a:solidFill>
                <a:uFillTx/>
                <a:latin typeface="Arial"/>
              </a:rPr>
              <a:t>N</a:t>
            </a:r>
            <a:r>
              <a:rPr b="1" lang="en-US" sz="1600" spc="-91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600" spc="-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145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600" spc="-119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600" spc="-130" strike="noStrike" u="none">
                <a:solidFill>
                  <a:srgbClr val="ffffff"/>
                </a:solidFill>
                <a:uFillTx/>
                <a:latin typeface="Arial"/>
              </a:rPr>
              <a:t>her</a:t>
            </a:r>
            <a:r>
              <a:rPr b="1" lang="en-US" sz="1600" spc="-14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113" strike="noStrike" u="none">
                <a:solidFill>
                  <a:srgbClr val="ffffff"/>
                </a:solidFill>
                <a:uFillTx/>
                <a:latin typeface="Arial"/>
              </a:rPr>
              <a:t>pa</a:t>
            </a:r>
            <a:r>
              <a:rPr b="1" lang="en-US" sz="1600" spc="6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600" spc="-119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600" spc="-6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74" strike="noStrike" u="none">
                <a:solidFill>
                  <a:srgbClr val="ffffff"/>
                </a:solidFill>
                <a:uFillTx/>
                <a:latin typeface="Arial"/>
              </a:rPr>
              <a:t>i</a:t>
            </a:r>
            <a:r>
              <a:rPr b="1" lang="en-US" sz="1600" spc="-159" strike="noStrike" u="none">
                <a:solidFill>
                  <a:srgbClr val="ffffff"/>
                </a:solidFill>
                <a:uFillTx/>
                <a:latin typeface="Arial"/>
              </a:rPr>
              <a:t>s</a:t>
            </a:r>
            <a:r>
              <a:rPr b="1" lang="en-US" sz="1600" spc="-11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113" strike="noStrike" u="none">
                <a:solidFill>
                  <a:srgbClr val="ffffff"/>
                </a:solidFill>
                <a:uFillTx/>
                <a:latin typeface="Arial"/>
              </a:rPr>
              <a:t>d</a:t>
            </a:r>
            <a:r>
              <a:rPr b="1" lang="en-US" sz="1600" spc="-51" strike="noStrike" u="none">
                <a:solidFill>
                  <a:srgbClr val="ffffff"/>
                </a:solidFill>
                <a:uFillTx/>
                <a:latin typeface="Arial"/>
              </a:rPr>
              <a:t>i</a:t>
            </a:r>
            <a:r>
              <a:rPr b="1" lang="en-US" sz="1600" strike="noStrike" u="none">
                <a:solidFill>
                  <a:srgbClr val="ffffff"/>
                </a:solidFill>
                <a:uFillTx/>
                <a:latin typeface="Arial"/>
              </a:rPr>
              <a:t>f</a:t>
            </a:r>
            <a:r>
              <a:rPr b="1" lang="en-US" sz="1600" spc="-34" strike="noStrike" u="none">
                <a:solidFill>
                  <a:srgbClr val="ffffff"/>
                </a:solidFill>
                <a:uFillTx/>
                <a:latin typeface="Arial"/>
              </a:rPr>
              <a:t>f</a:t>
            </a:r>
            <a:r>
              <a:rPr b="1" lang="en-US" sz="1600" spc="-26" strike="noStrike" u="none">
                <a:solidFill>
                  <a:srgbClr val="ffffff"/>
                </a:solidFill>
                <a:uFillTx/>
                <a:latin typeface="Arial"/>
              </a:rPr>
              <a:t>i</a:t>
            </a:r>
            <a:r>
              <a:rPr b="1" lang="en-US" sz="1600" spc="-164" strike="noStrike" u="none">
                <a:solidFill>
                  <a:srgbClr val="ffffff"/>
                </a:solidFill>
                <a:uFillTx/>
                <a:latin typeface="Arial"/>
              </a:rPr>
              <a:t>cu</a:t>
            </a:r>
            <a:r>
              <a:rPr b="1" lang="en-US" sz="1600" spc="-96" strike="noStrike" u="none">
                <a:solidFill>
                  <a:srgbClr val="ffffff"/>
                </a:solidFill>
                <a:uFillTx/>
                <a:latin typeface="Arial"/>
              </a:rPr>
              <a:t>l</a:t>
            </a:r>
            <a:r>
              <a:rPr b="1" lang="en-US" sz="1600" spc="-111" strike="noStrike" u="none">
                <a:solidFill>
                  <a:srgbClr val="ffffff"/>
                </a:solidFill>
                <a:uFillTx/>
                <a:latin typeface="Arial"/>
              </a:rPr>
              <a:t>t  </a:t>
            </a:r>
            <a:r>
              <a:rPr b="1" lang="en-US" sz="1600" spc="-85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600" spc="-164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600" spc="-2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91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600" spc="-190" strike="noStrike" u="none">
                <a:solidFill>
                  <a:srgbClr val="ffffff"/>
                </a:solidFill>
                <a:uFillTx/>
                <a:latin typeface="Arial"/>
              </a:rPr>
              <a:t>ec</a:t>
            </a:r>
            <a:r>
              <a:rPr b="1" lang="en-US" sz="1600" spc="-119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600" spc="-31" strike="noStrike" u="none">
                <a:solidFill>
                  <a:srgbClr val="ffffff"/>
                </a:solidFill>
                <a:uFillTx/>
                <a:latin typeface="Arial"/>
              </a:rPr>
              <a:t>i</a:t>
            </a:r>
            <a:r>
              <a:rPr b="1" lang="en-US" sz="1600" spc="-40" strike="noStrike" u="none">
                <a:solidFill>
                  <a:srgbClr val="ffffff"/>
                </a:solidFill>
                <a:uFillTx/>
                <a:latin typeface="Arial"/>
              </a:rPr>
              <a:t>fy</a:t>
            </a:r>
            <a:r>
              <a:rPr b="1" lang="en-US" sz="1600" spc="-45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31" strike="noStrike" u="none">
                <a:solidFill>
                  <a:srgbClr val="ffffff"/>
                </a:solidFill>
                <a:uFillTx/>
                <a:latin typeface="Arial"/>
              </a:rPr>
              <a:t>l</a:t>
            </a:r>
            <a:r>
              <a:rPr b="1" lang="en-US" sz="1600" spc="-20" strike="noStrike" u="none">
                <a:solidFill>
                  <a:srgbClr val="ffffff"/>
                </a:solidFill>
                <a:uFillTx/>
                <a:latin typeface="Arial"/>
              </a:rPr>
              <a:t>a</a:t>
            </a:r>
            <a:r>
              <a:rPr b="1" lang="en-US" sz="1600" spc="-119" strike="noStrike" u="none">
                <a:solidFill>
                  <a:srgbClr val="ffffff"/>
                </a:solidFill>
                <a:uFillTx/>
                <a:latin typeface="Arial"/>
              </a:rPr>
              <a:t>t</a:t>
            </a:r>
            <a:r>
              <a:rPr b="1" lang="en-US" sz="1600" spc="-150" strike="noStrike" u="none">
                <a:solidFill>
                  <a:srgbClr val="ffffff"/>
                </a:solidFill>
                <a:uFillTx/>
                <a:latin typeface="Arial"/>
              </a:rPr>
              <a:t>e</a:t>
            </a:r>
            <a:r>
              <a:rPr b="1" lang="en-US" sz="1600" spc="-156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600" spc="-31" strike="noStrike" u="none">
                <a:solidFill>
                  <a:srgbClr val="ffffff"/>
                </a:solidFill>
                <a:uFillTx/>
                <a:latin typeface="Arial"/>
              </a:rPr>
              <a:t>.</a:t>
            </a:r>
            <a:r>
              <a:rPr b="1" lang="en-US" sz="1600" spc="-45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91" strike="noStrike" u="none">
                <a:solidFill>
                  <a:srgbClr val="ffffff"/>
                </a:solidFill>
                <a:uFillTx/>
                <a:latin typeface="Arial"/>
              </a:rPr>
              <a:t>(</a:t>
            </a:r>
            <a:r>
              <a:rPr b="1" lang="en-US" sz="1600" spc="-156" strike="noStrike" u="none">
                <a:solidFill>
                  <a:srgbClr val="ffffff"/>
                </a:solidFill>
                <a:uFillTx/>
                <a:latin typeface="Arial"/>
              </a:rPr>
              <a:t>F</a:t>
            </a:r>
            <a:r>
              <a:rPr b="1" lang="en-US" sz="1600" spc="-91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600" spc="-130" strike="noStrike" u="none">
                <a:solidFill>
                  <a:srgbClr val="ffffff"/>
                </a:solidFill>
                <a:uFillTx/>
                <a:latin typeface="Arial"/>
              </a:rPr>
              <a:t>ed</a:t>
            </a:r>
            <a:r>
              <a:rPr b="1" lang="en-US" sz="1600" spc="-26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r>
              <a:rPr b="1" lang="en-US" sz="1600" spc="-320" strike="noStrike" u="none">
                <a:solidFill>
                  <a:srgbClr val="ffffff"/>
                </a:solidFill>
                <a:uFillTx/>
                <a:latin typeface="Arial"/>
              </a:rPr>
              <a:t>B</a:t>
            </a:r>
            <a:r>
              <a:rPr b="1" lang="en-US" sz="1600" spc="-99" strike="noStrike" u="none">
                <a:solidFill>
                  <a:srgbClr val="ffffff"/>
                </a:solidFill>
                <a:uFillTx/>
                <a:latin typeface="Arial"/>
              </a:rPr>
              <a:t>r</a:t>
            </a:r>
            <a:r>
              <a:rPr b="1" lang="en-US" sz="1600" spc="-150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600" spc="-136" strike="noStrike" u="none">
                <a:solidFill>
                  <a:srgbClr val="ffffff"/>
                </a:solidFill>
                <a:uFillTx/>
                <a:latin typeface="Arial"/>
              </a:rPr>
              <a:t>o</a:t>
            </a:r>
            <a:r>
              <a:rPr b="1" lang="en-US" sz="1600" spc="-119" strike="noStrike" u="none">
                <a:solidFill>
                  <a:srgbClr val="ffffff"/>
                </a:solidFill>
                <a:uFillTx/>
                <a:latin typeface="Arial"/>
              </a:rPr>
              <a:t>k</a:t>
            </a:r>
            <a:r>
              <a:rPr b="1" lang="en-US" sz="1600" spc="-125" strike="noStrike" u="none">
                <a:solidFill>
                  <a:srgbClr val="ffffff"/>
                </a:solidFill>
                <a:uFillTx/>
                <a:latin typeface="Arial"/>
              </a:rPr>
              <a:t>s)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ftr" idx="23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2520" y="216000"/>
            <a:ext cx="8964000" cy="677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25" strike="noStrike" u="none">
                <a:solidFill>
                  <a:srgbClr val="000000"/>
                </a:solidFill>
                <a:uFillTx/>
                <a:latin typeface="Microsoft Sans Serif"/>
              </a:rPr>
              <a:t>The</a:t>
            </a:r>
            <a:r>
              <a:rPr b="0" lang="en-US" sz="3600" spc="34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334" strike="noStrike" u="none">
                <a:solidFill>
                  <a:srgbClr val="000000"/>
                </a:solidFill>
                <a:uFillTx/>
                <a:latin typeface="Microsoft Sans Serif"/>
              </a:rPr>
              <a:t>Root</a:t>
            </a:r>
            <a:r>
              <a:rPr b="0" lang="en-US" sz="3600" spc="20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380" strike="noStrike" u="none">
                <a:solidFill>
                  <a:srgbClr val="000000"/>
                </a:solidFill>
                <a:uFillTx/>
                <a:latin typeface="Microsoft Sans Serif"/>
              </a:rPr>
              <a:t>Causes</a:t>
            </a:r>
            <a:r>
              <a:rPr b="0" lang="en-US" sz="3600" spc="34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6" strike="noStrike" u="none">
                <a:solidFill>
                  <a:srgbClr val="000000"/>
                </a:solidFill>
                <a:uFillTx/>
                <a:latin typeface="Microsoft Sans Serif"/>
              </a:rPr>
              <a:t>of</a:t>
            </a:r>
            <a:r>
              <a:rPr b="0" lang="en-US" sz="3600" spc="139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224" strike="noStrike" u="none">
                <a:solidFill>
                  <a:srgbClr val="000000"/>
                </a:solidFill>
                <a:uFillTx/>
                <a:latin typeface="Microsoft Sans Serif"/>
              </a:rPr>
              <a:t>Project</a:t>
            </a:r>
            <a:r>
              <a:rPr b="0" lang="en-US" sz="3600" spc="31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471" strike="noStrike" u="none">
                <a:solidFill>
                  <a:srgbClr val="000000"/>
                </a:solidFill>
                <a:uFillTx/>
                <a:latin typeface="Microsoft Sans Serif"/>
              </a:rPr>
              <a:t>Success</a:t>
            </a:r>
            <a:r>
              <a:rPr b="0" lang="en-US" sz="3600" spc="45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156" strike="noStrike" u="none">
                <a:solidFill>
                  <a:srgbClr val="000000"/>
                </a:solidFill>
                <a:uFillTx/>
                <a:latin typeface="Microsoft Sans Serif"/>
              </a:rPr>
              <a:t>and</a:t>
            </a:r>
            <a:r>
              <a:rPr b="0" lang="en-US" sz="3600" spc="20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145" strike="noStrike" u="none">
                <a:solidFill>
                  <a:srgbClr val="000000"/>
                </a:solidFill>
                <a:uFillTx/>
                <a:latin typeface="Microsoft Sans Serif"/>
              </a:rPr>
              <a:t>Failure</a:t>
            </a:r>
            <a:endParaRPr b="0" lang="en-US" sz="3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76" name="object 3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16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object 4"/>
          <p:cNvSpPr/>
          <p:nvPr/>
        </p:nvSpPr>
        <p:spPr>
          <a:xfrm>
            <a:off x="612000" y="1559880"/>
            <a:ext cx="7458480" cy="17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32640" indent="-320760" defTabSz="914400">
              <a:lnSpc>
                <a:spcPct val="100000"/>
              </a:lnSpc>
              <a:spcBef>
                <a:spcPts val="105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  <a:tab algn="l" pos="333360"/>
              </a:tabLst>
            </a:pPr>
            <a:r>
              <a:rPr b="0" lang="en-US" sz="2000" spc="-23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51" strike="noStrike" u="none">
                <a:solidFill>
                  <a:schemeClr val="dk1"/>
                </a:solidFill>
                <a:uFillTx/>
                <a:latin typeface="Microsoft Sans Serif"/>
              </a:rPr>
              <a:t>first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step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resolving</a:t>
            </a:r>
            <a:r>
              <a:rPr b="0" lang="en-US" sz="2000" spc="-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any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problem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understand</a:t>
            </a:r>
            <a:r>
              <a:rPr b="0" lang="en-US" sz="2000" spc="-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root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201" strike="noStrike" u="none">
                <a:solidFill>
                  <a:schemeClr val="dk1"/>
                </a:solidFill>
                <a:uFillTx/>
                <a:latin typeface="Microsoft Sans Serif"/>
              </a:rPr>
              <a:t>causes.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32640"/>
                <a:tab algn="l" pos="333360"/>
              </a:tabLst>
            </a:pP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760" defTabSz="914400">
              <a:lnSpc>
                <a:spcPct val="79000"/>
              </a:lnSpc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  <a:tab algn="l" pos="333360"/>
                <a:tab algn="l" pos="931680"/>
                <a:tab algn="l" pos="1739160"/>
                <a:tab algn="l" pos="2824560"/>
                <a:tab algn="l" pos="3725640"/>
                <a:tab algn="l" pos="4615920"/>
                <a:tab algn="l" pos="5388480"/>
                <a:tab algn="l" pos="6210360"/>
                <a:tab algn="l" pos="6766560"/>
              </a:tabLst>
            </a:pPr>
            <a:r>
              <a:rPr b="0" lang="en-US" sz="2000" spc="-241" strike="noStrike" u="none">
                <a:solidFill>
                  <a:schemeClr val="dk1"/>
                </a:solidFill>
                <a:uFillTx/>
                <a:latin typeface="Microsoft Sans Serif"/>
              </a:rPr>
              <a:t>Th</a:t>
            </a:r>
            <a:r>
              <a:rPr b="0" lang="en-US" sz="2000" spc="-224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19</a:t>
            </a:r>
            <a:r>
              <a:rPr b="0" lang="en-US" sz="2000" spc="-31" strike="noStrike" u="none">
                <a:solidFill>
                  <a:schemeClr val="dk1"/>
                </a:solidFill>
                <a:uFillTx/>
                <a:latin typeface="Microsoft Sans Serif"/>
              </a:rPr>
              <a:t>9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4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244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an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2000" spc="-235" strike="noStrike" u="none">
                <a:solidFill>
                  <a:schemeClr val="dk1"/>
                </a:solidFill>
                <a:uFillTx/>
                <a:latin typeface="Microsoft Sans Serif"/>
              </a:rPr>
              <a:t>sh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26" strike="noStrike" u="none">
                <a:solidFill>
                  <a:schemeClr val="dk1"/>
                </a:solidFill>
                <a:uFillTx/>
                <a:latin typeface="Microsoft Sans Serif"/>
              </a:rPr>
              <a:t>G</a:t>
            </a:r>
            <a:r>
              <a:rPr b="0" lang="en-US" sz="2000" spc="-34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000" spc="-196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269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2000" spc="-309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2000" spc="8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pc="-181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2000" spc="-1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y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346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184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y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249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000" spc="-54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ed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184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e most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184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ee  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commonly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cited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factors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caused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projects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be</a:t>
            </a:r>
            <a:r>
              <a:rPr b="0" lang="en-US" sz="20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"challenged":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object 6"/>
          <p:cNvSpPr/>
          <p:nvPr/>
        </p:nvSpPr>
        <p:spPr>
          <a:xfrm>
            <a:off x="978120" y="3462480"/>
            <a:ext cx="6865920" cy="11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86920" indent="-274320" defTabSz="914400">
              <a:lnSpc>
                <a:spcPct val="100000"/>
              </a:lnSpc>
              <a:spcBef>
                <a:spcPts val="99"/>
              </a:spcBef>
              <a:buClr>
                <a:srgbClr val="7d96ac"/>
              </a:buClr>
              <a:buSzPct val="69000"/>
              <a:buFont typeface="Wingdings" charset="2"/>
              <a:buChar char=""/>
              <a:tabLst>
                <a:tab algn="l" pos="286560"/>
                <a:tab algn="l" pos="286920"/>
              </a:tabLst>
            </a:pPr>
            <a:r>
              <a:rPr b="1" lang="en-US" sz="1800" spc="-201" strike="noStrike" u="none">
                <a:solidFill>
                  <a:srgbClr val="9b2c1f"/>
                </a:solidFill>
                <a:uFillTx/>
                <a:latin typeface="Arial"/>
              </a:rPr>
              <a:t>Lack</a:t>
            </a:r>
            <a:r>
              <a:rPr b="1" lang="en-US" sz="1800" spc="-11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96" strike="noStrike" u="none">
                <a:solidFill>
                  <a:srgbClr val="9b2c1f"/>
                </a:solidFill>
                <a:uFillTx/>
                <a:latin typeface="Arial"/>
              </a:rPr>
              <a:t>of</a:t>
            </a:r>
            <a:r>
              <a:rPr b="1" lang="en-US" sz="1800" spc="-2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176" strike="noStrike" u="none">
                <a:solidFill>
                  <a:srgbClr val="9b2c1f"/>
                </a:solidFill>
                <a:uFillTx/>
                <a:latin typeface="Arial"/>
              </a:rPr>
              <a:t>use</a:t>
            </a:r>
            <a:r>
              <a:rPr b="1" lang="en-US" sz="1800" spc="-139" strike="noStrike" u="none">
                <a:solidFill>
                  <a:srgbClr val="9b2c1f"/>
                </a:solidFill>
                <a:uFillTx/>
                <a:latin typeface="Arial"/>
              </a:rPr>
              <a:t>r</a:t>
            </a:r>
            <a:r>
              <a:rPr b="1" lang="en-US" sz="1800" spc="-2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99" strike="noStrike" u="none">
                <a:solidFill>
                  <a:srgbClr val="9b2c1f"/>
                </a:solidFill>
                <a:uFillTx/>
                <a:latin typeface="Arial"/>
              </a:rPr>
              <a:t>in</a:t>
            </a:r>
            <a:r>
              <a:rPr b="1" lang="en-US" sz="1800" spc="-130" strike="noStrike" u="none">
                <a:solidFill>
                  <a:srgbClr val="9b2c1f"/>
                </a:solidFill>
                <a:uFillTx/>
                <a:latin typeface="Arial"/>
              </a:rPr>
              <a:t>p</a:t>
            </a:r>
            <a:r>
              <a:rPr b="1" lang="en-US" sz="1800" spc="-181" strike="noStrike" u="none">
                <a:solidFill>
                  <a:srgbClr val="9b2c1f"/>
                </a:solidFill>
                <a:uFillTx/>
                <a:latin typeface="Arial"/>
              </a:rPr>
              <a:t>u</a:t>
            </a:r>
            <a:r>
              <a:rPr b="1" lang="en-US" sz="1800" spc="-96" strike="noStrike" u="none">
                <a:solidFill>
                  <a:srgbClr val="9b2c1f"/>
                </a:solidFill>
                <a:uFillTx/>
                <a:latin typeface="Arial"/>
              </a:rPr>
              <a:t>t</a:t>
            </a:r>
            <a:r>
              <a:rPr b="1" lang="en-US" sz="1800" spc="-136" strike="noStrike" u="none">
                <a:solidFill>
                  <a:srgbClr val="9b2c1f"/>
                </a:solidFill>
                <a:uFillTx/>
                <a:latin typeface="Arial"/>
              </a:rPr>
              <a:t>:</a:t>
            </a:r>
            <a:r>
              <a:rPr b="1" lang="en-US" sz="1800" spc="-45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51" strike="noStrike" u="none">
                <a:solidFill>
                  <a:srgbClr val="9b2c1f"/>
                </a:solidFill>
                <a:uFillTx/>
                <a:latin typeface="Arial"/>
              </a:rPr>
              <a:t>13</a:t>
            </a:r>
            <a:r>
              <a:rPr b="1" lang="en-US" sz="1800" spc="-2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145" strike="noStrike" u="none">
                <a:solidFill>
                  <a:srgbClr val="9b2c1f"/>
                </a:solidFill>
                <a:uFillTx/>
                <a:latin typeface="Arial"/>
              </a:rPr>
              <a:t>pe</a:t>
            </a:r>
            <a:r>
              <a:rPr b="1" lang="en-US" sz="1800" spc="-210" strike="noStrike" u="none">
                <a:solidFill>
                  <a:srgbClr val="9b2c1f"/>
                </a:solidFill>
                <a:uFillTx/>
                <a:latin typeface="Arial"/>
              </a:rPr>
              <a:t>rc</a:t>
            </a:r>
            <a:r>
              <a:rPr b="1" lang="en-US" sz="1800" spc="-145" strike="noStrike" u="none">
                <a:solidFill>
                  <a:srgbClr val="9b2c1f"/>
                </a:solidFill>
                <a:uFillTx/>
                <a:latin typeface="Arial"/>
              </a:rPr>
              <a:t>en</a:t>
            </a:r>
            <a:r>
              <a:rPr b="1" lang="en-US" sz="1800" spc="-136" strike="noStrike" u="none">
                <a:solidFill>
                  <a:srgbClr val="9b2c1f"/>
                </a:solidFill>
                <a:uFillTx/>
                <a:latin typeface="Arial"/>
              </a:rPr>
              <a:t>t</a:t>
            </a:r>
            <a:r>
              <a:rPr b="1" lang="en-US" sz="1800" spc="-26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96" strike="noStrike" u="none">
                <a:solidFill>
                  <a:srgbClr val="9b2c1f"/>
                </a:solidFill>
                <a:uFillTx/>
                <a:latin typeface="Arial"/>
              </a:rPr>
              <a:t>of</a:t>
            </a:r>
            <a:r>
              <a:rPr b="1" lang="en-US" sz="1800" spc="-11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40" strike="noStrike" u="none">
                <a:solidFill>
                  <a:srgbClr val="9b2c1f"/>
                </a:solidFill>
                <a:uFillTx/>
                <a:latin typeface="Arial"/>
              </a:rPr>
              <a:t>all</a:t>
            </a:r>
            <a:r>
              <a:rPr b="1" lang="en-US" sz="1800" spc="-11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136" strike="noStrike" u="none">
                <a:solidFill>
                  <a:srgbClr val="9b2c1f"/>
                </a:solidFill>
                <a:uFillTx/>
                <a:latin typeface="Arial"/>
              </a:rPr>
              <a:t>pr</a:t>
            </a:r>
            <a:r>
              <a:rPr b="1" lang="en-US" sz="1800" spc="-159" strike="noStrike" u="none">
                <a:solidFill>
                  <a:srgbClr val="9b2c1f"/>
                </a:solidFill>
                <a:uFillTx/>
                <a:latin typeface="Arial"/>
              </a:rPr>
              <a:t>o</a:t>
            </a:r>
            <a:r>
              <a:rPr b="1" lang="en-US" sz="1800" spc="-136" strike="noStrike" u="none">
                <a:solidFill>
                  <a:srgbClr val="9b2c1f"/>
                </a:solidFill>
                <a:uFillTx/>
                <a:latin typeface="Arial"/>
              </a:rPr>
              <a:t>je</a:t>
            </a:r>
            <a:r>
              <a:rPr b="1" lang="en-US" sz="1800" spc="-176" strike="noStrike" u="none">
                <a:solidFill>
                  <a:srgbClr val="9b2c1f"/>
                </a:solidFill>
                <a:uFillTx/>
                <a:latin typeface="Arial"/>
              </a:rPr>
              <a:t>c</a:t>
            </a:r>
            <a:r>
              <a:rPr b="1" lang="en-US" sz="1800" spc="-150" strike="noStrike" u="none">
                <a:solidFill>
                  <a:srgbClr val="9b2c1f"/>
                </a:solidFill>
                <a:uFillTx/>
                <a:latin typeface="Arial"/>
              </a:rPr>
              <a:t>t</a:t>
            </a:r>
            <a:r>
              <a:rPr b="1" lang="en-US" sz="1800" spc="-235" strike="noStrike" u="none">
                <a:solidFill>
                  <a:srgbClr val="9b2c1f"/>
                </a:solidFill>
                <a:uFillTx/>
                <a:latin typeface="Arial"/>
              </a:rPr>
              <a:t>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6920" indent="-274320" defTabSz="914400">
              <a:lnSpc>
                <a:spcPct val="100000"/>
              </a:lnSpc>
              <a:spcBef>
                <a:spcPts val="96"/>
              </a:spcBef>
              <a:buClr>
                <a:srgbClr val="7d96ac"/>
              </a:buClr>
              <a:buSzPct val="69000"/>
              <a:buFont typeface="Wingdings" charset="2"/>
              <a:buChar char=""/>
              <a:tabLst>
                <a:tab algn="l" pos="286560"/>
                <a:tab algn="l" pos="286920"/>
              </a:tabLst>
            </a:pPr>
            <a:r>
              <a:rPr b="1" lang="en-US" sz="1800" spc="-139" strike="noStrike" u="none">
                <a:solidFill>
                  <a:srgbClr val="9b2c1f"/>
                </a:solidFill>
                <a:uFillTx/>
                <a:latin typeface="Arial"/>
              </a:rPr>
              <a:t>Incomplete</a:t>
            </a:r>
            <a:r>
              <a:rPr b="1" lang="en-US" sz="1800" spc="-2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139" strike="noStrike" u="none">
                <a:solidFill>
                  <a:srgbClr val="9b2c1f"/>
                </a:solidFill>
                <a:uFillTx/>
                <a:latin typeface="Arial"/>
              </a:rPr>
              <a:t>requirements</a:t>
            </a:r>
            <a:r>
              <a:rPr b="1" lang="en-US" sz="1800" spc="-11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113" strike="noStrike" u="none">
                <a:solidFill>
                  <a:srgbClr val="9b2c1f"/>
                </a:solidFill>
                <a:uFillTx/>
                <a:latin typeface="Arial"/>
              </a:rPr>
              <a:t>and</a:t>
            </a:r>
            <a:r>
              <a:rPr b="1" lang="en-US" sz="1800" spc="-6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139" strike="noStrike" u="none">
                <a:solidFill>
                  <a:srgbClr val="9b2c1f"/>
                </a:solidFill>
                <a:uFillTx/>
                <a:latin typeface="Arial"/>
              </a:rPr>
              <a:t>specifications:</a:t>
            </a:r>
            <a:r>
              <a:rPr b="1" lang="en-US" sz="1800" spc="-2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51" strike="noStrike" u="none">
                <a:solidFill>
                  <a:srgbClr val="9b2c1f"/>
                </a:solidFill>
                <a:uFillTx/>
                <a:latin typeface="Arial"/>
              </a:rPr>
              <a:t>12</a:t>
            </a:r>
            <a:r>
              <a:rPr b="1" lang="en-US" sz="1800" spc="-11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159" strike="noStrike" u="none">
                <a:solidFill>
                  <a:srgbClr val="9b2c1f"/>
                </a:solidFill>
                <a:uFillTx/>
                <a:latin typeface="Arial"/>
              </a:rPr>
              <a:t>percent</a:t>
            </a:r>
            <a:r>
              <a:rPr b="1" lang="en-US" sz="1800" spc="6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96" strike="noStrike" u="none">
                <a:solidFill>
                  <a:srgbClr val="9b2c1f"/>
                </a:solidFill>
                <a:uFillTx/>
                <a:latin typeface="Arial"/>
              </a:rPr>
              <a:t>of</a:t>
            </a:r>
            <a:r>
              <a:rPr b="1" lang="en-US" sz="1800" spc="-2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40" strike="noStrike" u="none">
                <a:solidFill>
                  <a:srgbClr val="9b2c1f"/>
                </a:solidFill>
                <a:uFillTx/>
                <a:latin typeface="Arial"/>
              </a:rPr>
              <a:t>all</a:t>
            </a:r>
            <a:r>
              <a:rPr b="1" lang="en-US" sz="180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159" strike="noStrike" u="none">
                <a:solidFill>
                  <a:srgbClr val="9b2c1f"/>
                </a:solidFill>
                <a:uFillTx/>
                <a:latin typeface="Arial"/>
              </a:rPr>
              <a:t>projects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6920" indent="-274320" defTabSz="914400">
              <a:lnSpc>
                <a:spcPct val="100000"/>
              </a:lnSpc>
              <a:spcBef>
                <a:spcPts val="386"/>
              </a:spcBef>
              <a:buClr>
                <a:srgbClr val="7d96ac"/>
              </a:buClr>
              <a:buSzPct val="69000"/>
              <a:buFont typeface="Wingdings" charset="2"/>
              <a:buChar char=""/>
              <a:tabLst>
                <a:tab algn="l" pos="286560"/>
                <a:tab algn="l" pos="286920"/>
              </a:tabLst>
            </a:pPr>
            <a:r>
              <a:rPr b="1" lang="en-US" sz="1800" spc="-136" strike="noStrike" u="none">
                <a:solidFill>
                  <a:srgbClr val="9b2c1f"/>
                </a:solidFill>
                <a:uFillTx/>
                <a:latin typeface="Arial"/>
              </a:rPr>
              <a:t>Changing</a:t>
            </a:r>
            <a:r>
              <a:rPr b="1" lang="en-US" sz="1800" spc="-14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139" strike="noStrike" u="none">
                <a:solidFill>
                  <a:srgbClr val="9b2c1f"/>
                </a:solidFill>
                <a:uFillTx/>
                <a:latin typeface="Arial"/>
              </a:rPr>
              <a:t>requirements</a:t>
            </a:r>
            <a:r>
              <a:rPr b="1" lang="en-US" sz="1800" spc="-14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113" strike="noStrike" u="none">
                <a:solidFill>
                  <a:srgbClr val="9b2c1f"/>
                </a:solidFill>
                <a:uFillTx/>
                <a:latin typeface="Arial"/>
              </a:rPr>
              <a:t>and</a:t>
            </a:r>
            <a:r>
              <a:rPr b="1" lang="en-US" sz="1800" spc="-6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139" strike="noStrike" u="none">
                <a:solidFill>
                  <a:srgbClr val="9b2c1f"/>
                </a:solidFill>
                <a:uFillTx/>
                <a:latin typeface="Arial"/>
              </a:rPr>
              <a:t>specifications:</a:t>
            </a:r>
            <a:r>
              <a:rPr b="1" lang="en-US" sz="1800" spc="-26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51" strike="noStrike" u="none">
                <a:solidFill>
                  <a:srgbClr val="9b2c1f"/>
                </a:solidFill>
                <a:uFillTx/>
                <a:latin typeface="Arial"/>
              </a:rPr>
              <a:t>12</a:t>
            </a:r>
            <a:r>
              <a:rPr b="1" lang="en-US" sz="1800" spc="-11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159" strike="noStrike" u="none">
                <a:solidFill>
                  <a:srgbClr val="9b2c1f"/>
                </a:solidFill>
                <a:uFillTx/>
                <a:latin typeface="Arial"/>
              </a:rPr>
              <a:t>percent</a:t>
            </a:r>
            <a:r>
              <a:rPr b="1" lang="en-US" sz="180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96" strike="noStrike" u="none">
                <a:solidFill>
                  <a:srgbClr val="9b2c1f"/>
                </a:solidFill>
                <a:uFillTx/>
                <a:latin typeface="Arial"/>
              </a:rPr>
              <a:t>of</a:t>
            </a:r>
            <a:r>
              <a:rPr b="1" lang="en-US" sz="1800" spc="-26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40" strike="noStrike" u="none">
                <a:solidFill>
                  <a:srgbClr val="9b2c1f"/>
                </a:solidFill>
                <a:uFillTx/>
                <a:latin typeface="Arial"/>
              </a:rPr>
              <a:t>all</a:t>
            </a:r>
            <a:r>
              <a:rPr b="1" lang="en-US" sz="180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800" spc="-159" strike="noStrike" u="none">
                <a:solidFill>
                  <a:srgbClr val="9b2c1f"/>
                </a:solidFill>
                <a:uFillTx/>
                <a:latin typeface="Arial"/>
              </a:rPr>
              <a:t>projects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79" name="object 7"/>
          <p:cNvGrpSpPr/>
          <p:nvPr/>
        </p:nvGrpSpPr>
        <p:grpSpPr>
          <a:xfrm>
            <a:off x="152280" y="3690360"/>
            <a:ext cx="7972200" cy="2523600"/>
            <a:chOff x="152280" y="3690360"/>
            <a:chExt cx="7972200" cy="2523600"/>
          </a:xfrm>
        </p:grpSpPr>
        <p:pic>
          <p:nvPicPr>
            <p:cNvPr id="180" name="object 8" descr=""/>
            <p:cNvPicPr/>
            <p:nvPr/>
          </p:nvPicPr>
          <p:blipFill>
            <a:blip r:embed="rId1"/>
            <a:stretch/>
          </p:blipFill>
          <p:spPr>
            <a:xfrm>
              <a:off x="923760" y="4985640"/>
              <a:ext cx="7200720" cy="1228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81" name="object 9"/>
            <p:cNvSpPr/>
            <p:nvPr/>
          </p:nvSpPr>
          <p:spPr>
            <a:xfrm>
              <a:off x="152280" y="4516560"/>
              <a:ext cx="761760" cy="108540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1085400"/>
                <a:gd name="textAreaBottom" fmla="*/ 1085760 h 1085400"/>
              </a:gdLst>
              <a:ahLst/>
              <a:rect l="textAreaLeft" t="textAreaTop" r="textAreaRight" b="textAreaBottom"/>
              <a:pathLst>
                <a:path w="762000" h="1085850">
                  <a:moveTo>
                    <a:pt x="0" y="0"/>
                  </a:moveTo>
                  <a:lnTo>
                    <a:pt x="0" y="190500"/>
                  </a:lnTo>
                  <a:lnTo>
                    <a:pt x="1444" y="241569"/>
                  </a:lnTo>
                  <a:lnTo>
                    <a:pt x="5727" y="291941"/>
                  </a:lnTo>
                  <a:lnTo>
                    <a:pt x="12774" y="341510"/>
                  </a:lnTo>
                  <a:lnTo>
                    <a:pt x="22508" y="390172"/>
                  </a:lnTo>
                  <a:lnTo>
                    <a:pt x="34855" y="437819"/>
                  </a:lnTo>
                  <a:lnTo>
                    <a:pt x="49740" y="484348"/>
                  </a:lnTo>
                  <a:lnTo>
                    <a:pt x="67086" y="529652"/>
                  </a:lnTo>
                  <a:lnTo>
                    <a:pt x="86820" y="573626"/>
                  </a:lnTo>
                  <a:lnTo>
                    <a:pt x="108864" y="616165"/>
                  </a:lnTo>
                  <a:lnTo>
                    <a:pt x="133145" y="657163"/>
                  </a:lnTo>
                  <a:lnTo>
                    <a:pt x="159586" y="696515"/>
                  </a:lnTo>
                  <a:lnTo>
                    <a:pt x="188113" y="734116"/>
                  </a:lnTo>
                  <a:lnTo>
                    <a:pt x="218649" y="769860"/>
                  </a:lnTo>
                  <a:lnTo>
                    <a:pt x="251121" y="803641"/>
                  </a:lnTo>
                  <a:lnTo>
                    <a:pt x="285451" y="835355"/>
                  </a:lnTo>
                  <a:lnTo>
                    <a:pt x="321566" y="864895"/>
                  </a:lnTo>
                  <a:lnTo>
                    <a:pt x="359389" y="892157"/>
                  </a:lnTo>
                  <a:lnTo>
                    <a:pt x="398846" y="917035"/>
                  </a:lnTo>
                  <a:lnTo>
                    <a:pt x="439861" y="939424"/>
                  </a:lnTo>
                  <a:lnTo>
                    <a:pt x="482358" y="959218"/>
                  </a:lnTo>
                  <a:lnTo>
                    <a:pt x="526263" y="976311"/>
                  </a:lnTo>
                  <a:lnTo>
                    <a:pt x="571500" y="990600"/>
                  </a:lnTo>
                  <a:lnTo>
                    <a:pt x="571500" y="1085850"/>
                  </a:lnTo>
                  <a:lnTo>
                    <a:pt x="762000" y="921512"/>
                  </a:lnTo>
                  <a:lnTo>
                    <a:pt x="571500" y="704850"/>
                  </a:lnTo>
                  <a:lnTo>
                    <a:pt x="571500" y="800100"/>
                  </a:lnTo>
                  <a:lnTo>
                    <a:pt x="526263" y="785811"/>
                  </a:lnTo>
                  <a:lnTo>
                    <a:pt x="482358" y="768718"/>
                  </a:lnTo>
                  <a:lnTo>
                    <a:pt x="439861" y="748924"/>
                  </a:lnTo>
                  <a:lnTo>
                    <a:pt x="398846" y="726535"/>
                  </a:lnTo>
                  <a:lnTo>
                    <a:pt x="359389" y="701657"/>
                  </a:lnTo>
                  <a:lnTo>
                    <a:pt x="321566" y="674395"/>
                  </a:lnTo>
                  <a:lnTo>
                    <a:pt x="285451" y="644855"/>
                  </a:lnTo>
                  <a:lnTo>
                    <a:pt x="251121" y="613141"/>
                  </a:lnTo>
                  <a:lnTo>
                    <a:pt x="218649" y="579360"/>
                  </a:lnTo>
                  <a:lnTo>
                    <a:pt x="188113" y="543616"/>
                  </a:lnTo>
                  <a:lnTo>
                    <a:pt x="159586" y="506015"/>
                  </a:lnTo>
                  <a:lnTo>
                    <a:pt x="133145" y="466663"/>
                  </a:lnTo>
                  <a:lnTo>
                    <a:pt x="108864" y="425665"/>
                  </a:lnTo>
                  <a:lnTo>
                    <a:pt x="86820" y="383126"/>
                  </a:lnTo>
                  <a:lnTo>
                    <a:pt x="67086" y="339152"/>
                  </a:lnTo>
                  <a:lnTo>
                    <a:pt x="49740" y="293848"/>
                  </a:lnTo>
                  <a:lnTo>
                    <a:pt x="34855" y="247319"/>
                  </a:lnTo>
                  <a:lnTo>
                    <a:pt x="22508" y="199672"/>
                  </a:lnTo>
                  <a:lnTo>
                    <a:pt x="12774" y="151010"/>
                  </a:lnTo>
                  <a:lnTo>
                    <a:pt x="5727" y="101441"/>
                  </a:lnTo>
                  <a:lnTo>
                    <a:pt x="1444" y="51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82" name="object 10"/>
            <p:cNvSpPr/>
            <p:nvPr/>
          </p:nvSpPr>
          <p:spPr>
            <a:xfrm>
              <a:off x="152280" y="3690360"/>
              <a:ext cx="762120" cy="921600"/>
            </a:xfrm>
            <a:custGeom>
              <a:avLst/>
              <a:gdLst>
                <a:gd name="textAreaLeft" fmla="*/ 0 w 762120"/>
                <a:gd name="textAreaRight" fmla="*/ 762480 w 762120"/>
                <a:gd name="textAreaTop" fmla="*/ 0 h 921600"/>
                <a:gd name="textAreaBottom" fmla="*/ 921960 h 921600"/>
              </a:gdLst>
              <a:ahLst/>
              <a:rect l="textAreaLeft" t="textAreaTop" r="textAreaRight" b="textAreaBottom"/>
              <a:pathLst>
                <a:path w="762635" h="922020">
                  <a:moveTo>
                    <a:pt x="762064" y="0"/>
                  </a:moveTo>
                  <a:lnTo>
                    <a:pt x="718071" y="1349"/>
                  </a:lnTo>
                  <a:lnTo>
                    <a:pt x="674231" y="5461"/>
                  </a:lnTo>
                  <a:lnTo>
                    <a:pt x="628280" y="12771"/>
                  </a:lnTo>
                  <a:lnTo>
                    <a:pt x="583375" y="22928"/>
                  </a:lnTo>
                  <a:lnTo>
                    <a:pt x="539586" y="35834"/>
                  </a:lnTo>
                  <a:lnTo>
                    <a:pt x="496981" y="51394"/>
                  </a:lnTo>
                  <a:lnTo>
                    <a:pt x="455632" y="69513"/>
                  </a:lnTo>
                  <a:lnTo>
                    <a:pt x="415607" y="90094"/>
                  </a:lnTo>
                  <a:lnTo>
                    <a:pt x="376978" y="113042"/>
                  </a:lnTo>
                  <a:lnTo>
                    <a:pt x="339814" y="138261"/>
                  </a:lnTo>
                  <a:lnTo>
                    <a:pt x="304185" y="165655"/>
                  </a:lnTo>
                  <a:lnTo>
                    <a:pt x="270161" y="195128"/>
                  </a:lnTo>
                  <a:lnTo>
                    <a:pt x="237812" y="226585"/>
                  </a:lnTo>
                  <a:lnTo>
                    <a:pt x="207208" y="259929"/>
                  </a:lnTo>
                  <a:lnTo>
                    <a:pt x="178420" y="295066"/>
                  </a:lnTo>
                  <a:lnTo>
                    <a:pt x="151516" y="331899"/>
                  </a:lnTo>
                  <a:lnTo>
                    <a:pt x="126567" y="370333"/>
                  </a:lnTo>
                  <a:lnTo>
                    <a:pt x="103643" y="410271"/>
                  </a:lnTo>
                  <a:lnTo>
                    <a:pt x="82815" y="451618"/>
                  </a:lnTo>
                  <a:lnTo>
                    <a:pt x="64151" y="494279"/>
                  </a:lnTo>
                  <a:lnTo>
                    <a:pt x="47722" y="538157"/>
                  </a:lnTo>
                  <a:lnTo>
                    <a:pt x="33597" y="583156"/>
                  </a:lnTo>
                  <a:lnTo>
                    <a:pt x="21848" y="629181"/>
                  </a:lnTo>
                  <a:lnTo>
                    <a:pt x="12544" y="676136"/>
                  </a:lnTo>
                  <a:lnTo>
                    <a:pt x="5754" y="723926"/>
                  </a:lnTo>
                  <a:lnTo>
                    <a:pt x="1549" y="772454"/>
                  </a:lnTo>
                  <a:lnTo>
                    <a:pt x="0" y="821625"/>
                  </a:lnTo>
                  <a:lnTo>
                    <a:pt x="1174" y="871343"/>
                  </a:lnTo>
                  <a:lnTo>
                    <a:pt x="5144" y="921512"/>
                  </a:lnTo>
                  <a:lnTo>
                    <a:pt x="11829" y="872014"/>
                  </a:lnTo>
                  <a:lnTo>
                    <a:pt x="21126" y="823580"/>
                  </a:lnTo>
                  <a:lnTo>
                    <a:pt x="32951" y="776292"/>
                  </a:lnTo>
                  <a:lnTo>
                    <a:pt x="47220" y="730231"/>
                  </a:lnTo>
                  <a:lnTo>
                    <a:pt x="63848" y="685478"/>
                  </a:lnTo>
                  <a:lnTo>
                    <a:pt x="82751" y="642115"/>
                  </a:lnTo>
                  <a:lnTo>
                    <a:pt x="103845" y="600223"/>
                  </a:lnTo>
                  <a:lnTo>
                    <a:pt x="127045" y="559883"/>
                  </a:lnTo>
                  <a:lnTo>
                    <a:pt x="152268" y="521177"/>
                  </a:lnTo>
                  <a:lnTo>
                    <a:pt x="179428" y="484186"/>
                  </a:lnTo>
                  <a:lnTo>
                    <a:pt x="208442" y="448992"/>
                  </a:lnTo>
                  <a:lnTo>
                    <a:pt x="239226" y="415676"/>
                  </a:lnTo>
                  <a:lnTo>
                    <a:pt x="271694" y="384320"/>
                  </a:lnTo>
                  <a:lnTo>
                    <a:pt x="305763" y="355004"/>
                  </a:lnTo>
                  <a:lnTo>
                    <a:pt x="341349" y="327810"/>
                  </a:lnTo>
                  <a:lnTo>
                    <a:pt x="378366" y="302820"/>
                  </a:lnTo>
                  <a:lnTo>
                    <a:pt x="416732" y="280115"/>
                  </a:lnTo>
                  <a:lnTo>
                    <a:pt x="456361" y="259776"/>
                  </a:lnTo>
                  <a:lnTo>
                    <a:pt x="497169" y="241885"/>
                  </a:lnTo>
                  <a:lnTo>
                    <a:pt x="539073" y="226523"/>
                  </a:lnTo>
                  <a:lnTo>
                    <a:pt x="581987" y="213771"/>
                  </a:lnTo>
                  <a:lnTo>
                    <a:pt x="625827" y="203712"/>
                  </a:lnTo>
                  <a:lnTo>
                    <a:pt x="670510" y="196426"/>
                  </a:lnTo>
                  <a:lnTo>
                    <a:pt x="715950" y="191995"/>
                  </a:lnTo>
                  <a:lnTo>
                    <a:pt x="762064" y="190500"/>
                  </a:lnTo>
                  <a:lnTo>
                    <a:pt x="762064" y="0"/>
                  </a:lnTo>
                  <a:close/>
                </a:path>
              </a:pathLst>
            </a:custGeom>
            <a:solidFill>
              <a:srgbClr val="64798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83" name="object 11"/>
            <p:cNvSpPr/>
            <p:nvPr/>
          </p:nvSpPr>
          <p:spPr>
            <a:xfrm>
              <a:off x="152280" y="3690360"/>
              <a:ext cx="761760" cy="1912320"/>
            </a:xfrm>
            <a:custGeom>
              <a:avLst/>
              <a:gdLst>
                <a:gd name="textAreaLeft" fmla="*/ 0 w 761760"/>
                <a:gd name="textAreaRight" fmla="*/ 762120 w 761760"/>
                <a:gd name="textAreaTop" fmla="*/ 0 h 1912320"/>
                <a:gd name="textAreaBottom" fmla="*/ 1912680 h 1912320"/>
              </a:gdLst>
              <a:ahLst/>
              <a:rect l="textAreaLeft" t="textAreaTop" r="textAreaRight" b="textAreaBottom"/>
              <a:pathLst>
                <a:path w="762000" h="1912620">
                  <a:moveTo>
                    <a:pt x="0" y="826262"/>
                  </a:moveTo>
                  <a:lnTo>
                    <a:pt x="1444" y="877331"/>
                  </a:lnTo>
                  <a:lnTo>
                    <a:pt x="5727" y="927703"/>
                  </a:lnTo>
                  <a:lnTo>
                    <a:pt x="12774" y="977272"/>
                  </a:lnTo>
                  <a:lnTo>
                    <a:pt x="22508" y="1025934"/>
                  </a:lnTo>
                  <a:lnTo>
                    <a:pt x="34855" y="1073581"/>
                  </a:lnTo>
                  <a:lnTo>
                    <a:pt x="49740" y="1120110"/>
                  </a:lnTo>
                  <a:lnTo>
                    <a:pt x="67086" y="1165414"/>
                  </a:lnTo>
                  <a:lnTo>
                    <a:pt x="86820" y="1209388"/>
                  </a:lnTo>
                  <a:lnTo>
                    <a:pt x="108864" y="1251927"/>
                  </a:lnTo>
                  <a:lnTo>
                    <a:pt x="133145" y="1292925"/>
                  </a:lnTo>
                  <a:lnTo>
                    <a:pt x="159586" y="1332277"/>
                  </a:lnTo>
                  <a:lnTo>
                    <a:pt x="188113" y="1369878"/>
                  </a:lnTo>
                  <a:lnTo>
                    <a:pt x="218649" y="1405622"/>
                  </a:lnTo>
                  <a:lnTo>
                    <a:pt x="251121" y="1439403"/>
                  </a:lnTo>
                  <a:lnTo>
                    <a:pt x="285451" y="1471117"/>
                  </a:lnTo>
                  <a:lnTo>
                    <a:pt x="321566" y="1500657"/>
                  </a:lnTo>
                  <a:lnTo>
                    <a:pt x="359389" y="1527919"/>
                  </a:lnTo>
                  <a:lnTo>
                    <a:pt x="398846" y="1552797"/>
                  </a:lnTo>
                  <a:lnTo>
                    <a:pt x="439861" y="1575186"/>
                  </a:lnTo>
                  <a:lnTo>
                    <a:pt x="482358" y="1594980"/>
                  </a:lnTo>
                  <a:lnTo>
                    <a:pt x="526263" y="1612073"/>
                  </a:lnTo>
                  <a:lnTo>
                    <a:pt x="571500" y="1626362"/>
                  </a:lnTo>
                  <a:lnTo>
                    <a:pt x="571500" y="1531112"/>
                  </a:lnTo>
                  <a:lnTo>
                    <a:pt x="762000" y="1747774"/>
                  </a:lnTo>
                  <a:lnTo>
                    <a:pt x="571500" y="1912112"/>
                  </a:lnTo>
                  <a:lnTo>
                    <a:pt x="571500" y="1816862"/>
                  </a:lnTo>
                  <a:lnTo>
                    <a:pt x="526263" y="1802573"/>
                  </a:lnTo>
                  <a:lnTo>
                    <a:pt x="482358" y="1785480"/>
                  </a:lnTo>
                  <a:lnTo>
                    <a:pt x="439861" y="1765686"/>
                  </a:lnTo>
                  <a:lnTo>
                    <a:pt x="398846" y="1743297"/>
                  </a:lnTo>
                  <a:lnTo>
                    <a:pt x="359389" y="1718419"/>
                  </a:lnTo>
                  <a:lnTo>
                    <a:pt x="321566" y="1691157"/>
                  </a:lnTo>
                  <a:lnTo>
                    <a:pt x="285451" y="1661617"/>
                  </a:lnTo>
                  <a:lnTo>
                    <a:pt x="251121" y="1629903"/>
                  </a:lnTo>
                  <a:lnTo>
                    <a:pt x="218649" y="1596122"/>
                  </a:lnTo>
                  <a:lnTo>
                    <a:pt x="188113" y="1560378"/>
                  </a:lnTo>
                  <a:lnTo>
                    <a:pt x="159586" y="1522777"/>
                  </a:lnTo>
                  <a:lnTo>
                    <a:pt x="133145" y="1483425"/>
                  </a:lnTo>
                  <a:lnTo>
                    <a:pt x="108864" y="1442427"/>
                  </a:lnTo>
                  <a:lnTo>
                    <a:pt x="86820" y="1399888"/>
                  </a:lnTo>
                  <a:lnTo>
                    <a:pt x="67086" y="1355914"/>
                  </a:lnTo>
                  <a:lnTo>
                    <a:pt x="49740" y="1310610"/>
                  </a:lnTo>
                  <a:lnTo>
                    <a:pt x="34855" y="1264081"/>
                  </a:lnTo>
                  <a:lnTo>
                    <a:pt x="22508" y="1216434"/>
                  </a:lnTo>
                  <a:lnTo>
                    <a:pt x="12774" y="1167772"/>
                  </a:lnTo>
                  <a:lnTo>
                    <a:pt x="5727" y="1118203"/>
                  </a:lnTo>
                  <a:lnTo>
                    <a:pt x="1444" y="1067831"/>
                  </a:lnTo>
                  <a:lnTo>
                    <a:pt x="0" y="1016762"/>
                  </a:lnTo>
                  <a:lnTo>
                    <a:pt x="0" y="826262"/>
                  </a:lnTo>
                  <a:lnTo>
                    <a:pt x="1390" y="775930"/>
                  </a:lnTo>
                  <a:lnTo>
                    <a:pt x="5509" y="726396"/>
                  </a:lnTo>
                  <a:lnTo>
                    <a:pt x="12276" y="677745"/>
                  </a:lnTo>
                  <a:lnTo>
                    <a:pt x="21613" y="630065"/>
                  </a:lnTo>
                  <a:lnTo>
                    <a:pt x="33438" y="583441"/>
                  </a:lnTo>
                  <a:lnTo>
                    <a:pt x="47672" y="537960"/>
                  </a:lnTo>
                  <a:lnTo>
                    <a:pt x="64236" y="493709"/>
                  </a:lnTo>
                  <a:lnTo>
                    <a:pt x="83051" y="450774"/>
                  </a:lnTo>
                  <a:lnTo>
                    <a:pt x="104035" y="409241"/>
                  </a:lnTo>
                  <a:lnTo>
                    <a:pt x="127110" y="369196"/>
                  </a:lnTo>
                  <a:lnTo>
                    <a:pt x="152196" y="330727"/>
                  </a:lnTo>
                  <a:lnTo>
                    <a:pt x="179213" y="293920"/>
                  </a:lnTo>
                  <a:lnTo>
                    <a:pt x="208081" y="258861"/>
                  </a:lnTo>
                  <a:lnTo>
                    <a:pt x="238721" y="225636"/>
                  </a:lnTo>
                  <a:lnTo>
                    <a:pt x="271053" y="194333"/>
                  </a:lnTo>
                  <a:lnTo>
                    <a:pt x="304997" y="165037"/>
                  </a:lnTo>
                  <a:lnTo>
                    <a:pt x="340474" y="137835"/>
                  </a:lnTo>
                  <a:lnTo>
                    <a:pt x="377404" y="112813"/>
                  </a:lnTo>
                  <a:lnTo>
                    <a:pt x="415707" y="90058"/>
                  </a:lnTo>
                  <a:lnTo>
                    <a:pt x="455303" y="69657"/>
                  </a:lnTo>
                  <a:lnTo>
                    <a:pt x="496113" y="51695"/>
                  </a:lnTo>
                  <a:lnTo>
                    <a:pt x="538058" y="36259"/>
                  </a:lnTo>
                  <a:lnTo>
                    <a:pt x="581056" y="23436"/>
                  </a:lnTo>
                  <a:lnTo>
                    <a:pt x="625029" y="13312"/>
                  </a:lnTo>
                  <a:lnTo>
                    <a:pt x="669897" y="5974"/>
                  </a:lnTo>
                  <a:lnTo>
                    <a:pt x="715581" y="1508"/>
                  </a:lnTo>
                  <a:lnTo>
                    <a:pt x="762000" y="0"/>
                  </a:lnTo>
                  <a:lnTo>
                    <a:pt x="762000" y="190500"/>
                  </a:lnTo>
                  <a:lnTo>
                    <a:pt x="715886" y="191995"/>
                  </a:lnTo>
                  <a:lnTo>
                    <a:pt x="670445" y="196426"/>
                  </a:lnTo>
                  <a:lnTo>
                    <a:pt x="625763" y="203712"/>
                  </a:lnTo>
                  <a:lnTo>
                    <a:pt x="581922" y="213771"/>
                  </a:lnTo>
                  <a:lnTo>
                    <a:pt x="539008" y="226523"/>
                  </a:lnTo>
                  <a:lnTo>
                    <a:pt x="497105" y="241885"/>
                  </a:lnTo>
                  <a:lnTo>
                    <a:pt x="456297" y="259776"/>
                  </a:lnTo>
                  <a:lnTo>
                    <a:pt x="416667" y="280115"/>
                  </a:lnTo>
                  <a:lnTo>
                    <a:pt x="378302" y="302820"/>
                  </a:lnTo>
                  <a:lnTo>
                    <a:pt x="341284" y="327810"/>
                  </a:lnTo>
                  <a:lnTo>
                    <a:pt x="305699" y="355004"/>
                  </a:lnTo>
                  <a:lnTo>
                    <a:pt x="271630" y="384320"/>
                  </a:lnTo>
                  <a:lnTo>
                    <a:pt x="239161" y="415676"/>
                  </a:lnTo>
                  <a:lnTo>
                    <a:pt x="208378" y="448992"/>
                  </a:lnTo>
                  <a:lnTo>
                    <a:pt x="179364" y="484186"/>
                  </a:lnTo>
                  <a:lnTo>
                    <a:pt x="152204" y="521177"/>
                  </a:lnTo>
                  <a:lnTo>
                    <a:pt x="126981" y="559883"/>
                  </a:lnTo>
                  <a:lnTo>
                    <a:pt x="103781" y="600223"/>
                  </a:lnTo>
                  <a:lnTo>
                    <a:pt x="82687" y="642115"/>
                  </a:lnTo>
                  <a:lnTo>
                    <a:pt x="63784" y="685478"/>
                  </a:lnTo>
                  <a:lnTo>
                    <a:pt x="47155" y="730231"/>
                  </a:lnTo>
                  <a:lnTo>
                    <a:pt x="32887" y="776292"/>
                  </a:lnTo>
                  <a:lnTo>
                    <a:pt x="21062" y="823580"/>
                  </a:lnTo>
                  <a:lnTo>
                    <a:pt x="11764" y="872014"/>
                  </a:lnTo>
                  <a:lnTo>
                    <a:pt x="5080" y="921512"/>
                  </a:lnTo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84" name="PlaceHolder 2"/>
          <p:cNvSpPr>
            <a:spLocks noGrp="1"/>
          </p:cNvSpPr>
          <p:nvPr>
            <p:ph type="ftr" idx="24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78840" y="334800"/>
            <a:ext cx="8964000" cy="677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25" strike="noStrike" u="none">
                <a:solidFill>
                  <a:srgbClr val="000000"/>
                </a:solidFill>
                <a:uFillTx/>
                <a:latin typeface="Microsoft Sans Serif"/>
              </a:rPr>
              <a:t>The</a:t>
            </a:r>
            <a:r>
              <a:rPr b="0" lang="en-US" sz="3600" spc="34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334" strike="noStrike" u="none">
                <a:solidFill>
                  <a:srgbClr val="000000"/>
                </a:solidFill>
                <a:uFillTx/>
                <a:latin typeface="Microsoft Sans Serif"/>
              </a:rPr>
              <a:t>Root</a:t>
            </a:r>
            <a:r>
              <a:rPr b="0" lang="en-US" sz="3600" spc="20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380" strike="noStrike" u="none">
                <a:solidFill>
                  <a:srgbClr val="000000"/>
                </a:solidFill>
                <a:uFillTx/>
                <a:latin typeface="Microsoft Sans Serif"/>
              </a:rPr>
              <a:t>Causes</a:t>
            </a:r>
            <a:r>
              <a:rPr b="0" lang="en-US" sz="3600" spc="34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6" strike="noStrike" u="none">
                <a:solidFill>
                  <a:srgbClr val="000000"/>
                </a:solidFill>
                <a:uFillTx/>
                <a:latin typeface="Microsoft Sans Serif"/>
              </a:rPr>
              <a:t>of</a:t>
            </a:r>
            <a:r>
              <a:rPr b="0" lang="en-US" sz="3600" spc="139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224" strike="noStrike" u="none">
                <a:solidFill>
                  <a:srgbClr val="000000"/>
                </a:solidFill>
                <a:uFillTx/>
                <a:latin typeface="Microsoft Sans Serif"/>
              </a:rPr>
              <a:t>Project</a:t>
            </a:r>
            <a:r>
              <a:rPr b="0" lang="en-US" sz="3600" spc="31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471" strike="noStrike" u="none">
                <a:solidFill>
                  <a:srgbClr val="000000"/>
                </a:solidFill>
                <a:uFillTx/>
                <a:latin typeface="Microsoft Sans Serif"/>
              </a:rPr>
              <a:t>Success</a:t>
            </a:r>
            <a:r>
              <a:rPr b="0" lang="en-US" sz="3600" spc="45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156" strike="noStrike" u="none">
                <a:solidFill>
                  <a:srgbClr val="000000"/>
                </a:solidFill>
                <a:uFillTx/>
                <a:latin typeface="Microsoft Sans Serif"/>
              </a:rPr>
              <a:t>and</a:t>
            </a:r>
            <a:r>
              <a:rPr b="0" lang="en-US" sz="3600" spc="20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145" strike="noStrike" u="none">
                <a:solidFill>
                  <a:srgbClr val="000000"/>
                </a:solidFill>
                <a:uFillTx/>
                <a:latin typeface="Microsoft Sans Serif"/>
              </a:rPr>
              <a:t>Failure</a:t>
            </a:r>
            <a:endParaRPr b="0" lang="en-US" sz="3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6" name="object 4"/>
          <p:cNvSpPr/>
          <p:nvPr/>
        </p:nvSpPr>
        <p:spPr>
          <a:xfrm>
            <a:off x="536040" y="1469160"/>
            <a:ext cx="7559280" cy="20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3840" bIns="0" anchor="t">
            <a:spAutoFit/>
          </a:bodyPr>
          <a:p>
            <a:pPr marL="332640" indent="-320040" defTabSz="914400">
              <a:lnSpc>
                <a:spcPct val="100000"/>
              </a:lnSpc>
              <a:spcBef>
                <a:spcPts val="975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280"/>
                <a:tab algn="l" pos="332640"/>
              </a:tabLst>
            </a:pP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Thereafter,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data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diverges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40" strike="noStrike" u="none">
                <a:solidFill>
                  <a:schemeClr val="dk1"/>
                </a:solidFill>
                <a:uFillTx/>
                <a:latin typeface="Microsoft Sans Serif"/>
              </a:rPr>
              <a:t>rapidly.</a:t>
            </a:r>
            <a:r>
              <a:rPr b="0" lang="en-US" sz="2000" spc="-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51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2000" spc="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course,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your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project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could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14" strike="noStrike" u="none">
                <a:solidFill>
                  <a:schemeClr val="dk1"/>
                </a:solidFill>
                <a:uFillTx/>
                <a:latin typeface="Microsoft Sans Serif"/>
              </a:rPr>
              <a:t>fail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52680" indent="-274320" defTabSz="914400">
              <a:lnSpc>
                <a:spcPct val="109000"/>
              </a:lnSpc>
              <a:spcBef>
                <a:spcPts val="516"/>
              </a:spcBef>
              <a:buClr>
                <a:srgbClr val="7d96ac"/>
              </a:buClr>
              <a:buSzPct val="69000"/>
              <a:buFont typeface="Wingdings" charset="2"/>
              <a:buChar char=""/>
              <a:tabLst>
                <a:tab algn="l" pos="652680"/>
                <a:tab algn="l" pos="653400"/>
                <a:tab algn="l" pos="1446480"/>
                <a:tab algn="l" pos="1753200"/>
                <a:tab algn="l" pos="2083320"/>
                <a:tab algn="l" pos="3007440"/>
                <a:tab algn="l" pos="3830400"/>
                <a:tab algn="l" pos="4129560"/>
                <a:tab algn="l" pos="4596120"/>
                <a:tab algn="l" pos="5207040"/>
                <a:tab algn="l" pos="5504040"/>
                <a:tab algn="l" pos="6240960"/>
                <a:tab algn="l" pos="6923520"/>
              </a:tabLst>
            </a:pP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b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84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190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1600" spc="-184" strike="noStrike" u="none">
                <a:solidFill>
                  <a:schemeClr val="dk1"/>
                </a:solidFill>
                <a:uFillTx/>
                <a:latin typeface="Microsoft Sans Serif"/>
              </a:rPr>
              <a:t>se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210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sti</a:t>
            </a:r>
            <a:r>
              <a:rPr b="0" lang="en-US" sz="1600" spc="-190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230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pc="-181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ule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time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34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184" strike="noStrike" u="none">
                <a:solidFill>
                  <a:schemeClr val="dk1"/>
                </a:solidFill>
                <a:uFillTx/>
                <a:latin typeface="Microsoft Sans Serif"/>
              </a:rPr>
              <a:t>me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(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4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nt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1600" spc="13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jects  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this),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52680" indent="-275040" defTabSz="914400">
              <a:lnSpc>
                <a:spcPct val="100000"/>
              </a:lnSpc>
              <a:spcBef>
                <a:spcPts val="780"/>
              </a:spcBef>
              <a:buClr>
                <a:srgbClr val="7d96ac"/>
              </a:buClr>
              <a:buSzPct val="69000"/>
              <a:buFont typeface="Wingdings" charset="2"/>
              <a:buChar char=""/>
              <a:tabLst>
                <a:tab algn="l" pos="652680"/>
                <a:tab algn="l" pos="653400"/>
                <a:tab algn="l" pos="1751400"/>
                <a:tab algn="l" pos="2538000"/>
                <a:tab algn="l" pos="3018240"/>
                <a:tab algn="l" pos="3929400"/>
              </a:tabLst>
            </a:pP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inadequate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staffing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resources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(6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percent),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52680" indent="-275040" defTabSz="914400">
              <a:lnSpc>
                <a:spcPct val="100000"/>
              </a:lnSpc>
              <a:spcBef>
                <a:spcPts val="780"/>
              </a:spcBef>
              <a:buClr>
                <a:srgbClr val="7d96ac"/>
              </a:buClr>
              <a:buSzPct val="69000"/>
              <a:buFont typeface="Wingdings" charset="2"/>
              <a:buChar char=""/>
              <a:tabLst>
                <a:tab algn="l" pos="652680"/>
                <a:tab algn="l" pos="653400"/>
              </a:tabLst>
            </a:pP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inadequate</a:t>
            </a:r>
            <a:r>
              <a:rPr b="0" lang="en-US" sz="1600" spc="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technology</a:t>
            </a:r>
            <a:r>
              <a:rPr b="0" lang="en-US" sz="16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skills</a:t>
            </a:r>
            <a:r>
              <a:rPr b="0" lang="en-US" sz="16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(7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percent),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various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other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reasons.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object 5"/>
          <p:cNvSpPr/>
          <p:nvPr/>
        </p:nvSpPr>
        <p:spPr>
          <a:xfrm>
            <a:off x="8267040" y="1973880"/>
            <a:ext cx="416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1600" spc="-65" strike="noStrike" u="none">
                <a:solidFill>
                  <a:schemeClr val="dk1"/>
                </a:solidFill>
                <a:uFillTx/>
                <a:latin typeface="Microsoft Sans Serif"/>
              </a:rPr>
              <a:t>cited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object 6"/>
          <p:cNvSpPr/>
          <p:nvPr/>
        </p:nvSpPr>
        <p:spPr>
          <a:xfrm>
            <a:off x="536040" y="3607560"/>
            <a:ext cx="8149320" cy="81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9800" bIns="0" anchor="t">
            <a:spAutoFit/>
          </a:bodyPr>
          <a:p>
            <a:pPr marL="332640" indent="-320040" algn="just" defTabSz="914400">
              <a:lnSpc>
                <a:spcPct val="97000"/>
              </a:lnSpc>
              <a:spcBef>
                <a:spcPts val="156"/>
              </a:spcBef>
              <a:buClr>
                <a:srgbClr val="cc8e5f"/>
              </a:buClr>
              <a:buSzPct val="58000"/>
              <a:buFont typeface="Wingdings" charset="2"/>
              <a:buChar char=""/>
              <a:tabLst>
                <a:tab algn="l" pos="332640"/>
              </a:tabLst>
            </a:pPr>
            <a:r>
              <a:rPr b="0" lang="en-US" sz="1800" spc="-210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pc="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survey </a:t>
            </a:r>
            <a:r>
              <a:rPr b="0" lang="en-US" sz="1800" spc="-215" strike="noStrike" u="none">
                <a:solidFill>
                  <a:schemeClr val="dk1"/>
                </a:solidFill>
                <a:uFillTx/>
                <a:latin typeface="Microsoft Sans Serif"/>
              </a:rPr>
              <a:t>shows</a:t>
            </a:r>
            <a:r>
              <a:rPr b="0" lang="en-US" sz="18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1800" spc="34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at</a:t>
            </a:r>
            <a:r>
              <a:rPr b="0" lang="en-US" sz="1800" spc="4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least</a:t>
            </a:r>
            <a:r>
              <a:rPr b="0" lang="en-US" sz="1800" spc="66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" strike="noStrike" u="none">
                <a:solidFill>
                  <a:srgbClr val="ff0000"/>
                </a:solidFill>
                <a:uFillTx/>
                <a:latin typeface="Microsoft Sans Serif"/>
              </a:rPr>
              <a:t>a </a:t>
            </a:r>
            <a:r>
              <a:rPr b="0" lang="en-US" sz="1800" spc="-54" strike="noStrike" u="none">
                <a:solidFill>
                  <a:srgbClr val="ff0000"/>
                </a:solidFill>
                <a:uFillTx/>
                <a:latin typeface="Microsoft Sans Serif"/>
              </a:rPr>
              <a:t>third</a:t>
            </a:r>
            <a:r>
              <a:rPr b="0" lang="en-US" sz="1800" spc="371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6" strike="noStrike" u="none">
                <a:solidFill>
                  <a:srgbClr val="ff0000"/>
                </a:solidFill>
                <a:uFillTx/>
                <a:latin typeface="Microsoft Sans Serif"/>
              </a:rPr>
              <a:t>of</a:t>
            </a:r>
            <a:r>
              <a:rPr b="0" lang="en-US" sz="1800" spc="471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105" strike="noStrike" u="none">
                <a:solidFill>
                  <a:srgbClr val="ff0000"/>
                </a:solidFill>
                <a:uFillTx/>
                <a:latin typeface="Microsoft Sans Serif"/>
              </a:rPr>
              <a:t>development</a:t>
            </a:r>
            <a:r>
              <a:rPr b="0" lang="en-US" sz="1800" spc="641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99" strike="noStrike" u="none">
                <a:solidFill>
                  <a:srgbClr val="ff0000"/>
                </a:solidFill>
                <a:uFillTx/>
                <a:latin typeface="Microsoft Sans Serif"/>
              </a:rPr>
              <a:t>projects</a:t>
            </a:r>
            <a:r>
              <a:rPr b="0" lang="en-US" sz="1800" spc="655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136" strike="noStrike" u="none">
                <a:solidFill>
                  <a:srgbClr val="ff0000"/>
                </a:solidFill>
                <a:uFillTx/>
                <a:latin typeface="Microsoft Sans Serif"/>
              </a:rPr>
              <a:t>run</a:t>
            </a:r>
            <a:r>
              <a:rPr b="0" lang="en-US" sz="1800" spc="550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91" strike="noStrike" u="none">
                <a:solidFill>
                  <a:srgbClr val="ff0000"/>
                </a:solidFill>
                <a:uFillTx/>
                <a:latin typeface="Microsoft Sans Serif"/>
              </a:rPr>
              <a:t>into</a:t>
            </a:r>
            <a:r>
              <a:rPr b="0" lang="en-US" sz="1800" spc="300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71" strike="noStrike" u="none">
                <a:solidFill>
                  <a:srgbClr val="ff0000"/>
                </a:solidFill>
                <a:uFillTx/>
                <a:latin typeface="Microsoft Sans Serif"/>
              </a:rPr>
              <a:t>trouble </a:t>
            </a:r>
            <a:r>
              <a:rPr b="0" lang="en-US" sz="1800" spc="-65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14" strike="noStrike" u="none">
                <a:solidFill>
                  <a:srgbClr val="ff0000"/>
                </a:solidFill>
                <a:uFillTx/>
                <a:latin typeface="Microsoft Sans Serif"/>
              </a:rPr>
              <a:t>for</a:t>
            </a:r>
            <a:r>
              <a:rPr b="0" lang="en-US" sz="1800" spc="-11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150" strike="noStrike" u="none">
                <a:solidFill>
                  <a:srgbClr val="ff0000"/>
                </a:solidFill>
                <a:uFillTx/>
                <a:latin typeface="Microsoft Sans Serif"/>
              </a:rPr>
              <a:t>reasons</a:t>
            </a:r>
            <a:r>
              <a:rPr b="0" lang="en-US" sz="1800" spc="-145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65" strike="noStrike" u="none">
                <a:solidFill>
                  <a:srgbClr val="ff0000"/>
                </a:solidFill>
                <a:uFillTx/>
                <a:latin typeface="Microsoft Sans Serif"/>
              </a:rPr>
              <a:t>that</a:t>
            </a:r>
            <a:r>
              <a:rPr b="0" lang="en-US" sz="1800" spc="-60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40" strike="noStrike" u="none">
                <a:solidFill>
                  <a:srgbClr val="ff0000"/>
                </a:solidFill>
                <a:uFillTx/>
                <a:latin typeface="Microsoft Sans Serif"/>
              </a:rPr>
              <a:t>are</a:t>
            </a:r>
            <a:r>
              <a:rPr b="0" lang="en-US" sz="1800" spc="-34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45" strike="noStrike" u="none">
                <a:solidFill>
                  <a:srgbClr val="ff0000"/>
                </a:solidFill>
                <a:uFillTx/>
                <a:latin typeface="Microsoft Sans Serif"/>
              </a:rPr>
              <a:t>directly</a:t>
            </a:r>
            <a:r>
              <a:rPr b="0" lang="en-US" sz="1800" spc="-40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34" strike="noStrike" u="none">
                <a:solidFill>
                  <a:srgbClr val="ff0000"/>
                </a:solidFill>
                <a:uFillTx/>
                <a:latin typeface="Microsoft Sans Serif"/>
              </a:rPr>
              <a:t>related</a:t>
            </a:r>
            <a:r>
              <a:rPr b="0" lang="en-US" sz="1800" spc="-31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rgbClr val="ff0000"/>
                </a:solidFill>
                <a:uFillTx/>
                <a:latin typeface="Microsoft Sans Serif"/>
              </a:rPr>
              <a:t>to</a:t>
            </a:r>
            <a:r>
              <a:rPr b="0" lang="en-US" sz="1800" spc="-54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rgbClr val="ff0000"/>
                </a:solidFill>
                <a:uFillTx/>
                <a:latin typeface="Microsoft Sans Serif"/>
              </a:rPr>
              <a:t>requirements</a:t>
            </a:r>
            <a:r>
              <a:rPr b="0" lang="en-US" sz="1800" spc="-113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rgbClr val="ff0000"/>
                </a:solidFill>
                <a:uFillTx/>
                <a:latin typeface="Microsoft Sans Serif"/>
              </a:rPr>
              <a:t>gathering,</a:t>
            </a:r>
            <a:r>
              <a:rPr b="0" lang="en-US" sz="1800" spc="-74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119" strike="noStrike" u="none">
                <a:solidFill>
                  <a:srgbClr val="ff0000"/>
                </a:solidFill>
                <a:uFillTx/>
                <a:latin typeface="Microsoft Sans Serif"/>
              </a:rPr>
              <a:t>requirements </a:t>
            </a:r>
            <a:r>
              <a:rPr b="0" lang="en-US" sz="1800" spc="-113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156" strike="noStrike" u="none">
                <a:solidFill>
                  <a:srgbClr val="ff0000"/>
                </a:solidFill>
                <a:uFillTx/>
                <a:latin typeface="Microsoft Sans Serif"/>
              </a:rPr>
              <a:t>documen</a:t>
            </a:r>
            <a:r>
              <a:rPr b="0" lang="en-US" sz="1800" spc="-71" strike="noStrike" u="none">
                <a:solidFill>
                  <a:srgbClr val="ff0000"/>
                </a:solidFill>
                <a:uFillTx/>
                <a:latin typeface="Microsoft Sans Serif"/>
              </a:rPr>
              <a:t>t</a:t>
            </a:r>
            <a:r>
              <a:rPr b="0" lang="en-US" sz="1800" spc="-14" strike="noStrike" u="none">
                <a:solidFill>
                  <a:srgbClr val="ff0000"/>
                </a:solidFill>
                <a:uFillTx/>
                <a:latin typeface="Microsoft Sans Serif"/>
              </a:rPr>
              <a:t>a</a:t>
            </a:r>
            <a:r>
              <a:rPr b="0" lang="en-US" sz="1800" spc="-20" strike="noStrike" u="none">
                <a:solidFill>
                  <a:srgbClr val="ff0000"/>
                </a:solidFill>
                <a:uFillTx/>
                <a:latin typeface="Microsoft Sans Serif"/>
              </a:rPr>
              <a:t>t</a:t>
            </a:r>
            <a:r>
              <a:rPr b="0" lang="en-US" sz="1800" spc="-105" strike="noStrike" u="none">
                <a:solidFill>
                  <a:srgbClr val="ff0000"/>
                </a:solidFill>
                <a:uFillTx/>
                <a:latin typeface="Microsoft Sans Serif"/>
              </a:rPr>
              <a:t>io</a:t>
            </a:r>
            <a:r>
              <a:rPr b="0" lang="en-US" sz="1800" spc="-139" strike="noStrike" u="none">
                <a:solidFill>
                  <a:srgbClr val="ff0000"/>
                </a:solidFill>
                <a:uFillTx/>
                <a:latin typeface="Microsoft Sans Serif"/>
              </a:rPr>
              <a:t>n</a:t>
            </a:r>
            <a:r>
              <a:rPr b="0" lang="en-US" sz="1800" spc="-105" strike="noStrike" u="none">
                <a:solidFill>
                  <a:srgbClr val="ff0000"/>
                </a:solidFill>
                <a:uFillTx/>
                <a:latin typeface="Microsoft Sans Serif"/>
              </a:rPr>
              <a:t>,</a:t>
            </a:r>
            <a:r>
              <a:rPr b="0" lang="en-US" sz="1800" spc="-11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rgbClr val="ff0000"/>
                </a:solidFill>
                <a:uFillTx/>
                <a:latin typeface="Microsoft Sans Serif"/>
              </a:rPr>
              <a:t>and</a:t>
            </a:r>
            <a:r>
              <a:rPr b="0" lang="en-US" sz="1800" spc="6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rgbClr val="ff0000"/>
                </a:solidFill>
                <a:uFillTx/>
                <a:latin typeface="Microsoft Sans Serif"/>
              </a:rPr>
              <a:t>requirements</a:t>
            </a:r>
            <a:r>
              <a:rPr b="0" lang="en-US" sz="1800" spc="6" strike="noStrike" u="none">
                <a:solidFill>
                  <a:srgbClr val="ff0000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rgbClr val="ff0000"/>
                </a:solidFill>
                <a:uFillTx/>
                <a:latin typeface="Microsoft Sans Serif"/>
              </a:rPr>
              <a:t>mana</a:t>
            </a:r>
            <a:r>
              <a:rPr b="0" lang="en-US" sz="1800" spc="-136" strike="noStrike" u="none">
                <a:solidFill>
                  <a:srgbClr val="ff0000"/>
                </a:solidFill>
                <a:uFillTx/>
                <a:latin typeface="Microsoft Sans Serif"/>
              </a:rPr>
              <a:t>g</a:t>
            </a:r>
            <a:r>
              <a:rPr b="0" lang="en-US" sz="1800" spc="-145" strike="noStrike" u="none">
                <a:solidFill>
                  <a:srgbClr val="ff0000"/>
                </a:solidFill>
                <a:uFillTx/>
                <a:latin typeface="Microsoft Sans Serif"/>
              </a:rPr>
              <a:t>ement</a:t>
            </a:r>
            <a:r>
              <a:rPr b="0" lang="en-US" sz="1800" spc="-105" strike="noStrike" u="none">
                <a:solidFill>
                  <a:srgbClr val="ff0000"/>
                </a:solidFill>
                <a:uFillTx/>
                <a:latin typeface="Microsoft Sans Serif"/>
              </a:rPr>
              <a:t>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9" name="object 7" descr=""/>
          <p:cNvPicPr/>
          <p:nvPr/>
        </p:nvPicPr>
        <p:blipFill>
          <a:blip r:embed="rId1"/>
          <a:stretch/>
        </p:blipFill>
        <p:spPr>
          <a:xfrm>
            <a:off x="2895480" y="4583520"/>
            <a:ext cx="3428640" cy="2274120"/>
          </a:xfrm>
          <a:prstGeom prst="rect">
            <a:avLst/>
          </a:prstGeom>
          <a:ln w="0">
            <a:noFill/>
          </a:ln>
        </p:spPr>
      </p:pic>
      <p:sp>
        <p:nvSpPr>
          <p:cNvPr id="190" name="PlaceHolder 2"/>
          <p:cNvSpPr>
            <a:spLocks noGrp="1"/>
          </p:cNvSpPr>
          <p:nvPr>
            <p:ph type="ftr" idx="25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78840" y="296640"/>
            <a:ext cx="8964000" cy="677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25" strike="noStrike" u="none">
                <a:solidFill>
                  <a:srgbClr val="000000"/>
                </a:solidFill>
                <a:uFillTx/>
                <a:latin typeface="Microsoft Sans Serif"/>
              </a:rPr>
              <a:t>The</a:t>
            </a:r>
            <a:r>
              <a:rPr b="0" lang="en-US" sz="3600" spc="34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334" strike="noStrike" u="none">
                <a:solidFill>
                  <a:srgbClr val="000000"/>
                </a:solidFill>
                <a:uFillTx/>
                <a:latin typeface="Microsoft Sans Serif"/>
              </a:rPr>
              <a:t>Root</a:t>
            </a:r>
            <a:r>
              <a:rPr b="0" lang="en-US" sz="3600" spc="20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380" strike="noStrike" u="none">
                <a:solidFill>
                  <a:srgbClr val="000000"/>
                </a:solidFill>
                <a:uFillTx/>
                <a:latin typeface="Microsoft Sans Serif"/>
              </a:rPr>
              <a:t>Causes</a:t>
            </a:r>
            <a:r>
              <a:rPr b="0" lang="en-US" sz="3600" spc="34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6" strike="noStrike" u="none">
                <a:solidFill>
                  <a:srgbClr val="000000"/>
                </a:solidFill>
                <a:uFillTx/>
                <a:latin typeface="Microsoft Sans Serif"/>
              </a:rPr>
              <a:t>of</a:t>
            </a:r>
            <a:r>
              <a:rPr b="0" lang="en-US" sz="3600" spc="139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224" strike="noStrike" u="none">
                <a:solidFill>
                  <a:srgbClr val="000000"/>
                </a:solidFill>
                <a:uFillTx/>
                <a:latin typeface="Microsoft Sans Serif"/>
              </a:rPr>
              <a:t>Project</a:t>
            </a:r>
            <a:r>
              <a:rPr b="0" lang="en-US" sz="3600" spc="31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471" strike="noStrike" u="none">
                <a:solidFill>
                  <a:srgbClr val="000000"/>
                </a:solidFill>
                <a:uFillTx/>
                <a:latin typeface="Microsoft Sans Serif"/>
              </a:rPr>
              <a:t>Success</a:t>
            </a:r>
            <a:r>
              <a:rPr b="0" lang="en-US" sz="3600" spc="45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156" strike="noStrike" u="none">
                <a:solidFill>
                  <a:srgbClr val="000000"/>
                </a:solidFill>
                <a:uFillTx/>
                <a:latin typeface="Microsoft Sans Serif"/>
              </a:rPr>
              <a:t>and</a:t>
            </a:r>
            <a:r>
              <a:rPr b="0" lang="en-US" sz="3600" spc="20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145" strike="noStrike" u="none">
                <a:solidFill>
                  <a:srgbClr val="000000"/>
                </a:solidFill>
                <a:uFillTx/>
                <a:latin typeface="Microsoft Sans Serif"/>
              </a:rPr>
              <a:t>Failure</a:t>
            </a:r>
            <a:endParaRPr b="0" lang="en-US" sz="3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92" name="object 3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18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3" name="object 4"/>
          <p:cNvSpPr/>
          <p:nvPr/>
        </p:nvSpPr>
        <p:spPr>
          <a:xfrm>
            <a:off x="536040" y="1559880"/>
            <a:ext cx="8150400" cy="25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6680" bIns="0" anchor="t">
            <a:spAutoFit/>
          </a:bodyPr>
          <a:p>
            <a:pPr marL="332640" indent="-320040" algn="just" defTabSz="914400">
              <a:lnSpc>
                <a:spcPct val="79000"/>
              </a:lnSpc>
              <a:spcBef>
                <a:spcPts val="604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</a:tabLst>
            </a:pP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Although</a:t>
            </a:r>
            <a:r>
              <a:rPr b="0" lang="en-US" sz="2000" spc="28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28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majority</a:t>
            </a:r>
            <a:r>
              <a:rPr b="0" lang="en-US" sz="2000" spc="4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2000" spc="52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projects</a:t>
            </a:r>
            <a:r>
              <a:rPr b="0" lang="en-US" sz="2000" spc="31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do</a:t>
            </a:r>
            <a:r>
              <a:rPr b="0" lang="en-US" sz="2000" spc="8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224" strike="noStrike" u="none">
                <a:solidFill>
                  <a:schemeClr val="dk1"/>
                </a:solidFill>
                <a:uFillTx/>
                <a:latin typeface="Microsoft Sans Serif"/>
              </a:rPr>
              <a:t>seem</a:t>
            </a:r>
            <a:r>
              <a:rPr b="0" lang="en-US" sz="2000" spc="39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2000" spc="87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experience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schedule/budget </a:t>
            </a:r>
            <a:r>
              <a:rPr b="0" lang="en-US" sz="2000" spc="-150" strike="noStrike" u="none">
                <a:solidFill>
                  <a:schemeClr val="dk1"/>
                </a:solidFill>
                <a:uFillTx/>
                <a:latin typeface="Microsoft Sans Serif"/>
              </a:rPr>
              <a:t>overruns, 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471" strike="noStrike" u="none">
                <a:solidFill>
                  <a:schemeClr val="dk1"/>
                </a:solidFill>
                <a:uFillTx/>
                <a:latin typeface="Microsoft Sans Serif"/>
              </a:rPr>
              <a:t>  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Standish</a:t>
            </a:r>
            <a:r>
              <a:rPr b="0" lang="en-US" sz="2000" spc="4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408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Group</a:t>
            </a:r>
            <a:r>
              <a:rPr b="0" lang="en-US" sz="2000" spc="360" strike="noStrike" u="none">
                <a:solidFill>
                  <a:schemeClr val="dk1"/>
                </a:solidFill>
                <a:uFillTx/>
                <a:latin typeface="Microsoft Sans Serif"/>
              </a:rPr>
              <a:t>  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found</a:t>
            </a:r>
            <a:r>
              <a:rPr b="0" lang="en-US" sz="2000" spc="5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53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2000" spc="380" strike="noStrike" u="none">
                <a:solidFill>
                  <a:schemeClr val="dk1"/>
                </a:solidFill>
                <a:uFillTx/>
                <a:latin typeface="Microsoft Sans Serif"/>
              </a:rPr>
              <a:t>  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9 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percent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2000" spc="5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29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projects</a:t>
            </a:r>
            <a:r>
              <a:rPr b="0" lang="en-US" sz="2000" spc="31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2000" spc="27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45" strike="noStrike" u="none">
                <a:solidFill>
                  <a:schemeClr val="dk1"/>
                </a:solidFill>
                <a:uFillTx/>
                <a:latin typeface="Microsoft Sans Serif"/>
              </a:rPr>
              <a:t>large</a:t>
            </a:r>
            <a:r>
              <a:rPr b="0" lang="en-US" sz="2000" spc="43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9" strike="noStrike" u="none">
                <a:solidFill>
                  <a:schemeClr val="dk1"/>
                </a:solidFill>
                <a:uFillTx/>
                <a:latin typeface="Microsoft Sans Serif"/>
              </a:rPr>
              <a:t>companies</a:t>
            </a:r>
            <a:r>
              <a:rPr b="0" lang="en-US" sz="2000" spc="21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were</a:t>
            </a:r>
            <a:r>
              <a:rPr b="0" lang="en-US" sz="2000" spc="3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delivered</a:t>
            </a:r>
            <a:r>
              <a:rPr b="0" lang="en-US" sz="2000" spc="4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70" strike="noStrike" u="none">
                <a:solidFill>
                  <a:schemeClr val="dk1"/>
                </a:solidFill>
                <a:uFillTx/>
                <a:latin typeface="Microsoft Sans Serif"/>
              </a:rPr>
              <a:t>on</a:t>
            </a:r>
            <a:r>
              <a:rPr b="0" lang="en-US" sz="2000" spc="55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time</a:t>
            </a:r>
            <a:r>
              <a:rPr b="0" lang="en-US" sz="2000" spc="29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2000" spc="3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70" strike="noStrike" u="none">
                <a:solidFill>
                  <a:schemeClr val="dk1"/>
                </a:solidFill>
                <a:uFillTx/>
                <a:latin typeface="Microsoft Sans Serif"/>
              </a:rPr>
              <a:t>on 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budget;</a:t>
            </a:r>
            <a:r>
              <a:rPr b="0" lang="en-US" sz="2000" spc="39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16</a:t>
            </a:r>
            <a:r>
              <a:rPr b="0" lang="en-US" sz="2000" spc="5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percent</a:t>
            </a:r>
            <a:r>
              <a:rPr b="0" lang="en-US" sz="2000" spc="3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2000" spc="52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67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projects</a:t>
            </a:r>
            <a:r>
              <a:rPr b="0" lang="en-US" sz="2000" spc="7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2000" spc="67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45" strike="noStrike" u="none">
                <a:solidFill>
                  <a:schemeClr val="dk1"/>
                </a:solidFill>
                <a:uFillTx/>
                <a:latin typeface="Microsoft Sans Serif"/>
              </a:rPr>
              <a:t>small</a:t>
            </a:r>
            <a:r>
              <a:rPr b="0" lang="en-US" sz="2000" spc="62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9" strike="noStrike" u="none">
                <a:solidFill>
                  <a:schemeClr val="dk1"/>
                </a:solidFill>
                <a:uFillTx/>
                <a:latin typeface="Microsoft Sans Serif"/>
              </a:rPr>
              <a:t>companies</a:t>
            </a:r>
            <a:r>
              <a:rPr b="0" lang="en-US" sz="2000" spc="5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enjoyed</a:t>
            </a:r>
            <a:r>
              <a:rPr b="0" lang="en-US" sz="2000" spc="7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 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similar </a:t>
            </a:r>
            <a:r>
              <a:rPr b="0" lang="en-US" sz="2000" spc="-244" strike="noStrike" u="none">
                <a:solidFill>
                  <a:schemeClr val="dk1"/>
                </a:solidFill>
                <a:uFillTx/>
                <a:latin typeface="Microsoft Sans Serif"/>
              </a:rPr>
              <a:t>success.</a:t>
            </a:r>
            <a:r>
              <a:rPr b="0" lang="en-US" sz="20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2000" spc="22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leads</a:t>
            </a:r>
            <a:r>
              <a:rPr b="0" lang="en-US" sz="2000" spc="3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2000" spc="4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an</a:t>
            </a:r>
            <a:r>
              <a:rPr b="0" lang="en-US" sz="2000" spc="28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45" strike="noStrike" u="none">
                <a:solidFill>
                  <a:schemeClr val="dk1"/>
                </a:solidFill>
                <a:uFillTx/>
                <a:latin typeface="Microsoft Sans Serif"/>
              </a:rPr>
              <a:t>obvious</a:t>
            </a:r>
            <a:r>
              <a:rPr b="0" lang="en-US" sz="2000" spc="62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6" strike="noStrike" u="none">
                <a:solidFill>
                  <a:schemeClr val="dk1"/>
                </a:solidFill>
                <a:uFillTx/>
                <a:latin typeface="Microsoft Sans Serif"/>
              </a:rPr>
              <a:t>question:</a:t>
            </a:r>
            <a:r>
              <a:rPr b="0" lang="en-US" sz="2000" spc="6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1" lang="en-US" sz="2000" spc="-159" strike="noStrike" u="none">
                <a:solidFill>
                  <a:srgbClr val="ff0000"/>
                </a:solidFill>
                <a:uFillTx/>
                <a:latin typeface="Arial"/>
              </a:rPr>
              <a:t>What</a:t>
            </a:r>
            <a:r>
              <a:rPr b="1" lang="en-US" sz="2000" spc="635" strike="noStrike" u="none">
                <a:solidFill>
                  <a:srgbClr val="ff0000"/>
                </a:solidFill>
                <a:uFillTx/>
                <a:latin typeface="Arial"/>
              </a:rPr>
              <a:t> </a:t>
            </a:r>
            <a:r>
              <a:rPr b="1" lang="en-US" sz="2000" spc="-99" strike="noStrike" u="none">
                <a:solidFill>
                  <a:srgbClr val="ff0000"/>
                </a:solidFill>
                <a:uFillTx/>
                <a:latin typeface="Arial"/>
              </a:rPr>
              <a:t>were</a:t>
            </a:r>
            <a:r>
              <a:rPr b="1" lang="en-US" sz="2000" spc="811" strike="noStrike" u="none">
                <a:solidFill>
                  <a:srgbClr val="ff0000"/>
                </a:solidFill>
                <a:uFillTx/>
                <a:latin typeface="Arial"/>
              </a:rPr>
              <a:t> </a:t>
            </a:r>
            <a:r>
              <a:rPr b="1" lang="en-US" sz="2000" spc="-156" strike="noStrike" u="none">
                <a:solidFill>
                  <a:srgbClr val="ff0000"/>
                </a:solidFill>
                <a:uFillTx/>
                <a:latin typeface="Arial"/>
              </a:rPr>
              <a:t>the </a:t>
            </a:r>
            <a:r>
              <a:rPr b="1" lang="en-US" sz="2000" spc="-150" strike="noStrike" u="none">
                <a:solidFill>
                  <a:srgbClr val="ff0000"/>
                </a:solidFill>
                <a:uFillTx/>
                <a:latin typeface="Arial"/>
              </a:rPr>
              <a:t> </a:t>
            </a:r>
            <a:r>
              <a:rPr b="1" lang="en-US" sz="2000" spc="-136" strike="noStrike" u="none">
                <a:solidFill>
                  <a:srgbClr val="ff0000"/>
                </a:solidFill>
                <a:uFillTx/>
                <a:latin typeface="Arial"/>
              </a:rPr>
              <a:t>pr</a:t>
            </a:r>
            <a:r>
              <a:rPr b="1" lang="en-US" sz="2000" spc="-85" strike="noStrike" u="none">
                <a:solidFill>
                  <a:srgbClr val="ff0000"/>
                </a:solidFill>
                <a:uFillTx/>
                <a:latin typeface="Arial"/>
              </a:rPr>
              <a:t>i</a:t>
            </a:r>
            <a:r>
              <a:rPr b="1" lang="en-US" sz="2000" spc="-150" strike="noStrike" u="none">
                <a:solidFill>
                  <a:srgbClr val="ff0000"/>
                </a:solidFill>
                <a:uFillTx/>
                <a:latin typeface="Arial"/>
              </a:rPr>
              <a:t>m</a:t>
            </a:r>
            <a:r>
              <a:rPr b="1" lang="en-US" sz="2000" spc="-105" strike="noStrike" u="none">
                <a:solidFill>
                  <a:srgbClr val="ff0000"/>
                </a:solidFill>
                <a:uFillTx/>
                <a:latin typeface="Arial"/>
              </a:rPr>
              <a:t>a</a:t>
            </a:r>
            <a:r>
              <a:rPr b="1" lang="en-US" sz="2000" spc="-125" strike="noStrike" u="none">
                <a:solidFill>
                  <a:srgbClr val="ff0000"/>
                </a:solidFill>
                <a:uFillTx/>
                <a:latin typeface="Arial"/>
              </a:rPr>
              <a:t>r</a:t>
            </a:r>
            <a:r>
              <a:rPr b="1" lang="en-US" sz="2000" spc="-51" strike="noStrike" u="none">
                <a:solidFill>
                  <a:srgbClr val="ff0000"/>
                </a:solidFill>
                <a:uFillTx/>
                <a:latin typeface="Arial"/>
              </a:rPr>
              <a:t>y</a:t>
            </a:r>
            <a:r>
              <a:rPr b="1" lang="en-US" sz="2000" spc="-11" strike="noStrike" u="none">
                <a:solidFill>
                  <a:srgbClr val="ff0000"/>
                </a:solidFill>
                <a:uFillTx/>
                <a:latin typeface="Arial"/>
              </a:rPr>
              <a:t> </a:t>
            </a:r>
            <a:r>
              <a:rPr b="1" lang="en-US" sz="2000" spc="-6" strike="noStrike" u="none">
                <a:solidFill>
                  <a:srgbClr val="ff0000"/>
                </a:solidFill>
                <a:uFillTx/>
                <a:latin typeface="Arial"/>
              </a:rPr>
              <a:t>"</a:t>
            </a:r>
            <a:r>
              <a:rPr b="1" lang="en-US" sz="2000" spc="-244" strike="noStrike" u="none">
                <a:solidFill>
                  <a:srgbClr val="ff0000"/>
                </a:solidFill>
                <a:uFillTx/>
                <a:latin typeface="Arial"/>
              </a:rPr>
              <a:t>suc</a:t>
            </a:r>
            <a:r>
              <a:rPr b="1" lang="en-US" sz="2000" spc="-315" strike="noStrike" u="none">
                <a:solidFill>
                  <a:srgbClr val="ff0000"/>
                </a:solidFill>
                <a:uFillTx/>
                <a:latin typeface="Arial"/>
              </a:rPr>
              <a:t>c</a:t>
            </a:r>
            <a:r>
              <a:rPr b="1" lang="en-US" sz="2000" spc="-224" strike="noStrike" u="none">
                <a:solidFill>
                  <a:srgbClr val="ff0000"/>
                </a:solidFill>
                <a:uFillTx/>
                <a:latin typeface="Arial"/>
              </a:rPr>
              <a:t>ess</a:t>
            </a:r>
            <a:r>
              <a:rPr b="1" lang="en-US" sz="2000" strike="noStrike" u="none">
                <a:solidFill>
                  <a:srgbClr val="ff0000"/>
                </a:solidFill>
                <a:uFillTx/>
                <a:latin typeface="Arial"/>
              </a:rPr>
              <a:t> </a:t>
            </a:r>
            <a:r>
              <a:rPr b="1" lang="en-US" sz="2000" spc="-26" strike="noStrike" u="none">
                <a:solidFill>
                  <a:srgbClr val="ff0000"/>
                </a:solidFill>
                <a:uFillTx/>
                <a:latin typeface="Arial"/>
              </a:rPr>
              <a:t>f</a:t>
            </a:r>
            <a:r>
              <a:rPr b="1" lang="en-US" sz="2000" spc="-181" strike="noStrike" u="none">
                <a:solidFill>
                  <a:srgbClr val="ff0000"/>
                </a:solidFill>
                <a:uFillTx/>
                <a:latin typeface="Arial"/>
              </a:rPr>
              <a:t>a</a:t>
            </a:r>
            <a:r>
              <a:rPr b="1" lang="en-US" sz="2000" spc="-190" strike="noStrike" u="none">
                <a:solidFill>
                  <a:srgbClr val="ff0000"/>
                </a:solidFill>
                <a:uFillTx/>
                <a:latin typeface="Arial"/>
              </a:rPr>
              <a:t>c</a:t>
            </a:r>
            <a:r>
              <a:rPr b="1" lang="en-US" sz="2000" spc="-159" strike="noStrike" u="none">
                <a:solidFill>
                  <a:srgbClr val="ff0000"/>
                </a:solidFill>
                <a:uFillTx/>
                <a:latin typeface="Arial"/>
              </a:rPr>
              <a:t>to</a:t>
            </a:r>
            <a:r>
              <a:rPr b="1" lang="en-US" sz="2000" spc="-145" strike="noStrike" u="none">
                <a:solidFill>
                  <a:srgbClr val="ff0000"/>
                </a:solidFill>
                <a:uFillTx/>
                <a:latin typeface="Arial"/>
              </a:rPr>
              <a:t>r</a:t>
            </a:r>
            <a:r>
              <a:rPr b="1" lang="en-US" sz="2000" spc="-130" strike="noStrike" u="none">
                <a:solidFill>
                  <a:srgbClr val="ff0000"/>
                </a:solidFill>
                <a:uFillTx/>
                <a:latin typeface="Arial"/>
              </a:rPr>
              <a:t>s"</a:t>
            </a:r>
            <a:r>
              <a:rPr b="1" lang="en-US" sz="2000" spc="-11" strike="noStrike" u="none">
                <a:solidFill>
                  <a:srgbClr val="ff0000"/>
                </a:solidFill>
                <a:uFillTx/>
                <a:latin typeface="Arial"/>
              </a:rPr>
              <a:t> </a:t>
            </a:r>
            <a:r>
              <a:rPr b="1" lang="en-US" sz="2000" spc="-71" strike="noStrike" u="none">
                <a:solidFill>
                  <a:srgbClr val="ff0000"/>
                </a:solidFill>
                <a:uFillTx/>
                <a:latin typeface="Arial"/>
              </a:rPr>
              <a:t>f</a:t>
            </a:r>
            <a:r>
              <a:rPr b="1" lang="en-US" sz="2000" spc="-156" strike="noStrike" u="none">
                <a:solidFill>
                  <a:srgbClr val="ff0000"/>
                </a:solidFill>
                <a:uFillTx/>
                <a:latin typeface="Arial"/>
              </a:rPr>
              <a:t>or</a:t>
            </a:r>
            <a:r>
              <a:rPr b="1" lang="en-US" sz="2000" spc="-6" strike="noStrike" u="none">
                <a:solidFill>
                  <a:srgbClr val="ff0000"/>
                </a:solidFill>
                <a:uFillTx/>
                <a:latin typeface="Arial"/>
              </a:rPr>
              <a:t> </a:t>
            </a:r>
            <a:r>
              <a:rPr b="1" lang="en-US" sz="2000" spc="-176" strike="noStrike" u="none">
                <a:solidFill>
                  <a:srgbClr val="ff0000"/>
                </a:solidFill>
                <a:uFillTx/>
                <a:latin typeface="Arial"/>
              </a:rPr>
              <a:t>those</a:t>
            </a:r>
            <a:r>
              <a:rPr b="1" lang="en-US" sz="2000" spc="-20" strike="noStrike" u="none">
                <a:solidFill>
                  <a:srgbClr val="ff0000"/>
                </a:solidFill>
                <a:uFillTx/>
                <a:latin typeface="Arial"/>
              </a:rPr>
              <a:t> </a:t>
            </a:r>
            <a:r>
              <a:rPr b="1" lang="en-US" sz="2000" spc="-159" strike="noStrike" u="none">
                <a:solidFill>
                  <a:srgbClr val="ff0000"/>
                </a:solidFill>
                <a:uFillTx/>
                <a:latin typeface="Arial"/>
              </a:rPr>
              <a:t>proje</a:t>
            </a:r>
            <a:r>
              <a:rPr b="1" lang="en-US" sz="2000" spc="-196" strike="noStrike" u="none">
                <a:solidFill>
                  <a:srgbClr val="ff0000"/>
                </a:solidFill>
                <a:uFillTx/>
                <a:latin typeface="Arial"/>
              </a:rPr>
              <a:t>c</a:t>
            </a:r>
            <a:r>
              <a:rPr b="1" lang="en-US" sz="2000" spc="-156" strike="noStrike" u="none">
                <a:solidFill>
                  <a:srgbClr val="ff0000"/>
                </a:solidFill>
                <a:uFillTx/>
                <a:latin typeface="Arial"/>
              </a:rPr>
              <a:t>t</a:t>
            </a:r>
            <a:r>
              <a:rPr b="1" lang="en-US" sz="2000" spc="-269" strike="noStrike" u="none">
                <a:solidFill>
                  <a:srgbClr val="ff0000"/>
                </a:solidFill>
                <a:uFillTx/>
                <a:latin typeface="Arial"/>
              </a:rPr>
              <a:t>s</a:t>
            </a:r>
            <a:r>
              <a:rPr b="1" lang="en-US" sz="2000" spc="-264" strike="noStrike" u="none">
                <a:solidFill>
                  <a:srgbClr val="ff0000"/>
                </a:solidFill>
                <a:uFillTx/>
                <a:latin typeface="Arial"/>
              </a:rPr>
              <a:t>?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  <a:tabLst>
                <a:tab algn="l" pos="33264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040" defTabSz="914400">
              <a:lnSpc>
                <a:spcPct val="100000"/>
              </a:lnSpc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280"/>
                <a:tab algn="l" pos="332640"/>
              </a:tabLst>
            </a:pP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According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20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0" strike="noStrike" u="none">
                <a:solidFill>
                  <a:schemeClr val="dk1"/>
                </a:solidFill>
                <a:uFillTx/>
                <a:latin typeface="Microsoft Sans Serif"/>
              </a:rPr>
              <a:t>Standish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study,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three</a:t>
            </a:r>
            <a:r>
              <a:rPr b="0" lang="en-US" sz="20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201" strike="noStrike" u="none">
                <a:solidFill>
                  <a:schemeClr val="dk1"/>
                </a:solidFill>
                <a:uFillTx/>
                <a:latin typeface="Microsoft Sans Serif"/>
              </a:rPr>
              <a:t>most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important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factors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were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52680" indent="-275040" defTabSz="914400">
              <a:lnSpc>
                <a:spcPct val="100000"/>
              </a:lnSpc>
              <a:spcBef>
                <a:spcPts val="561"/>
              </a:spcBef>
              <a:buClr>
                <a:srgbClr val="7d96ac"/>
              </a:buClr>
              <a:buSzPct val="69000"/>
              <a:buFont typeface="Wingdings" charset="2"/>
              <a:buChar char=""/>
              <a:tabLst>
                <a:tab algn="l" pos="652680"/>
                <a:tab algn="l" pos="653400"/>
              </a:tabLst>
            </a:pPr>
            <a:r>
              <a:rPr b="1" lang="en-US" sz="1600" spc="-150" strike="noStrike" u="none">
                <a:solidFill>
                  <a:srgbClr val="9b2c1f"/>
                </a:solidFill>
                <a:uFillTx/>
                <a:latin typeface="Arial"/>
              </a:rPr>
              <a:t>User</a:t>
            </a:r>
            <a:r>
              <a:rPr b="1" lang="en-US" sz="160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105" strike="noStrike" u="none">
                <a:solidFill>
                  <a:srgbClr val="9b2c1f"/>
                </a:solidFill>
                <a:uFillTx/>
                <a:latin typeface="Arial"/>
              </a:rPr>
              <a:t>involvement:</a:t>
            </a:r>
            <a:r>
              <a:rPr b="1" lang="en-US" sz="1600" spc="-4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45" strike="noStrike" u="none">
                <a:solidFill>
                  <a:srgbClr val="9b2c1f"/>
                </a:solidFill>
                <a:uFillTx/>
                <a:latin typeface="Arial"/>
              </a:rPr>
              <a:t>16</a:t>
            </a:r>
            <a:r>
              <a:rPr b="1" lang="en-US" sz="160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145" strike="noStrike" u="none">
                <a:solidFill>
                  <a:srgbClr val="9b2c1f"/>
                </a:solidFill>
                <a:uFillTx/>
                <a:latin typeface="Arial"/>
              </a:rPr>
              <a:t>percent</a:t>
            </a:r>
            <a:r>
              <a:rPr b="1" lang="en-US" sz="1600" spc="-2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85" strike="noStrike" u="none">
                <a:solidFill>
                  <a:srgbClr val="9b2c1f"/>
                </a:solidFill>
                <a:uFillTx/>
                <a:latin typeface="Arial"/>
              </a:rPr>
              <a:t>of</a:t>
            </a:r>
            <a:r>
              <a:rPr b="1" lang="en-US" sz="160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40" strike="noStrike" u="none">
                <a:solidFill>
                  <a:srgbClr val="9b2c1f"/>
                </a:solidFill>
                <a:uFillTx/>
                <a:latin typeface="Arial"/>
              </a:rPr>
              <a:t>all</a:t>
            </a:r>
            <a:r>
              <a:rPr b="1" lang="en-US" sz="1600" spc="6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159" strike="noStrike" u="none">
                <a:solidFill>
                  <a:srgbClr val="9b2c1f"/>
                </a:solidFill>
                <a:uFillTx/>
                <a:latin typeface="Arial"/>
              </a:rPr>
              <a:t>successful</a:t>
            </a:r>
            <a:r>
              <a:rPr b="1" lang="en-US" sz="1600" spc="14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139" strike="noStrike" u="none">
                <a:solidFill>
                  <a:srgbClr val="9b2c1f"/>
                </a:solidFill>
                <a:uFillTx/>
                <a:latin typeface="Arial"/>
              </a:rPr>
              <a:t>projects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94" name="object 5" descr=""/>
          <p:cNvPicPr/>
          <p:nvPr/>
        </p:nvPicPr>
        <p:blipFill>
          <a:blip r:embed="rId1"/>
          <a:stretch/>
        </p:blipFill>
        <p:spPr>
          <a:xfrm>
            <a:off x="2286000" y="4472280"/>
            <a:ext cx="4986000" cy="2252880"/>
          </a:xfrm>
          <a:prstGeom prst="rect">
            <a:avLst/>
          </a:prstGeom>
          <a:ln w="0">
            <a:noFill/>
          </a:ln>
        </p:spPr>
      </p:pic>
      <p:sp>
        <p:nvSpPr>
          <p:cNvPr id="195" name="PlaceHolder 2"/>
          <p:cNvSpPr>
            <a:spLocks noGrp="1"/>
          </p:cNvSpPr>
          <p:nvPr>
            <p:ph type="ftr" idx="26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78840" y="296640"/>
            <a:ext cx="8964000" cy="1110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25" strike="noStrike" u="none">
                <a:solidFill>
                  <a:srgbClr val="000000"/>
                </a:solidFill>
                <a:uFillTx/>
                <a:latin typeface="Microsoft Sans Serif"/>
              </a:rPr>
              <a:t>The</a:t>
            </a:r>
            <a:r>
              <a:rPr b="0" lang="en-US" sz="3600" spc="34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334" strike="noStrike" u="none">
                <a:solidFill>
                  <a:srgbClr val="000000"/>
                </a:solidFill>
                <a:uFillTx/>
                <a:latin typeface="Microsoft Sans Serif"/>
              </a:rPr>
              <a:t>Root</a:t>
            </a:r>
            <a:r>
              <a:rPr b="0" lang="en-US" sz="3600" spc="20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380" strike="noStrike" u="none">
                <a:solidFill>
                  <a:srgbClr val="000000"/>
                </a:solidFill>
                <a:uFillTx/>
                <a:latin typeface="Microsoft Sans Serif"/>
              </a:rPr>
              <a:t>Causes</a:t>
            </a:r>
            <a:r>
              <a:rPr b="0" lang="en-US" sz="3600" spc="34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6" strike="noStrike" u="none">
                <a:solidFill>
                  <a:srgbClr val="000000"/>
                </a:solidFill>
                <a:uFillTx/>
                <a:latin typeface="Microsoft Sans Serif"/>
              </a:rPr>
              <a:t>of</a:t>
            </a:r>
            <a:r>
              <a:rPr b="0" lang="en-US" sz="3600" spc="139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224" strike="noStrike" u="none">
                <a:solidFill>
                  <a:srgbClr val="000000"/>
                </a:solidFill>
                <a:uFillTx/>
                <a:latin typeface="Microsoft Sans Serif"/>
              </a:rPr>
              <a:t>Project</a:t>
            </a:r>
            <a:r>
              <a:rPr b="0" lang="en-US" sz="3600" spc="31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471" strike="noStrike" u="none">
                <a:solidFill>
                  <a:srgbClr val="000000"/>
                </a:solidFill>
                <a:uFillTx/>
                <a:latin typeface="Microsoft Sans Serif"/>
              </a:rPr>
              <a:t>Success</a:t>
            </a:r>
            <a:r>
              <a:rPr b="0" lang="en-US" sz="3600" spc="45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156" strike="noStrike" u="none">
                <a:solidFill>
                  <a:srgbClr val="000000"/>
                </a:solidFill>
                <a:uFillTx/>
                <a:latin typeface="Microsoft Sans Serif"/>
              </a:rPr>
              <a:t>and</a:t>
            </a:r>
            <a:r>
              <a:rPr b="0" lang="en-US" sz="3600" spc="20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3600" spc="-145" strike="noStrike" u="none">
                <a:solidFill>
                  <a:srgbClr val="000000"/>
                </a:solidFill>
                <a:uFillTx/>
                <a:latin typeface="Microsoft Sans Serif"/>
              </a:rPr>
              <a:t>Failure[1]</a:t>
            </a:r>
            <a:endParaRPr b="0" lang="en-US" sz="3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97" name="object 3"/>
          <p:cNvSpPr/>
          <p:nvPr/>
        </p:nvSpPr>
        <p:spPr>
          <a:xfrm>
            <a:off x="172440" y="1165320"/>
            <a:ext cx="6831000" cy="14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30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890"/>
              </a:spcBef>
            </a:pP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42320" defTabSz="914400">
              <a:lnSpc>
                <a:spcPct val="100000"/>
              </a:lnSpc>
              <a:spcBef>
                <a:spcPts val="1054"/>
              </a:spcBef>
              <a:tabLst>
                <a:tab algn="l" pos="1016640"/>
              </a:tabLst>
            </a:pP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1" lang="en-US" sz="1600" spc="-130" strike="noStrike" u="none">
                <a:solidFill>
                  <a:srgbClr val="9b2c1f"/>
                </a:solidFill>
                <a:uFillTx/>
                <a:latin typeface="Arial"/>
              </a:rPr>
              <a:t>Executive</a:t>
            </a:r>
            <a:r>
              <a:rPr b="1" lang="en-US" sz="1600" spc="-4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113" strike="noStrike" u="none">
                <a:solidFill>
                  <a:srgbClr val="9b2c1f"/>
                </a:solidFill>
                <a:uFillTx/>
                <a:latin typeface="Arial"/>
              </a:rPr>
              <a:t>management</a:t>
            </a:r>
            <a:r>
              <a:rPr b="1" lang="en-US" sz="1600" spc="14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125" strike="noStrike" u="none">
                <a:solidFill>
                  <a:srgbClr val="9b2c1f"/>
                </a:solidFill>
                <a:uFillTx/>
                <a:latin typeface="Arial"/>
              </a:rPr>
              <a:t>support:</a:t>
            </a:r>
            <a:r>
              <a:rPr b="1" lang="en-US" sz="1600" spc="-11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45" strike="noStrike" u="none">
                <a:solidFill>
                  <a:srgbClr val="9b2c1f"/>
                </a:solidFill>
                <a:uFillTx/>
                <a:latin typeface="Arial"/>
              </a:rPr>
              <a:t>14</a:t>
            </a:r>
            <a:r>
              <a:rPr b="1" lang="en-US" sz="1600" spc="-6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145" strike="noStrike" u="none">
                <a:solidFill>
                  <a:srgbClr val="9b2c1f"/>
                </a:solidFill>
                <a:uFillTx/>
                <a:latin typeface="Arial"/>
              </a:rPr>
              <a:t>percent</a:t>
            </a:r>
            <a:r>
              <a:rPr b="1" lang="en-US" sz="1600" spc="-2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85" strike="noStrike" u="none">
                <a:solidFill>
                  <a:srgbClr val="9b2c1f"/>
                </a:solidFill>
                <a:uFillTx/>
                <a:latin typeface="Arial"/>
              </a:rPr>
              <a:t>of</a:t>
            </a:r>
            <a:r>
              <a:rPr b="1" lang="en-US" sz="1600" spc="-6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40" strike="noStrike" u="none">
                <a:solidFill>
                  <a:srgbClr val="9b2c1f"/>
                </a:solidFill>
                <a:uFillTx/>
                <a:latin typeface="Arial"/>
              </a:rPr>
              <a:t>all</a:t>
            </a:r>
            <a:r>
              <a:rPr b="1" lang="en-US" sz="160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159" strike="noStrike" u="none">
                <a:solidFill>
                  <a:srgbClr val="9b2c1f"/>
                </a:solidFill>
                <a:uFillTx/>
                <a:latin typeface="Arial"/>
              </a:rPr>
              <a:t>successful</a:t>
            </a:r>
            <a:r>
              <a:rPr b="1" lang="en-US" sz="1600" spc="6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139" strike="noStrike" u="none">
                <a:solidFill>
                  <a:srgbClr val="9b2c1f"/>
                </a:solidFill>
                <a:uFillTx/>
                <a:latin typeface="Arial"/>
              </a:rPr>
              <a:t>projects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42320" defTabSz="914400">
              <a:lnSpc>
                <a:spcPct val="100000"/>
              </a:lnSpc>
              <a:spcBef>
                <a:spcPts val="581"/>
              </a:spcBef>
              <a:tabLst>
                <a:tab algn="l" pos="1016640"/>
              </a:tabLst>
            </a:pP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1" lang="en-US" sz="1600" spc="-113" strike="noStrike" u="none">
                <a:solidFill>
                  <a:srgbClr val="9b2c1f"/>
                </a:solidFill>
                <a:uFillTx/>
                <a:latin typeface="Arial"/>
              </a:rPr>
              <a:t>Clear</a:t>
            </a:r>
            <a:r>
              <a:rPr b="1" lang="en-US" sz="1600" spc="6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125" strike="noStrike" u="none">
                <a:solidFill>
                  <a:srgbClr val="9b2c1f"/>
                </a:solidFill>
                <a:uFillTx/>
                <a:latin typeface="Arial"/>
              </a:rPr>
              <a:t>statement</a:t>
            </a:r>
            <a:r>
              <a:rPr b="1" lang="en-US" sz="1600" spc="-2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85" strike="noStrike" u="none">
                <a:solidFill>
                  <a:srgbClr val="9b2c1f"/>
                </a:solidFill>
                <a:uFillTx/>
                <a:latin typeface="Arial"/>
              </a:rPr>
              <a:t>of</a:t>
            </a:r>
            <a:r>
              <a:rPr b="1" lang="en-US" sz="1600" spc="6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125" strike="noStrike" u="none">
                <a:solidFill>
                  <a:srgbClr val="9b2c1f"/>
                </a:solidFill>
                <a:uFillTx/>
                <a:latin typeface="Arial"/>
              </a:rPr>
              <a:t>requirements:</a:t>
            </a:r>
            <a:r>
              <a:rPr b="1" lang="en-US" sz="1600" spc="-2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45" strike="noStrike" u="none">
                <a:solidFill>
                  <a:srgbClr val="9b2c1f"/>
                </a:solidFill>
                <a:uFillTx/>
                <a:latin typeface="Arial"/>
              </a:rPr>
              <a:t>12</a:t>
            </a:r>
            <a:r>
              <a:rPr b="1" lang="en-US" sz="1600" spc="6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145" strike="noStrike" u="none">
                <a:solidFill>
                  <a:srgbClr val="9b2c1f"/>
                </a:solidFill>
                <a:uFillTx/>
                <a:latin typeface="Arial"/>
              </a:rPr>
              <a:t>percent</a:t>
            </a:r>
            <a:r>
              <a:rPr b="1" lang="en-US" sz="1600" spc="-6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85" strike="noStrike" u="none">
                <a:solidFill>
                  <a:srgbClr val="9b2c1f"/>
                </a:solidFill>
                <a:uFillTx/>
                <a:latin typeface="Arial"/>
              </a:rPr>
              <a:t>of</a:t>
            </a:r>
            <a:r>
              <a:rPr b="1" lang="en-US" sz="1600" spc="6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40" strike="noStrike" u="none">
                <a:solidFill>
                  <a:srgbClr val="9b2c1f"/>
                </a:solidFill>
                <a:uFillTx/>
                <a:latin typeface="Arial"/>
              </a:rPr>
              <a:t>all</a:t>
            </a:r>
            <a:r>
              <a:rPr b="1" lang="en-US" sz="1600" spc="6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159" strike="noStrike" u="none">
                <a:solidFill>
                  <a:srgbClr val="9b2c1f"/>
                </a:solidFill>
                <a:uFillTx/>
                <a:latin typeface="Arial"/>
              </a:rPr>
              <a:t>successful</a:t>
            </a:r>
            <a:r>
              <a:rPr b="1" lang="en-US" sz="1600" spc="20" strike="noStrike" u="none">
                <a:solidFill>
                  <a:srgbClr val="9b2c1f"/>
                </a:solidFill>
                <a:uFillTx/>
                <a:latin typeface="Arial"/>
              </a:rPr>
              <a:t> </a:t>
            </a:r>
            <a:r>
              <a:rPr b="1" lang="en-US" sz="1600" spc="-139" strike="noStrike" u="none">
                <a:solidFill>
                  <a:srgbClr val="9b2c1f"/>
                </a:solidFill>
                <a:uFillTx/>
                <a:latin typeface="Arial"/>
              </a:rPr>
              <a:t>projects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98" name="object 4"/>
          <p:cNvGrpSpPr/>
          <p:nvPr/>
        </p:nvGrpSpPr>
        <p:grpSpPr>
          <a:xfrm>
            <a:off x="228600" y="2057400"/>
            <a:ext cx="8305200" cy="4483440"/>
            <a:chOff x="228600" y="2057400"/>
            <a:chExt cx="8305200" cy="4483440"/>
          </a:xfrm>
        </p:grpSpPr>
        <p:sp>
          <p:nvSpPr>
            <p:cNvPr id="199" name="object 5"/>
            <p:cNvSpPr/>
            <p:nvPr/>
          </p:nvSpPr>
          <p:spPr>
            <a:xfrm>
              <a:off x="228600" y="2324160"/>
              <a:ext cx="609120" cy="48672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486720"/>
                <a:gd name="textAreaBottom" fmla="*/ 487080 h 486720"/>
              </a:gdLst>
              <a:ahLst/>
              <a:rect l="textAreaLeft" t="textAreaTop" r="textAreaRight" b="textAreaBottom"/>
              <a:pathLst>
                <a:path w="609600" h="487044">
                  <a:moveTo>
                    <a:pt x="0" y="0"/>
                  </a:moveTo>
                  <a:lnTo>
                    <a:pt x="0" y="152400"/>
                  </a:lnTo>
                  <a:lnTo>
                    <a:pt x="3855" y="182458"/>
                  </a:lnTo>
                  <a:lnTo>
                    <a:pt x="33588" y="239801"/>
                  </a:lnTo>
                  <a:lnTo>
                    <a:pt x="90205" y="292048"/>
                  </a:lnTo>
                  <a:lnTo>
                    <a:pt x="127668" y="315737"/>
                  </a:lnTo>
                  <a:lnTo>
                    <a:pt x="170738" y="337524"/>
                  </a:lnTo>
                  <a:lnTo>
                    <a:pt x="219043" y="357199"/>
                  </a:lnTo>
                  <a:lnTo>
                    <a:pt x="272214" y="374552"/>
                  </a:lnTo>
                  <a:lnTo>
                    <a:pt x="329878" y="389375"/>
                  </a:lnTo>
                  <a:lnTo>
                    <a:pt x="391663" y="401458"/>
                  </a:lnTo>
                  <a:lnTo>
                    <a:pt x="457200" y="410590"/>
                  </a:lnTo>
                  <a:lnTo>
                    <a:pt x="457200" y="486790"/>
                  </a:lnTo>
                  <a:lnTo>
                    <a:pt x="609600" y="342900"/>
                  </a:lnTo>
                  <a:lnTo>
                    <a:pt x="457200" y="181990"/>
                  </a:lnTo>
                  <a:lnTo>
                    <a:pt x="457200" y="258190"/>
                  </a:lnTo>
                  <a:lnTo>
                    <a:pt x="391663" y="249058"/>
                  </a:lnTo>
                  <a:lnTo>
                    <a:pt x="329878" y="236975"/>
                  </a:lnTo>
                  <a:lnTo>
                    <a:pt x="272214" y="222152"/>
                  </a:lnTo>
                  <a:lnTo>
                    <a:pt x="219043" y="204799"/>
                  </a:lnTo>
                  <a:lnTo>
                    <a:pt x="170738" y="185124"/>
                  </a:lnTo>
                  <a:lnTo>
                    <a:pt x="127668" y="163337"/>
                  </a:lnTo>
                  <a:lnTo>
                    <a:pt x="90205" y="139648"/>
                  </a:lnTo>
                  <a:lnTo>
                    <a:pt x="58721" y="114267"/>
                  </a:lnTo>
                  <a:lnTo>
                    <a:pt x="15175" y="59262"/>
                  </a:lnTo>
                  <a:lnTo>
                    <a:pt x="3855" y="300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00" name="object 6"/>
            <p:cNvSpPr/>
            <p:nvPr/>
          </p:nvSpPr>
          <p:spPr>
            <a:xfrm>
              <a:off x="229320" y="2057400"/>
              <a:ext cx="608760" cy="342720"/>
            </a:xfrm>
            <a:custGeom>
              <a:avLst/>
              <a:gdLst>
                <a:gd name="textAreaLeft" fmla="*/ 0 w 608760"/>
                <a:gd name="textAreaRight" fmla="*/ 609120 w 60876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608965" h="342900">
                  <a:moveTo>
                    <a:pt x="608870" y="0"/>
                  </a:moveTo>
                  <a:lnTo>
                    <a:pt x="564722" y="692"/>
                  </a:lnTo>
                  <a:lnTo>
                    <a:pt x="520862" y="2778"/>
                  </a:lnTo>
                  <a:lnTo>
                    <a:pt x="477464" y="6268"/>
                  </a:lnTo>
                  <a:lnTo>
                    <a:pt x="434702" y="11175"/>
                  </a:lnTo>
                  <a:lnTo>
                    <a:pt x="367744" y="21773"/>
                  </a:lnTo>
                  <a:lnTo>
                    <a:pt x="305351" y="35383"/>
                  </a:lnTo>
                  <a:lnTo>
                    <a:pt x="247831" y="51755"/>
                  </a:lnTo>
                  <a:lnTo>
                    <a:pt x="195491" y="70642"/>
                  </a:lnTo>
                  <a:lnTo>
                    <a:pt x="148639" y="91793"/>
                  </a:lnTo>
                  <a:lnTo>
                    <a:pt x="107583" y="114959"/>
                  </a:lnTo>
                  <a:lnTo>
                    <a:pt x="72630" y="139890"/>
                  </a:lnTo>
                  <a:lnTo>
                    <a:pt x="44087" y="166338"/>
                  </a:lnTo>
                  <a:lnTo>
                    <a:pt x="7464" y="222784"/>
                  </a:lnTo>
                  <a:lnTo>
                    <a:pt x="0" y="252284"/>
                  </a:lnTo>
                  <a:lnTo>
                    <a:pt x="176" y="282303"/>
                  </a:lnTo>
                  <a:lnTo>
                    <a:pt x="8301" y="312591"/>
                  </a:lnTo>
                  <a:lnTo>
                    <a:pt x="24682" y="342900"/>
                  </a:lnTo>
                  <a:lnTo>
                    <a:pt x="45249" y="317466"/>
                  </a:lnTo>
                  <a:lnTo>
                    <a:pt x="71165" y="293409"/>
                  </a:lnTo>
                  <a:lnTo>
                    <a:pt x="102078" y="270844"/>
                  </a:lnTo>
                  <a:lnTo>
                    <a:pt x="137639" y="249885"/>
                  </a:lnTo>
                  <a:lnTo>
                    <a:pt x="177495" y="230646"/>
                  </a:lnTo>
                  <a:lnTo>
                    <a:pt x="221297" y="213242"/>
                  </a:lnTo>
                  <a:lnTo>
                    <a:pt x="268692" y="197787"/>
                  </a:lnTo>
                  <a:lnTo>
                    <a:pt x="319329" y="184395"/>
                  </a:lnTo>
                  <a:lnTo>
                    <a:pt x="372858" y="173182"/>
                  </a:lnTo>
                  <a:lnTo>
                    <a:pt x="428928" y="164261"/>
                  </a:lnTo>
                  <a:lnTo>
                    <a:pt x="487187" y="157748"/>
                  </a:lnTo>
                  <a:lnTo>
                    <a:pt x="547285" y="153756"/>
                  </a:lnTo>
                  <a:lnTo>
                    <a:pt x="608870" y="152400"/>
                  </a:lnTo>
                  <a:lnTo>
                    <a:pt x="608870" y="0"/>
                  </a:lnTo>
                  <a:close/>
                </a:path>
              </a:pathLst>
            </a:custGeom>
            <a:solidFill>
              <a:srgbClr val="64798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01" name="object 7"/>
            <p:cNvSpPr/>
            <p:nvPr/>
          </p:nvSpPr>
          <p:spPr>
            <a:xfrm>
              <a:off x="228600" y="2057400"/>
              <a:ext cx="609120" cy="753480"/>
            </a:xfrm>
            <a:custGeom>
              <a:avLst/>
              <a:gdLst>
                <a:gd name="textAreaLeft" fmla="*/ 0 w 609120"/>
                <a:gd name="textAreaRight" fmla="*/ 609480 w 609120"/>
                <a:gd name="textAreaTop" fmla="*/ 0 h 753480"/>
                <a:gd name="textAreaBottom" fmla="*/ 753840 h 753480"/>
              </a:gdLst>
              <a:ahLst/>
              <a:rect l="textAreaLeft" t="textAreaTop" r="textAreaRight" b="textAreaBottom"/>
              <a:pathLst>
                <a:path w="609600" h="753744">
                  <a:moveTo>
                    <a:pt x="0" y="266700"/>
                  </a:moveTo>
                  <a:lnTo>
                    <a:pt x="15175" y="325962"/>
                  </a:lnTo>
                  <a:lnTo>
                    <a:pt x="58721" y="380967"/>
                  </a:lnTo>
                  <a:lnTo>
                    <a:pt x="90205" y="406348"/>
                  </a:lnTo>
                  <a:lnTo>
                    <a:pt x="127668" y="430037"/>
                  </a:lnTo>
                  <a:lnTo>
                    <a:pt x="170738" y="451824"/>
                  </a:lnTo>
                  <a:lnTo>
                    <a:pt x="219043" y="471499"/>
                  </a:lnTo>
                  <a:lnTo>
                    <a:pt x="272214" y="488852"/>
                  </a:lnTo>
                  <a:lnTo>
                    <a:pt x="329878" y="503675"/>
                  </a:lnTo>
                  <a:lnTo>
                    <a:pt x="391663" y="515758"/>
                  </a:lnTo>
                  <a:lnTo>
                    <a:pt x="457200" y="524890"/>
                  </a:lnTo>
                  <a:lnTo>
                    <a:pt x="457200" y="448690"/>
                  </a:lnTo>
                  <a:lnTo>
                    <a:pt x="609600" y="609600"/>
                  </a:lnTo>
                  <a:lnTo>
                    <a:pt x="457200" y="753490"/>
                  </a:lnTo>
                  <a:lnTo>
                    <a:pt x="457200" y="677290"/>
                  </a:lnTo>
                  <a:lnTo>
                    <a:pt x="391663" y="668158"/>
                  </a:lnTo>
                  <a:lnTo>
                    <a:pt x="329878" y="656075"/>
                  </a:lnTo>
                  <a:lnTo>
                    <a:pt x="272214" y="641252"/>
                  </a:lnTo>
                  <a:lnTo>
                    <a:pt x="219043" y="623899"/>
                  </a:lnTo>
                  <a:lnTo>
                    <a:pt x="170738" y="604224"/>
                  </a:lnTo>
                  <a:lnTo>
                    <a:pt x="127668" y="582437"/>
                  </a:lnTo>
                  <a:lnTo>
                    <a:pt x="90205" y="558748"/>
                  </a:lnTo>
                  <a:lnTo>
                    <a:pt x="58721" y="533367"/>
                  </a:lnTo>
                  <a:lnTo>
                    <a:pt x="15175" y="478362"/>
                  </a:lnTo>
                  <a:lnTo>
                    <a:pt x="0" y="419100"/>
                  </a:lnTo>
                  <a:lnTo>
                    <a:pt x="0" y="266700"/>
                  </a:lnTo>
                  <a:lnTo>
                    <a:pt x="14060" y="209478"/>
                  </a:lnTo>
                  <a:lnTo>
                    <a:pt x="54257" y="156538"/>
                  </a:lnTo>
                  <a:lnTo>
                    <a:pt x="117616" y="109179"/>
                  </a:lnTo>
                  <a:lnTo>
                    <a:pt x="157051" y="87999"/>
                  </a:lnTo>
                  <a:lnTo>
                    <a:pt x="201162" y="68701"/>
                  </a:lnTo>
                  <a:lnTo>
                    <a:pt x="249576" y="51450"/>
                  </a:lnTo>
                  <a:lnTo>
                    <a:pt x="301921" y="36406"/>
                  </a:lnTo>
                  <a:lnTo>
                    <a:pt x="357825" y="23733"/>
                  </a:lnTo>
                  <a:lnTo>
                    <a:pt x="416917" y="13594"/>
                  </a:lnTo>
                  <a:lnTo>
                    <a:pt x="478825" y="6150"/>
                  </a:lnTo>
                  <a:lnTo>
                    <a:pt x="543176" y="1564"/>
                  </a:lnTo>
                  <a:lnTo>
                    <a:pt x="609600" y="0"/>
                  </a:lnTo>
                  <a:lnTo>
                    <a:pt x="609600" y="152400"/>
                  </a:lnTo>
                  <a:lnTo>
                    <a:pt x="548015" y="153756"/>
                  </a:lnTo>
                  <a:lnTo>
                    <a:pt x="487917" y="157748"/>
                  </a:lnTo>
                  <a:lnTo>
                    <a:pt x="429658" y="164261"/>
                  </a:lnTo>
                  <a:lnTo>
                    <a:pt x="373588" y="173182"/>
                  </a:lnTo>
                  <a:lnTo>
                    <a:pt x="320059" y="184395"/>
                  </a:lnTo>
                  <a:lnTo>
                    <a:pt x="269422" y="197787"/>
                  </a:lnTo>
                  <a:lnTo>
                    <a:pt x="222027" y="213242"/>
                  </a:lnTo>
                  <a:lnTo>
                    <a:pt x="178225" y="230646"/>
                  </a:lnTo>
                  <a:lnTo>
                    <a:pt x="138369" y="249885"/>
                  </a:lnTo>
                  <a:lnTo>
                    <a:pt x="102808" y="270844"/>
                  </a:lnTo>
                  <a:lnTo>
                    <a:pt x="71895" y="293409"/>
                  </a:lnTo>
                  <a:lnTo>
                    <a:pt x="45979" y="317466"/>
                  </a:lnTo>
                  <a:lnTo>
                    <a:pt x="25412" y="342900"/>
                  </a:lnTo>
                </a:path>
              </a:pathLst>
            </a:custGeom>
            <a:noFill/>
            <a:ln w="19050">
              <a:solidFill>
                <a:srgbClr val="5b6d7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pic>
          <p:nvPicPr>
            <p:cNvPr id="202" name="object 8" descr=""/>
            <p:cNvPicPr/>
            <p:nvPr/>
          </p:nvPicPr>
          <p:blipFill>
            <a:blip r:embed="rId1"/>
            <a:stretch/>
          </p:blipFill>
          <p:spPr>
            <a:xfrm>
              <a:off x="838080" y="2590920"/>
              <a:ext cx="7695720" cy="3949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03" name="PlaceHolder 2"/>
          <p:cNvSpPr>
            <a:spLocks noGrp="1"/>
          </p:cNvSpPr>
          <p:nvPr>
            <p:ph type="ftr" idx="27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12000" y="343800"/>
            <a:ext cx="7998840" cy="80064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805" strike="noStrike" u="none">
                <a:solidFill>
                  <a:srgbClr val="1f2022"/>
                </a:solidFill>
                <a:uFillTx/>
                <a:latin typeface="Microsoft Sans Serif"/>
              </a:rPr>
              <a:t>F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reque</a:t>
            </a:r>
            <a:r>
              <a:rPr b="0" lang="en-US" sz="4400" spc="-269" strike="noStrike" u="none">
                <a:solidFill>
                  <a:srgbClr val="1f2022"/>
                </a:solidFill>
                <a:uFillTx/>
                <a:latin typeface="Microsoft Sans Serif"/>
              </a:rPr>
              <a:t>n</a:t>
            </a:r>
            <a:r>
              <a:rPr b="0" lang="en-US" sz="4400" spc="-465" strike="noStrike" u="none">
                <a:solidFill>
                  <a:srgbClr val="1f2022"/>
                </a:solidFill>
                <a:uFillTx/>
                <a:latin typeface="Microsoft Sans Serif"/>
              </a:rPr>
              <a:t>c</a:t>
            </a:r>
            <a:r>
              <a:rPr b="0" lang="en-US" sz="4400" strike="noStrike" u="none">
                <a:solidFill>
                  <a:srgbClr val="1f2022"/>
                </a:solidFill>
                <a:uFillTx/>
                <a:latin typeface="Microsoft Sans Serif"/>
              </a:rPr>
              <a:t>y of</a:t>
            </a:r>
            <a:r>
              <a:rPr b="0" lang="en-US" sz="4400" spc="159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equirem</a:t>
            </a:r>
            <a:r>
              <a:rPr b="0" lang="en-US" sz="4400" spc="-264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275" strike="noStrike" u="none">
                <a:solidFill>
                  <a:srgbClr val="1f2022"/>
                </a:solidFill>
                <a:uFillTx/>
                <a:latin typeface="Microsoft Sans Serif"/>
              </a:rPr>
              <a:t>nt</a:t>
            </a:r>
            <a:r>
              <a:rPr b="0" lang="en-US" sz="4400" spc="-11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380" strike="noStrike" u="none">
                <a:solidFill>
                  <a:srgbClr val="1f2022"/>
                </a:solidFill>
                <a:uFillTx/>
                <a:latin typeface="Microsoft Sans Serif"/>
              </a:rPr>
              <a:t>Er</a:t>
            </a:r>
            <a:r>
              <a:rPr b="0" lang="en-US" sz="4400" spc="-34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326" strike="noStrike" u="none">
                <a:solidFill>
                  <a:srgbClr val="1f2022"/>
                </a:solidFill>
                <a:uFillTx/>
                <a:latin typeface="Microsoft Sans Serif"/>
              </a:rPr>
              <a:t>ors</a:t>
            </a:r>
            <a:r>
              <a:rPr b="0" lang="en-US" sz="4400" spc="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ftr" idx="28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6" name="object 3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20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object 4"/>
          <p:cNvSpPr/>
          <p:nvPr/>
        </p:nvSpPr>
        <p:spPr>
          <a:xfrm>
            <a:off x="691560" y="1531080"/>
            <a:ext cx="29023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32640" indent="-320760" defTabSz="914400">
              <a:lnSpc>
                <a:spcPct val="100000"/>
              </a:lnSpc>
              <a:spcBef>
                <a:spcPts val="105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  <a:tab algn="l" pos="333360"/>
                <a:tab algn="l" pos="1062360"/>
                <a:tab algn="l" pos="1434600"/>
                <a:tab algn="l" pos="2748240"/>
              </a:tabLst>
            </a:pPr>
            <a:r>
              <a:rPr b="0" lang="en-US" sz="2000" spc="-505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31" strike="noStrike" u="none">
                <a:solidFill>
                  <a:schemeClr val="dk1"/>
                </a:solidFill>
                <a:uFillTx/>
                <a:latin typeface="Microsoft Sans Serif"/>
              </a:rPr>
              <a:t>b</a:t>
            </a:r>
            <a:r>
              <a:rPr b="0" lang="en-US" sz="2000" spc="-45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1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.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346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2000" spc="-224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2000" spc="-349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2000" spc="-340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2000" spc="-34" strike="noStrike" u="none">
                <a:solidFill>
                  <a:schemeClr val="dk1"/>
                </a:solidFill>
                <a:uFillTx/>
                <a:latin typeface="Microsoft Sans Serif"/>
              </a:rPr>
              <a:t>ari</a:t>
            </a:r>
            <a:r>
              <a:rPr b="0" lang="en-US" sz="2000" spc="-54" strike="noStrike" u="none">
                <a:solidFill>
                  <a:schemeClr val="dk1"/>
                </a:solidFill>
                <a:uFillTx/>
                <a:latin typeface="Microsoft Sans Serif"/>
              </a:rPr>
              <a:t>z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334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object 5"/>
          <p:cNvSpPr/>
          <p:nvPr/>
        </p:nvSpPr>
        <p:spPr>
          <a:xfrm>
            <a:off x="3742920" y="1531080"/>
            <a:ext cx="4944240" cy="6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05"/>
              </a:spcBef>
              <a:tabLst>
                <a:tab algn="l" pos="746640"/>
                <a:tab algn="l" pos="1446480"/>
                <a:tab algn="l" pos="1877760"/>
                <a:tab algn="l" pos="2784960"/>
                <a:tab algn="l" pos="3505680"/>
                <a:tab algn="l" pos="4069800"/>
              </a:tabLst>
            </a:pP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1994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36" strike="noStrike" u="none">
                <a:solidFill>
                  <a:schemeClr val="dk1"/>
                </a:solidFill>
                <a:uFillTx/>
                <a:latin typeface="Microsoft Sans Serif"/>
              </a:rPr>
              <a:t>study</a:t>
            </a:r>
            <a:r>
              <a:rPr b="0" lang="en-US" sz="2000" spc="-136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54" strike="noStrike" u="none">
                <a:solidFill>
                  <a:schemeClr val="dk1"/>
                </a:solidFill>
                <a:uFillTx/>
                <a:latin typeface="Microsoft Sans Serif"/>
              </a:rPr>
              <a:t>by</a:t>
            </a:r>
            <a:r>
              <a:rPr b="0" lang="en-US" sz="2000" spc="-54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Capers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215" strike="noStrike" u="none">
                <a:solidFill>
                  <a:schemeClr val="dk1"/>
                </a:solidFill>
                <a:uFillTx/>
                <a:latin typeface="Microsoft Sans Serif"/>
              </a:rPr>
              <a:t>Jones</a:t>
            </a:r>
            <a:r>
              <a:rPr b="0" lang="en-US" sz="2000" spc="-215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provides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object 6"/>
          <p:cNvSpPr/>
          <p:nvPr/>
        </p:nvSpPr>
        <p:spPr>
          <a:xfrm>
            <a:off x="1011600" y="1734480"/>
            <a:ext cx="7677360" cy="6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05"/>
              </a:spcBef>
              <a:tabLst>
                <a:tab algn="l" pos="654120"/>
                <a:tab algn="l" pos="1826280"/>
                <a:tab algn="l" pos="3045600"/>
                <a:tab algn="l" pos="4098960"/>
                <a:tab algn="l" pos="4626000"/>
                <a:tab algn="l" pos="6009120"/>
                <a:tab algn="l" pos="7047720"/>
                <a:tab algn="l" pos="7524000"/>
              </a:tabLst>
            </a:pP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dat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40" strike="noStrike" u="none">
                <a:solidFill>
                  <a:schemeClr val="dk1"/>
                </a:solidFill>
                <a:uFillTx/>
                <a:latin typeface="Microsoft Sans Serif"/>
              </a:rPr>
              <a:t>re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g</a:t>
            </a:r>
            <a:r>
              <a:rPr b="0" lang="en-US" sz="2000" spc="-2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2000" spc="-190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g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184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45" strike="noStrike" u="none">
                <a:solidFill>
                  <a:schemeClr val="dk1"/>
                </a:solidFill>
                <a:uFillTx/>
                <a:latin typeface="Microsoft Sans Serif"/>
              </a:rPr>
              <a:t>li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k</a:t>
            </a:r>
            <a:r>
              <a:rPr b="0" lang="en-US" sz="2000" spc="-45" strike="noStrike" u="none">
                <a:solidFill>
                  <a:schemeClr val="dk1"/>
                </a:solidFill>
                <a:uFillTx/>
                <a:latin typeface="Microsoft Sans Serif"/>
              </a:rPr>
              <a:t>ely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230" strike="noStrike" u="none">
                <a:solidFill>
                  <a:schemeClr val="dk1"/>
                </a:solidFill>
                <a:uFillTx/>
                <a:latin typeface="Microsoft Sans Serif"/>
              </a:rPr>
              <a:t>nu</a:t>
            </a:r>
            <a:r>
              <a:rPr b="0" lang="en-US" sz="2000" spc="-354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b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40" strike="noStrike" u="none">
                <a:solidFill>
                  <a:schemeClr val="dk1"/>
                </a:solidFill>
                <a:uFillTx/>
                <a:latin typeface="Microsoft Sans Serif"/>
              </a:rPr>
              <a:t>"pot</a:t>
            </a:r>
            <a:r>
              <a:rPr b="0" lang="en-US" sz="2000" spc="-145" strike="noStrike" u="none">
                <a:solidFill>
                  <a:schemeClr val="dk1"/>
                </a:solidFill>
                <a:uFillTx/>
                <a:latin typeface="Microsoft Sans Serif"/>
              </a:rPr>
              <a:t>en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26" strike="noStrike" u="none">
                <a:solidFill>
                  <a:schemeClr val="dk1"/>
                </a:solidFill>
                <a:uFillTx/>
                <a:latin typeface="Microsoft Sans Serif"/>
              </a:rPr>
              <a:t>ia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"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159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334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2000" spc="-181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object 7"/>
          <p:cNvSpPr/>
          <p:nvPr/>
        </p:nvSpPr>
        <p:spPr>
          <a:xfrm>
            <a:off x="1011600" y="1938600"/>
            <a:ext cx="7677360" cy="6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05"/>
              </a:spcBef>
              <a:tabLst>
                <a:tab algn="l" pos="1663200"/>
                <a:tab algn="l" pos="2710080"/>
                <a:tab algn="l" pos="3452400"/>
                <a:tab algn="l" pos="4110840"/>
                <a:tab algn="l" pos="6211440"/>
                <a:tab algn="l" pos="6792120"/>
                <a:tab algn="l" pos="7524000"/>
              </a:tabLst>
            </a:pP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de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el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000" spc="-136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2000" spc="-215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ent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26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2000" spc="-4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oject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145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184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34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ypi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al</a:t>
            </a:r>
            <a:r>
              <a:rPr b="0" lang="en-US" sz="2000" spc="16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"</a:t>
            </a:r>
            <a:r>
              <a:rPr b="0" lang="en-US" sz="2000" spc="40" strike="noStrike" u="none">
                <a:solidFill>
                  <a:schemeClr val="dk1"/>
                </a:solidFill>
                <a:uFillTx/>
                <a:latin typeface="Microsoft Sans Serif"/>
              </a:rPr>
              <a:t>ef</a:t>
            </a:r>
            <a:r>
              <a:rPr b="0" lang="en-US" sz="2000" spc="14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2000" spc="-139" strike="noStrike" u="none">
                <a:solidFill>
                  <a:schemeClr val="dk1"/>
                </a:solidFill>
                <a:uFillTx/>
                <a:latin typeface="Microsoft Sans Serif"/>
              </a:rPr>
              <a:t>icien</a:t>
            </a:r>
            <a:r>
              <a:rPr b="0" lang="en-US" sz="2000" spc="-150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y"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with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96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2000" spc="-159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2000" spc="-235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object 8"/>
          <p:cNvSpPr/>
          <p:nvPr/>
        </p:nvSpPr>
        <p:spPr>
          <a:xfrm>
            <a:off x="1011600" y="2141280"/>
            <a:ext cx="7676280" cy="5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4840" bIns="0" anchor="t">
            <a:spAutoFit/>
          </a:bodyPr>
          <a:p>
            <a:pPr marL="12600" defTabSz="914400">
              <a:lnSpc>
                <a:spcPct val="66000"/>
              </a:lnSpc>
              <a:spcBef>
                <a:spcPts val="904"/>
              </a:spcBef>
              <a:tabLst>
                <a:tab algn="l" pos="1594440"/>
                <a:tab algn="l" pos="3143160"/>
                <a:tab algn="l" pos="4252680"/>
                <a:tab algn="l" pos="5054760"/>
                <a:tab algn="l" pos="6066720"/>
                <a:tab algn="l" pos="6956280"/>
              </a:tabLst>
            </a:pP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de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el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000" spc="-136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2000" spc="-215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ent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40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g</a:t>
            </a:r>
            <a:r>
              <a:rPr b="0" lang="en-US" sz="2000" spc="-2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niz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26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on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4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349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000" spc="-159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2000" spc="-224" strike="noStrike" u="none">
                <a:solidFill>
                  <a:schemeClr val="dk1"/>
                </a:solidFill>
                <a:uFillTx/>
                <a:latin typeface="Microsoft Sans Serif"/>
              </a:rPr>
              <a:t>es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th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000" spc="-224" strike="noStrike" u="none">
                <a:solidFill>
                  <a:schemeClr val="dk1"/>
                </a:solidFill>
                <a:uFillTx/>
                <a:latin typeface="Microsoft Sans Serif"/>
              </a:rPr>
              <a:t>se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99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ects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th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000" spc="-184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gh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2000" spc="-2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io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2000" spc="-230" strike="noStrike" u="none">
                <a:solidFill>
                  <a:schemeClr val="dk1"/>
                </a:solidFill>
                <a:uFillTx/>
                <a:latin typeface="Microsoft Sans Serif"/>
              </a:rPr>
              <a:t>s  </a:t>
            </a:r>
            <a:r>
              <a:rPr b="0" lang="en-US" sz="2000" spc="-139" strike="noStrike" u="none">
                <a:solidFill>
                  <a:schemeClr val="dk1"/>
                </a:solidFill>
                <a:uFillTx/>
                <a:latin typeface="Microsoft Sans Serif"/>
              </a:rPr>
              <a:t>combinations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2000" spc="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testing,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0" strike="noStrike" u="none">
                <a:solidFill>
                  <a:schemeClr val="dk1"/>
                </a:solidFill>
                <a:uFillTx/>
                <a:latin typeface="Microsoft Sans Serif"/>
              </a:rPr>
              <a:t>inspections,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other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strategies.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212" name="object 9"/>
          <p:cNvGraphicFramePr/>
          <p:nvPr/>
        </p:nvGraphicFramePr>
        <p:xfrm>
          <a:off x="533520" y="3505320"/>
          <a:ext cx="8076960" cy="2266200"/>
        </p:xfrm>
        <a:graphic>
          <a:graphicData uri="http://schemas.openxmlformats.org/drawingml/2006/table">
            <a:tbl>
              <a:tblPr/>
              <a:tblGrid>
                <a:gridCol w="1554840"/>
                <a:gridCol w="2113560"/>
                <a:gridCol w="2104920"/>
                <a:gridCol w="2302920"/>
              </a:tblGrid>
              <a:tr h="507600">
                <a:tc>
                  <a:txBody>
                    <a:bodyPr lIns="0" rIns="0" tIns="4176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329"/>
                        </a:spcBef>
                      </a:pPr>
                      <a:r>
                        <a:rPr b="1" lang="en-US" sz="1200" spc="-6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DefectOrigins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 lIns="0" rIns="0" tIns="4176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29"/>
                        </a:spcBef>
                      </a:pPr>
                      <a:r>
                        <a:rPr b="1" lang="en-US" sz="1200" spc="-6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Defect</a:t>
                      </a:r>
                      <a:r>
                        <a:rPr b="1" lang="en-US" sz="1200" spc="-14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 </a:t>
                      </a:r>
                      <a:r>
                        <a:rPr b="1" lang="en-US" sz="1200" spc="-6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Potentials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 lIns="0" rIns="0" tIns="41760" bIns="0" anchor="t">
                      <a:noAutofit/>
                    </a:bodyPr>
                    <a:p>
                      <a:pPr marL="461520">
                        <a:lnSpc>
                          <a:spcPct val="100000"/>
                        </a:lnSpc>
                        <a:spcBef>
                          <a:spcPts val="329"/>
                        </a:spcBef>
                      </a:pPr>
                      <a:r>
                        <a:rPr b="1" lang="en-US" sz="1200" spc="-6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Removal</a:t>
                      </a:r>
                      <a:r>
                        <a:rPr b="1" lang="en-US" sz="1200" spc="-20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 </a:t>
                      </a: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Efficiency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 lIns="0" rIns="0" tIns="4176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29"/>
                        </a:spcBef>
                      </a:pPr>
                      <a:r>
                        <a:rPr b="1" lang="en-US" sz="1200" spc="-11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Delivered</a:t>
                      </a:r>
                      <a:r>
                        <a:rPr b="1" lang="en-US" sz="1200" spc="14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 </a:t>
                      </a:r>
                      <a:r>
                        <a:rPr b="1" lang="en-US" sz="1200" spc="-6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Defects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24717"/>
                    </a:solidFill>
                  </a:tcPr>
                </a:tc>
              </a:tr>
              <a:tr h="273960">
                <a:tc>
                  <a:txBody>
                    <a:bodyPr lIns="0" rIns="0" tIns="4176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329"/>
                        </a:spcBef>
                      </a:pPr>
                      <a:r>
                        <a:rPr b="1" lang="en-US" sz="1200" spc="-11" strike="noStrike" u="none">
                          <a:solidFill>
                            <a:srgbClr val="6f2f9f"/>
                          </a:solidFill>
                          <a:uFillTx/>
                          <a:latin typeface="Times New Roman"/>
                        </a:rPr>
                        <a:t>Requirements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 lIns="0" rIns="0" tIns="41760" bIns="0" anchor="t">
                      <a:noAutofit/>
                    </a:bodyPr>
                    <a:p>
                      <a:pPr marL="1339920">
                        <a:lnSpc>
                          <a:spcPct val="100000"/>
                        </a:lnSpc>
                        <a:spcBef>
                          <a:spcPts val="329"/>
                        </a:spcBef>
                      </a:pPr>
                      <a:r>
                        <a:rPr b="1" lang="en-US" sz="1200" strike="noStrike" u="none">
                          <a:solidFill>
                            <a:srgbClr val="6f2f9f"/>
                          </a:solidFill>
                          <a:uFillTx/>
                          <a:latin typeface="Times New Roman"/>
                        </a:rPr>
                        <a:t>1.00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 lIns="0" rIns="0" tIns="41760" bIns="0" anchor="t">
                      <a:noAutofit/>
                    </a:bodyPr>
                    <a:p>
                      <a:pPr marL="1225440">
                        <a:lnSpc>
                          <a:spcPct val="100000"/>
                        </a:lnSpc>
                        <a:spcBef>
                          <a:spcPts val="329"/>
                        </a:spcBef>
                      </a:pPr>
                      <a:r>
                        <a:rPr b="1" lang="en-US" sz="1200" strike="noStrike" u="none">
                          <a:solidFill>
                            <a:srgbClr val="6f2f9f"/>
                          </a:solidFill>
                          <a:uFillTx/>
                          <a:latin typeface="Times New Roman"/>
                        </a:rPr>
                        <a:t>77%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 lIns="0" rIns="0" tIns="4176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29"/>
                        </a:spcBef>
                      </a:pPr>
                      <a:r>
                        <a:rPr b="1" lang="en-US" sz="1200" strike="noStrike" u="none">
                          <a:solidFill>
                            <a:srgbClr val="6f2f9f"/>
                          </a:solidFill>
                          <a:uFillTx/>
                          <a:latin typeface="Times New Roman"/>
                        </a:rPr>
                        <a:t>0.23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cfcc"/>
                    </a:solidFill>
                  </a:tcPr>
                </a:tc>
              </a:tr>
              <a:tr h="244080">
                <a:tc>
                  <a:txBody>
                    <a:bodyPr lIns="0" rIns="0" tIns="4284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b="0" lang="en-US" sz="1000" spc="-6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Design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lIns="0" rIns="0" tIns="42840" bIns="0" anchor="t">
                      <a:noAutofit/>
                    </a:bodyPr>
                    <a:p>
                      <a:pPr marL="13608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1.25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lIns="0" rIns="0" tIns="42840" bIns="0" anchor="t">
                      <a:noAutofit/>
                    </a:bodyPr>
                    <a:p>
                      <a:pPr marL="126252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85%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lIns="0" rIns="0" tIns="4284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0.19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9e7"/>
                    </a:solidFill>
                  </a:tcPr>
                </a:tc>
              </a:tr>
              <a:tr h="244080">
                <a:tc>
                  <a:txBody>
                    <a:bodyPr lIns="0" rIns="0" tIns="4284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b="0" lang="en-US" sz="1000" spc="-6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Coding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 lIns="0" rIns="0" tIns="42840" bIns="0" anchor="t">
                      <a:noAutofit/>
                    </a:bodyPr>
                    <a:p>
                      <a:pPr marL="13608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1.75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 lIns="0" rIns="0" tIns="42840" bIns="0" anchor="t">
                      <a:noAutofit/>
                    </a:bodyPr>
                    <a:p>
                      <a:pPr marL="126252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95%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 lIns="0" rIns="0" tIns="4284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0.09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cfcc"/>
                    </a:solidFill>
                  </a:tcPr>
                </a:tc>
              </a:tr>
              <a:tr h="244080">
                <a:tc>
                  <a:txBody>
                    <a:bodyPr lIns="0" rIns="0" tIns="4284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b="0" lang="en-US" sz="1000" spc="-6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Documentation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lIns="0" rIns="0" tIns="42840" bIns="0" anchor="t">
                      <a:noAutofit/>
                    </a:bodyPr>
                    <a:p>
                      <a:pPr marL="13608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0.60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lIns="0" rIns="0" tIns="42840" bIns="0" anchor="t">
                      <a:noAutofit/>
                    </a:bodyPr>
                    <a:p>
                      <a:pPr marL="126252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80%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lIns="0" rIns="0" tIns="4284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0.12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9e7"/>
                    </a:solidFill>
                  </a:tcPr>
                </a:tc>
              </a:tr>
              <a:tr h="244080">
                <a:tc>
                  <a:txBody>
                    <a:bodyPr lIns="0" rIns="0" tIns="4284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Bad</a:t>
                      </a:r>
                      <a:r>
                        <a:rPr b="0" lang="en-US" sz="1000" spc="-54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 </a:t>
                      </a:r>
                      <a:r>
                        <a:rPr b="0" lang="en-US" sz="1000" spc="-6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fixes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 lIns="0" rIns="0" tIns="42840" bIns="0" anchor="t">
                      <a:noAutofit/>
                    </a:bodyPr>
                    <a:p>
                      <a:pPr marL="13608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0.40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 lIns="0" rIns="0" tIns="42840" bIns="0" anchor="t">
                      <a:noAutofit/>
                    </a:bodyPr>
                    <a:p>
                      <a:pPr marL="126252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b="0" lang="en-US" sz="1000" spc="-6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70%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 lIns="0" rIns="0" tIns="4284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0.12</a:t>
                      </a:r>
                      <a:endParaRPr b="0" lang="en-US" sz="10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cfcc"/>
                    </a:solidFill>
                  </a:tcPr>
                </a:tc>
              </a:tr>
              <a:tr h="507600">
                <a:tc>
                  <a:txBody>
                    <a:bodyPr lIns="0" rIns="0" tIns="40320" bIns="0"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b="0" lang="en-US" sz="1600" spc="-26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Total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lIns="0" rIns="0" tIns="4032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5.00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lIns="0" rIns="0" tIns="40320" bIns="0" anchor="t">
                      <a:noAutofit/>
                    </a:bodyPr>
                    <a:p>
                      <a:pPr marL="11919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85%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 lIns="0" rIns="0" tIns="4032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uFillTx/>
                          <a:latin typeface="Times New Roman"/>
                        </a:rPr>
                        <a:t>0.75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e9e7"/>
                    </a:solidFill>
                  </a:tcPr>
                </a:tc>
              </a:tr>
            </a:tbl>
          </a:graphicData>
        </a:graphic>
      </p:graphicFrame>
      <p:sp>
        <p:nvSpPr>
          <p:cNvPr id="213" name="object 10"/>
          <p:cNvSpPr/>
          <p:nvPr/>
        </p:nvSpPr>
        <p:spPr>
          <a:xfrm>
            <a:off x="2898720" y="3088800"/>
            <a:ext cx="240696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800" spc="-289" strike="noStrike" u="none">
                <a:solidFill>
                  <a:schemeClr val="dk1"/>
                </a:solidFill>
                <a:uFillTx/>
                <a:latin typeface="Arial"/>
              </a:rPr>
              <a:t>T</a:t>
            </a:r>
            <a:r>
              <a:rPr b="1" lang="en-US" sz="1800" spc="-96" strike="noStrike" u="none">
                <a:solidFill>
                  <a:schemeClr val="dk1"/>
                </a:solidFill>
                <a:uFillTx/>
                <a:latin typeface="Arial"/>
              </a:rPr>
              <a:t>able</a:t>
            </a:r>
            <a:r>
              <a:rPr b="1" lang="en-US" sz="1800" spc="-26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800" spc="-40" strike="noStrike" u="none">
                <a:solidFill>
                  <a:schemeClr val="dk1"/>
                </a:solidFill>
                <a:uFillTx/>
                <a:latin typeface="Arial"/>
              </a:rPr>
              <a:t>1.</a:t>
            </a:r>
            <a:r>
              <a:rPr b="1" lang="en-US" sz="1800" spc="-26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800" spc="-136" strike="noStrike" u="none">
                <a:solidFill>
                  <a:schemeClr val="dk1"/>
                </a:solidFill>
                <a:uFillTx/>
                <a:latin typeface="Arial"/>
              </a:rPr>
              <a:t>De</a:t>
            </a:r>
            <a:r>
              <a:rPr b="1" lang="en-US" sz="1800" spc="-65" strike="noStrike" u="none">
                <a:solidFill>
                  <a:schemeClr val="dk1"/>
                </a:solidFill>
                <a:uFillTx/>
                <a:latin typeface="Arial"/>
              </a:rPr>
              <a:t>f</a:t>
            </a:r>
            <a:r>
              <a:rPr b="1" lang="en-US" sz="1800" spc="-184" strike="noStrike" u="none">
                <a:solidFill>
                  <a:schemeClr val="dk1"/>
                </a:solidFill>
                <a:uFillTx/>
                <a:latin typeface="Arial"/>
              </a:rPr>
              <a:t>ect</a:t>
            </a:r>
            <a:r>
              <a:rPr b="1" lang="en-US" sz="1800" spc="-6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1800" spc="-354" strike="noStrike" u="none">
                <a:solidFill>
                  <a:schemeClr val="dk1"/>
                </a:solidFill>
                <a:uFillTx/>
                <a:latin typeface="Arial"/>
              </a:rPr>
              <a:t>S</a:t>
            </a:r>
            <a:r>
              <a:rPr b="1" lang="en-US" sz="1800" spc="-150" strike="noStrike" u="none">
                <a:solidFill>
                  <a:schemeClr val="dk1"/>
                </a:solidFill>
                <a:uFillTx/>
                <a:latin typeface="Arial"/>
              </a:rPr>
              <a:t>umma</a:t>
            </a:r>
            <a:r>
              <a:rPr b="1" lang="en-US" sz="1800" spc="-51" strike="noStrike" u="none">
                <a:solidFill>
                  <a:schemeClr val="dk1"/>
                </a:solidFill>
                <a:uFillTx/>
                <a:latin typeface="Arial"/>
              </a:rPr>
              <a:t>r</a:t>
            </a:r>
            <a:r>
              <a:rPr b="1" lang="en-US" sz="1800" spc="-45" strike="noStrike" u="none">
                <a:solidFill>
                  <a:schemeClr val="dk1"/>
                </a:solidFill>
                <a:uFillTx/>
                <a:latin typeface="Arial"/>
              </a:rPr>
              <a:t>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object 11"/>
          <p:cNvSpPr/>
          <p:nvPr/>
        </p:nvSpPr>
        <p:spPr>
          <a:xfrm>
            <a:off x="612000" y="5932800"/>
            <a:ext cx="787032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3880" bIns="0" anchor="t">
            <a:spAutoFit/>
          </a:bodyPr>
          <a:p>
            <a:pPr marL="12600" defTabSz="914400">
              <a:lnSpc>
                <a:spcPct val="73000"/>
              </a:lnSpc>
              <a:spcBef>
                <a:spcPts val="660"/>
              </a:spcBef>
            </a:pP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errors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5" strike="noStrike" u="none">
                <a:solidFill>
                  <a:schemeClr val="dk1"/>
                </a:solidFill>
                <a:uFillTx/>
                <a:latin typeface="Microsoft Sans Serif"/>
              </a:rPr>
              <a:t>top</a:t>
            </a:r>
            <a:r>
              <a:rPr b="0" lang="en-US" sz="18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delivered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defects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1" strike="noStrike" u="none">
                <a:solidFill>
                  <a:schemeClr val="dk1"/>
                </a:solidFill>
                <a:uFillTx/>
                <a:latin typeface="Microsoft Sans Serif"/>
              </a:rPr>
              <a:t>contribute</a:t>
            </a:r>
            <a:r>
              <a:rPr b="0" lang="en-US" sz="1800" spc="13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approximately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39" strike="noStrike" u="none">
                <a:solidFill>
                  <a:schemeClr val="dk1"/>
                </a:solidFill>
                <a:uFillTx/>
                <a:latin typeface="Microsoft Sans Serif"/>
              </a:rPr>
              <a:t>one</a:t>
            </a:r>
            <a:r>
              <a:rPr b="0" lang="en-US" sz="18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third </a:t>
            </a:r>
            <a:r>
              <a:rPr b="0" lang="en-US" sz="1800" spc="-4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800" spc="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31" strike="noStrike" u="none">
                <a:solidFill>
                  <a:schemeClr val="dk1"/>
                </a:solidFill>
                <a:uFillTx/>
                <a:latin typeface="Microsoft Sans Serif"/>
              </a:rPr>
              <a:t>total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54" strike="noStrike" u="none">
                <a:solidFill>
                  <a:schemeClr val="dk1"/>
                </a:solidFill>
                <a:uFillTx/>
                <a:latin typeface="Microsoft Sans Serif"/>
              </a:rPr>
              <a:t>delivered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defects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defect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pile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7840800" cy="80064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275" strike="noStrike" u="none">
                <a:solidFill>
                  <a:srgbClr val="1f2022"/>
                </a:solidFill>
                <a:uFillTx/>
                <a:latin typeface="Microsoft Sans Serif"/>
              </a:rPr>
              <a:t>High</a:t>
            </a:r>
            <a:r>
              <a:rPr b="0" lang="en-US" sz="4400" spc="45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386" strike="noStrike" u="none">
                <a:solidFill>
                  <a:srgbClr val="1f2022"/>
                </a:solidFill>
                <a:uFillTx/>
                <a:latin typeface="Microsoft Sans Serif"/>
              </a:rPr>
              <a:t>Cost</a:t>
            </a:r>
            <a:r>
              <a:rPr b="0" lang="en-US" sz="4400" spc="2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trike="noStrike" u="none">
                <a:solidFill>
                  <a:srgbClr val="1f2022"/>
                </a:solidFill>
                <a:uFillTx/>
                <a:latin typeface="Microsoft Sans Serif"/>
              </a:rPr>
              <a:t>of</a:t>
            </a:r>
            <a:r>
              <a:rPr b="0" lang="en-US" sz="4400" spc="159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equirem</a:t>
            </a:r>
            <a:r>
              <a:rPr b="0" lang="en-US" sz="4400" spc="-264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275" strike="noStrike" u="none">
                <a:solidFill>
                  <a:srgbClr val="1f2022"/>
                </a:solidFill>
                <a:uFillTx/>
                <a:latin typeface="Microsoft Sans Serif"/>
              </a:rPr>
              <a:t>nt</a:t>
            </a:r>
            <a:r>
              <a:rPr b="0" lang="en-US" sz="4400" spc="-11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380" strike="noStrike" u="none">
                <a:solidFill>
                  <a:srgbClr val="1f2022"/>
                </a:solidFill>
                <a:uFillTx/>
                <a:latin typeface="Microsoft Sans Serif"/>
              </a:rPr>
              <a:t>Er</a:t>
            </a:r>
            <a:r>
              <a:rPr b="0" lang="en-US" sz="4400" spc="-34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326" strike="noStrike" u="none">
                <a:solidFill>
                  <a:srgbClr val="1f2022"/>
                </a:solidFill>
                <a:uFillTx/>
                <a:latin typeface="Microsoft Sans Serif"/>
              </a:rPr>
              <a:t>ors</a:t>
            </a:r>
            <a:r>
              <a:rPr b="0" lang="en-US" sz="440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16" name="object 3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21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object 4"/>
          <p:cNvSpPr/>
          <p:nvPr/>
        </p:nvSpPr>
        <p:spPr>
          <a:xfrm>
            <a:off x="691560" y="1616760"/>
            <a:ext cx="776556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20040" indent="-320040" algn="r" defTabSz="914400">
              <a:lnSpc>
                <a:spcPct val="100000"/>
              </a:lnSpc>
              <a:spcBef>
                <a:spcPts val="99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20040"/>
                <a:tab algn="l" pos="320760"/>
                <a:tab algn="l" pos="640080"/>
                <a:tab algn="l" pos="949320"/>
                <a:tab algn="l" pos="1506960"/>
                <a:tab algn="l" pos="2101680"/>
                <a:tab algn="l" pos="2507040"/>
                <a:tab algn="l" pos="3086280"/>
                <a:tab algn="l" pos="3395880"/>
                <a:tab algn="l" pos="4598640"/>
                <a:tab algn="l" pos="4974480"/>
                <a:tab algn="l" pos="5484960"/>
                <a:tab algn="l" pos="6317640"/>
                <a:tab algn="l" pos="7504920"/>
              </a:tabLst>
            </a:pPr>
            <a:r>
              <a:rPr b="0" lang="en-US" sz="2400" spc="-6" strike="noStrike" u="none">
                <a:solidFill>
                  <a:schemeClr val="dk1"/>
                </a:solidFill>
                <a:uFillTx/>
                <a:latin typeface="Microsoft Sans Serif"/>
              </a:rPr>
              <a:t>If</a:t>
            </a:r>
            <a:r>
              <a:rPr b="0" lang="en-US" sz="2400" spc="-6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400" spc="-11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295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2400" spc="-111" strike="noStrike" u="none">
                <a:solidFill>
                  <a:schemeClr val="dk1"/>
                </a:solidFill>
                <a:uFillTx/>
                <a:latin typeface="Microsoft Sans Serif"/>
              </a:rPr>
              <a:t>nit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275" strike="noStrike" u="none">
                <a:solidFill>
                  <a:schemeClr val="dk1"/>
                </a:solidFill>
                <a:uFillTx/>
                <a:latin typeface="Microsoft Sans Serif"/>
              </a:rPr>
              <a:t>co</a:t>
            </a:r>
            <a:r>
              <a:rPr b="0" lang="en-US" sz="2400" spc="-269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2400" spc="-20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11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400" spc="-6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184" strike="noStrike" u="none">
                <a:solidFill>
                  <a:schemeClr val="dk1"/>
                </a:solidFill>
                <a:uFillTx/>
                <a:latin typeface="Microsoft Sans Serif"/>
              </a:rPr>
              <a:t>one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215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159" strike="noStrike" u="none">
                <a:solidFill>
                  <a:schemeClr val="dk1"/>
                </a:solidFill>
                <a:uFillTx/>
                <a:latin typeface="Microsoft Sans Serif"/>
              </a:rPr>
              <a:t>assigned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54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400" spc="-99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14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45" strike="noStrike" u="none">
                <a:solidFill>
                  <a:schemeClr val="dk1"/>
                </a:solidFill>
                <a:uFillTx/>
                <a:latin typeface="Microsoft Sans Serif"/>
              </a:rPr>
              <a:t>ef</a:t>
            </a:r>
            <a:r>
              <a:rPr b="0" lang="en-US" sz="2400" spc="-14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2400" spc="-150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400" spc="51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400" spc="-20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74" strike="noStrike" u="none">
                <a:solidFill>
                  <a:schemeClr val="dk1"/>
                </a:solidFill>
                <a:uFillTx/>
                <a:latin typeface="Microsoft Sans Serif"/>
              </a:rPr>
              <a:t>required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79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926640"/>
                <a:tab algn="l" pos="1567800"/>
                <a:tab algn="l" pos="2498040"/>
                <a:tab algn="l" pos="2971800"/>
                <a:tab algn="l" pos="3747600"/>
                <a:tab algn="l" pos="4689360"/>
                <a:tab algn="l" pos="5229360"/>
                <a:tab algn="l" pos="6207840"/>
                <a:tab algn="l" pos="7045920"/>
              </a:tabLst>
            </a:pPr>
            <a:r>
              <a:rPr b="0" lang="en-US" sz="2400" spc="-99" strike="noStrike" u="none">
                <a:solidFill>
                  <a:schemeClr val="dk1"/>
                </a:solidFill>
                <a:uFillTx/>
                <a:latin typeface="Microsoft Sans Serif"/>
              </a:rPr>
              <a:t>detect</a:t>
            </a:r>
            <a:r>
              <a:rPr b="0" lang="en-US" sz="2400" spc="-99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105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2400" spc="-105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31" strike="noStrike" u="none">
                <a:solidFill>
                  <a:schemeClr val="dk1"/>
                </a:solidFill>
                <a:uFillTx/>
                <a:latin typeface="Microsoft Sans Serif"/>
              </a:rPr>
              <a:t>repair</a:t>
            </a:r>
            <a:r>
              <a:rPr b="0" lang="en-US" sz="2400" spc="-31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150" strike="noStrike" u="none">
                <a:solidFill>
                  <a:schemeClr val="dk1"/>
                </a:solidFill>
                <a:uFillTx/>
                <a:latin typeface="Microsoft Sans Serif"/>
              </a:rPr>
              <a:t>an</a:t>
            </a:r>
            <a:r>
              <a:rPr b="0" lang="en-US" sz="2400" spc="-15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65" strike="noStrike" u="none">
                <a:solidFill>
                  <a:schemeClr val="dk1"/>
                </a:solidFill>
                <a:uFillTx/>
                <a:latin typeface="Microsoft Sans Serif"/>
              </a:rPr>
              <a:t>error</a:t>
            </a:r>
            <a:r>
              <a:rPr b="0" lang="en-US" sz="2400" spc="-65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105" strike="noStrike" u="none">
                <a:solidFill>
                  <a:schemeClr val="dk1"/>
                </a:solidFill>
                <a:uFillTx/>
                <a:latin typeface="Microsoft Sans Serif"/>
              </a:rPr>
              <a:t>during</a:t>
            </a:r>
            <a:r>
              <a:rPr b="0" lang="en-US" sz="2400" spc="-105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14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400" spc="-145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125" strike="noStrike" u="none">
                <a:solidFill>
                  <a:schemeClr val="dk1"/>
                </a:solidFill>
                <a:uFillTx/>
                <a:latin typeface="Microsoft Sans Serif"/>
              </a:rPr>
              <a:t>coding</a:t>
            </a:r>
            <a:r>
              <a:rPr b="0" lang="en-US" sz="2400" spc="-125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-125" strike="noStrike" u="none">
                <a:solidFill>
                  <a:schemeClr val="dk1"/>
                </a:solidFill>
                <a:uFillTx/>
                <a:latin typeface="Microsoft Sans Serif"/>
              </a:rPr>
              <a:t>stage</a:t>
            </a:r>
            <a:r>
              <a:rPr b="0" lang="en-US" sz="2400" spc="-125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400" spc="451" strike="noStrike" u="none">
                <a:solidFill>
                  <a:schemeClr val="dk1"/>
                </a:solidFill>
                <a:uFillTx/>
                <a:latin typeface="Microsoft Sans Serif"/>
              </a:rPr>
              <a:t>….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18" name="object 5" descr=""/>
          <p:cNvPicPr/>
          <p:nvPr/>
        </p:nvPicPr>
        <p:blipFill>
          <a:blip r:embed="rId1"/>
          <a:stretch/>
        </p:blipFill>
        <p:spPr>
          <a:xfrm>
            <a:off x="2063880" y="3152880"/>
            <a:ext cx="5669640" cy="3195000"/>
          </a:xfrm>
          <a:prstGeom prst="rect">
            <a:avLst/>
          </a:prstGeom>
          <a:ln w="0">
            <a:noFill/>
          </a:ln>
        </p:spPr>
      </p:pic>
      <p:sp>
        <p:nvSpPr>
          <p:cNvPr id="219" name="PlaceHolder 2"/>
          <p:cNvSpPr>
            <a:spLocks noGrp="1"/>
          </p:cNvSpPr>
          <p:nvPr>
            <p:ph type="ftr" idx="29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7840800" cy="80064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275" strike="noStrike" u="none">
                <a:solidFill>
                  <a:srgbClr val="1f2022"/>
                </a:solidFill>
                <a:uFillTx/>
                <a:latin typeface="Microsoft Sans Serif"/>
              </a:rPr>
              <a:t>High</a:t>
            </a:r>
            <a:r>
              <a:rPr b="0" lang="en-US" sz="4400" spc="45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386" strike="noStrike" u="none">
                <a:solidFill>
                  <a:srgbClr val="1f2022"/>
                </a:solidFill>
                <a:uFillTx/>
                <a:latin typeface="Microsoft Sans Serif"/>
              </a:rPr>
              <a:t>Cost</a:t>
            </a:r>
            <a:r>
              <a:rPr b="0" lang="en-US" sz="4400" spc="2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trike="noStrike" u="none">
                <a:solidFill>
                  <a:srgbClr val="1f2022"/>
                </a:solidFill>
                <a:uFillTx/>
                <a:latin typeface="Microsoft Sans Serif"/>
              </a:rPr>
              <a:t>of</a:t>
            </a:r>
            <a:r>
              <a:rPr b="0" lang="en-US" sz="4400" spc="159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equirem</a:t>
            </a:r>
            <a:r>
              <a:rPr b="0" lang="en-US" sz="4400" spc="-264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275" strike="noStrike" u="none">
                <a:solidFill>
                  <a:srgbClr val="1f2022"/>
                </a:solidFill>
                <a:uFillTx/>
                <a:latin typeface="Microsoft Sans Serif"/>
              </a:rPr>
              <a:t>nt</a:t>
            </a:r>
            <a:r>
              <a:rPr b="0" lang="en-US" sz="4400" spc="-11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380" strike="noStrike" u="none">
                <a:solidFill>
                  <a:srgbClr val="1f2022"/>
                </a:solidFill>
                <a:uFillTx/>
                <a:latin typeface="Microsoft Sans Serif"/>
              </a:rPr>
              <a:t>Er</a:t>
            </a:r>
            <a:r>
              <a:rPr b="0" lang="en-US" sz="4400" spc="-34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326" strike="noStrike" u="none">
                <a:solidFill>
                  <a:srgbClr val="1f2022"/>
                </a:solidFill>
                <a:uFillTx/>
                <a:latin typeface="Microsoft Sans Serif"/>
              </a:rPr>
              <a:t>ors</a:t>
            </a:r>
            <a:r>
              <a:rPr b="0" lang="en-US" sz="440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1" name="object 3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22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object 4"/>
          <p:cNvSpPr/>
          <p:nvPr/>
        </p:nvSpPr>
        <p:spPr>
          <a:xfrm>
            <a:off x="691560" y="1559880"/>
            <a:ext cx="7765560" cy="22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32640" indent="-320760" defTabSz="914400">
              <a:lnSpc>
                <a:spcPts val="2149"/>
              </a:lnSpc>
              <a:spcBef>
                <a:spcPts val="105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  <a:tab algn="l" pos="333360"/>
              </a:tabLst>
            </a:pPr>
            <a:r>
              <a:rPr b="0" lang="en-US" sz="2000" spc="-23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1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errors</a:t>
            </a:r>
            <a:r>
              <a:rPr b="0" lang="en-US" sz="2000" spc="1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discovered</a:t>
            </a:r>
            <a:r>
              <a:rPr b="0" lang="en-US" sz="2000" spc="1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during</a:t>
            </a:r>
            <a:r>
              <a:rPr b="0" lang="en-US" sz="2000" spc="17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1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design</a:t>
            </a:r>
            <a:r>
              <a:rPr b="0" lang="en-US" sz="2000" spc="17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2000" spc="23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1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development</a:t>
            </a:r>
            <a:r>
              <a:rPr b="0" lang="en-US" sz="2000" spc="1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project</a:t>
            </a:r>
            <a:r>
              <a:rPr b="0" lang="en-US" sz="2000" spc="19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could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defTabSz="914400">
              <a:lnSpc>
                <a:spcPts val="2149"/>
              </a:lnSpc>
              <a:tabLst>
                <a:tab algn="l" pos="332640"/>
                <a:tab algn="l" pos="333360"/>
              </a:tabLst>
            </a:pPr>
            <a:r>
              <a:rPr b="0" lang="en-US" sz="2000" spc="31" strike="noStrike" u="none">
                <a:solidFill>
                  <a:schemeClr val="dk1"/>
                </a:solidFill>
                <a:uFillTx/>
                <a:latin typeface="Microsoft Sans Serif"/>
              </a:rPr>
              <a:t>fa</a:t>
            </a:r>
            <a:r>
              <a:rPr b="0" lang="en-US" sz="2000" spc="20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int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one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o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2000" spc="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34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136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0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ca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eg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2000" spc="-235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224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: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"/>
              </a:spcBef>
              <a:tabLst>
                <a:tab algn="l" pos="332640"/>
                <a:tab algn="l" pos="33336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52680" indent="-274320"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errors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1600" spc="29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occurred</a:t>
            </a:r>
            <a:r>
              <a:rPr b="0" lang="en-US" sz="1600" spc="-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when</a:t>
            </a:r>
            <a:r>
              <a:rPr b="0" lang="en-US" sz="16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-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development</a:t>
            </a:r>
            <a:r>
              <a:rPr b="0" lang="en-US" sz="1600" spc="-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26" strike="noStrike" u="none">
                <a:solidFill>
                  <a:schemeClr val="dk1"/>
                </a:solidFill>
                <a:uFillTx/>
                <a:latin typeface="Microsoft Sans Serif"/>
              </a:rPr>
              <a:t>staff</a:t>
            </a:r>
            <a:r>
              <a:rPr b="0" lang="en-US" sz="1600" spc="34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created</a:t>
            </a:r>
            <a:r>
              <a:rPr b="0" lang="en-US" sz="1600" spc="3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29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technical</a:t>
            </a:r>
            <a:r>
              <a:rPr b="0" lang="en-US" sz="1600" spc="-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design</a:t>
            </a:r>
            <a:r>
              <a:rPr b="0" lang="en-US" sz="1600" spc="-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from</a:t>
            </a:r>
            <a:r>
              <a:rPr b="0" lang="en-US" sz="1600" spc="-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 </a:t>
            </a:r>
            <a:r>
              <a:rPr b="0" lang="en-US" sz="1600" spc="-408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correct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set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600" spc="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6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52680" indent="-274320" defTabSz="914400">
              <a:lnSpc>
                <a:spcPts val="1599"/>
              </a:lnSpc>
              <a:spcBef>
                <a:spcPts val="604"/>
              </a:spcBef>
              <a:tabLst>
                <a:tab algn="l" pos="0"/>
              </a:tabLst>
            </a:pPr>
            <a:r>
              <a:rPr b="0" lang="en-US" sz="1100" spc="-249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249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269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at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221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pc="-255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190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ld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b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ee</a:t>
            </a:r>
            <a:r>
              <a:rPr b="0" lang="en-US" sz="1600" spc="-196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te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cted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q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rem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59" strike="noStrike" u="none">
                <a:solidFill>
                  <a:schemeClr val="dk1"/>
                </a:solidFill>
                <a:uFillTx/>
                <a:latin typeface="Microsoft Sans Serif"/>
              </a:rPr>
              <a:t>nts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269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210" strike="noStrike" u="none">
                <a:solidFill>
                  <a:schemeClr val="dk1"/>
                </a:solidFill>
                <a:uFillTx/>
                <a:latin typeface="Microsoft Sans Serif"/>
              </a:rPr>
              <a:t>som</a:t>
            </a:r>
            <a:r>
              <a:rPr b="0" lang="en-US" sz="1600" spc="-130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what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li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r 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16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process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but</a:t>
            </a:r>
            <a:r>
              <a:rPr b="0" lang="en-US" sz="16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16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64" strike="noStrike" u="none">
                <a:solidFill>
                  <a:schemeClr val="dk1"/>
                </a:solidFill>
                <a:uFillTx/>
                <a:latin typeface="Microsoft Sans Serif"/>
              </a:rPr>
              <a:t>somehow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"leaked"</a:t>
            </a:r>
            <a:r>
              <a:rPr b="0" lang="en-US" sz="16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into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design</a:t>
            </a:r>
            <a:r>
              <a:rPr b="0" lang="en-US" sz="16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phase</a:t>
            </a:r>
            <a:r>
              <a:rPr b="0" lang="en-US" sz="16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600" spc="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project.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3" name="object 5" descr=""/>
          <p:cNvPicPr/>
          <p:nvPr/>
        </p:nvPicPr>
        <p:blipFill>
          <a:blip r:embed="rId1"/>
          <a:stretch/>
        </p:blipFill>
        <p:spPr>
          <a:xfrm>
            <a:off x="2279880" y="3718800"/>
            <a:ext cx="3619080" cy="3022920"/>
          </a:xfrm>
          <a:prstGeom prst="rect">
            <a:avLst/>
          </a:prstGeom>
          <a:ln w="0">
            <a:noFill/>
          </a:ln>
        </p:spPr>
      </p:pic>
      <p:sp>
        <p:nvSpPr>
          <p:cNvPr id="224" name="PlaceHolder 2"/>
          <p:cNvSpPr>
            <a:spLocks noGrp="1"/>
          </p:cNvSpPr>
          <p:nvPr>
            <p:ph type="ftr" idx="30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7840800" cy="80064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275" strike="noStrike" u="none">
                <a:solidFill>
                  <a:srgbClr val="1f2022"/>
                </a:solidFill>
                <a:uFillTx/>
                <a:latin typeface="Microsoft Sans Serif"/>
              </a:rPr>
              <a:t>High</a:t>
            </a:r>
            <a:r>
              <a:rPr b="0" lang="en-US" sz="4400" spc="45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386" strike="noStrike" u="none">
                <a:solidFill>
                  <a:srgbClr val="1f2022"/>
                </a:solidFill>
                <a:uFillTx/>
                <a:latin typeface="Microsoft Sans Serif"/>
              </a:rPr>
              <a:t>Cost</a:t>
            </a:r>
            <a:r>
              <a:rPr b="0" lang="en-US" sz="4400" spc="2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trike="noStrike" u="none">
                <a:solidFill>
                  <a:srgbClr val="1f2022"/>
                </a:solidFill>
                <a:uFillTx/>
                <a:latin typeface="Microsoft Sans Serif"/>
              </a:rPr>
              <a:t>of</a:t>
            </a:r>
            <a:r>
              <a:rPr b="0" lang="en-US" sz="4400" spc="159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equirem</a:t>
            </a:r>
            <a:r>
              <a:rPr b="0" lang="en-US" sz="4400" spc="-264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275" strike="noStrike" u="none">
                <a:solidFill>
                  <a:srgbClr val="1f2022"/>
                </a:solidFill>
                <a:uFillTx/>
                <a:latin typeface="Microsoft Sans Serif"/>
              </a:rPr>
              <a:t>nt</a:t>
            </a:r>
            <a:r>
              <a:rPr b="0" lang="en-US" sz="4400" spc="-11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380" strike="noStrike" u="none">
                <a:solidFill>
                  <a:srgbClr val="1f2022"/>
                </a:solidFill>
                <a:uFillTx/>
                <a:latin typeface="Microsoft Sans Serif"/>
              </a:rPr>
              <a:t>Er</a:t>
            </a:r>
            <a:r>
              <a:rPr b="0" lang="en-US" sz="4400" spc="-34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326" strike="noStrike" u="none">
                <a:solidFill>
                  <a:srgbClr val="1f2022"/>
                </a:solidFill>
                <a:uFillTx/>
                <a:latin typeface="Microsoft Sans Serif"/>
              </a:rPr>
              <a:t>ors</a:t>
            </a:r>
            <a:r>
              <a:rPr b="0" lang="en-US" sz="440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6" name="object 3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23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7" name="object 4"/>
          <p:cNvSpPr/>
          <p:nvPr/>
        </p:nvSpPr>
        <p:spPr>
          <a:xfrm>
            <a:off x="691560" y="1559880"/>
            <a:ext cx="5326560" cy="42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6680" bIns="0" anchor="t">
            <a:spAutoFit/>
          </a:bodyPr>
          <a:p>
            <a:pPr marL="332640" indent="-320760" algn="just" defTabSz="914400">
              <a:lnSpc>
                <a:spcPct val="79000"/>
              </a:lnSpc>
              <a:spcBef>
                <a:spcPts val="604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3360"/>
              </a:tabLst>
            </a:pP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It's</a:t>
            </a:r>
            <a:r>
              <a:rPr b="0" lang="en-US" sz="2000" spc="29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28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34" strike="noStrike" u="none">
                <a:solidFill>
                  <a:schemeClr val="dk1"/>
                </a:solidFill>
                <a:uFillTx/>
                <a:latin typeface="Microsoft Sans Serif"/>
              </a:rPr>
              <a:t>latter</a:t>
            </a:r>
            <a:r>
              <a:rPr b="0" lang="en-US" sz="2000" spc="95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category</a:t>
            </a:r>
            <a:r>
              <a:rPr b="0" lang="en-US" sz="2000" spc="87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2000" spc="104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errors</a:t>
            </a:r>
            <a:r>
              <a:rPr b="0" lang="en-US" sz="2000" spc="7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2000" spc="85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turn 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out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 be</a:t>
            </a:r>
            <a:r>
              <a:rPr b="0" lang="en-US" sz="2000" spc="39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45" strike="noStrike" u="none">
                <a:solidFill>
                  <a:schemeClr val="dk1"/>
                </a:solidFill>
                <a:uFillTx/>
                <a:latin typeface="Microsoft Sans Serif"/>
              </a:rPr>
              <a:t>particularly</a:t>
            </a:r>
            <a:r>
              <a:rPr b="0" lang="en-US" sz="2000" spc="4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9" strike="noStrike" u="none">
                <a:solidFill>
                  <a:schemeClr val="dk1"/>
                </a:solidFill>
                <a:uFillTx/>
                <a:latin typeface="Microsoft Sans Serif"/>
              </a:rPr>
              <a:t>expensive,</a:t>
            </a:r>
            <a:r>
              <a:rPr b="0" lang="en-US" sz="2000" spc="24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for</a:t>
            </a:r>
            <a:r>
              <a:rPr b="0" lang="en-US" sz="2000" spc="49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two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9" strike="noStrike" u="none">
                <a:solidFill>
                  <a:schemeClr val="dk1"/>
                </a:solidFill>
                <a:uFillTx/>
                <a:latin typeface="Microsoft Sans Serif"/>
              </a:rPr>
              <a:t>reasons.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"/>
              </a:spcBef>
              <a:tabLst>
                <a:tab algn="l" pos="333360"/>
              </a:tabLst>
            </a:pP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52680" indent="-274320" algn="just" defTabSz="914400">
              <a:lnSpc>
                <a:spcPct val="83000"/>
              </a:lnSpc>
              <a:buClr>
                <a:srgbClr val="7d96ac"/>
              </a:buClr>
              <a:buSzPct val="69000"/>
              <a:buFont typeface="Wingdings" charset="2"/>
              <a:buChar char=""/>
              <a:tabLst>
                <a:tab algn="l" pos="653400"/>
              </a:tabLst>
            </a:pP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By</a:t>
            </a:r>
            <a:r>
              <a:rPr b="0" lang="en-US" sz="1600" spc="-1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time</a:t>
            </a:r>
            <a:r>
              <a:rPr b="0" lang="en-US" sz="1600" spc="2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2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requirements-oriented</a:t>
            </a:r>
            <a:r>
              <a:rPr b="0" lang="en-US" sz="1600" spc="26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error</a:t>
            </a:r>
            <a:r>
              <a:rPr b="0" lang="en-US" sz="1600" spc="3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is 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discovered,</a:t>
            </a:r>
            <a:r>
              <a:rPr b="0" lang="en-US" sz="1600" spc="5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55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development</a:t>
            </a:r>
            <a:r>
              <a:rPr b="0" lang="en-US" sz="1600" spc="23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24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group</a:t>
            </a:r>
            <a:r>
              <a:rPr b="0" lang="en-US" sz="1600" spc="28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will</a:t>
            </a:r>
            <a:r>
              <a:rPr b="0" lang="en-US" sz="1600" spc="3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3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have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invested</a:t>
            </a:r>
            <a:r>
              <a:rPr b="0" lang="en-US" sz="1600" spc="54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time</a:t>
            </a:r>
            <a:r>
              <a:rPr b="0" lang="en-US" sz="1600" spc="55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600" spc="62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effort</a:t>
            </a:r>
            <a:r>
              <a:rPr b="0" lang="en-US" sz="1600" spc="414" strike="noStrike" u="none">
                <a:solidFill>
                  <a:schemeClr val="dk1"/>
                </a:solidFill>
                <a:uFillTx/>
                <a:latin typeface="Microsoft Sans Serif"/>
              </a:rPr>
              <a:t> 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1600" spc="20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21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building</a:t>
            </a:r>
            <a:r>
              <a:rPr b="0" lang="en-US" sz="1600" spc="306" strike="noStrike" u="none">
                <a:solidFill>
                  <a:schemeClr val="dk1"/>
                </a:solidFill>
                <a:uFillTx/>
                <a:latin typeface="Microsoft Sans Serif"/>
              </a:rPr>
              <a:t> 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405" strike="noStrike" u="none">
                <a:solidFill>
                  <a:schemeClr val="dk1"/>
                </a:solidFill>
                <a:uFillTx/>
                <a:latin typeface="Microsoft Sans Serif"/>
              </a:rPr>
              <a:t> 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design 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from</a:t>
            </a:r>
            <a:r>
              <a:rPr b="0" lang="en-US" sz="1600" spc="26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those</a:t>
            </a:r>
            <a:r>
              <a:rPr b="0" lang="en-US" sz="1600" spc="15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erroneous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requirements.</a:t>
            </a:r>
            <a:r>
              <a:rPr b="0" lang="en-US" sz="1600" spc="22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90" strike="noStrike" u="none">
                <a:solidFill>
                  <a:schemeClr val="dk1"/>
                </a:solidFill>
                <a:uFillTx/>
                <a:latin typeface="Microsoft Sans Serif"/>
              </a:rPr>
              <a:t>As</a:t>
            </a:r>
            <a:r>
              <a:rPr b="0" lang="en-US" sz="16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4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result,</a:t>
            </a:r>
            <a:r>
              <a:rPr b="0" lang="en-US" sz="1600" spc="2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design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will</a:t>
            </a:r>
            <a:r>
              <a:rPr b="0" lang="en-US" sz="1600" spc="-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26" strike="noStrike" u="none">
                <a:solidFill>
                  <a:schemeClr val="dk1"/>
                </a:solidFill>
                <a:uFillTx/>
                <a:latin typeface="Microsoft Sans Serif"/>
              </a:rPr>
              <a:t>probably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have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 be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thrown</a:t>
            </a:r>
            <a:r>
              <a:rPr b="0" lang="en-US" sz="1600" spc="20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away</a:t>
            </a:r>
            <a:r>
              <a:rPr b="0" lang="en-US" sz="1600" spc="30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or </a:t>
            </a:r>
            <a:r>
              <a:rPr b="0" lang="en-US" sz="1600" spc="-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reworked.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"/>
              </a:spcBef>
              <a:tabLst>
                <a:tab algn="l" pos="653400"/>
              </a:tabLst>
            </a:pPr>
            <a:endParaRPr b="0" lang="en-US" sz="24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52680" indent="-274320" algn="just" defTabSz="914400">
              <a:lnSpc>
                <a:spcPct val="83000"/>
              </a:lnSpc>
              <a:buClr>
                <a:srgbClr val="7d96ac"/>
              </a:buClr>
              <a:buSzPct val="69000"/>
              <a:buFont typeface="Wingdings" charset="2"/>
              <a:buChar char=""/>
              <a:tabLst>
                <a:tab algn="l" pos="653400"/>
              </a:tabLst>
            </a:pPr>
            <a:r>
              <a:rPr b="0" lang="en-US" sz="1600" spc="-190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-1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true</a:t>
            </a:r>
            <a:r>
              <a:rPr b="0" lang="en-US" sz="1600" spc="28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nature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600" spc="4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error</a:t>
            </a:r>
            <a:r>
              <a:rPr b="0" lang="en-US" sz="1600" spc="7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may</a:t>
            </a:r>
            <a:r>
              <a:rPr b="0" lang="en-US" sz="1600" spc="20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be</a:t>
            </a:r>
            <a:r>
              <a:rPr b="0" lang="en-US" sz="1600" spc="3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disguised;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everyone</a:t>
            </a:r>
            <a:r>
              <a:rPr b="0" lang="en-US" sz="1600" spc="24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201" strike="noStrike" u="none">
                <a:solidFill>
                  <a:schemeClr val="dk1"/>
                </a:solidFill>
                <a:uFillTx/>
                <a:latin typeface="Microsoft Sans Serif"/>
              </a:rPr>
              <a:t>assumes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1600" spc="67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they're</a:t>
            </a:r>
            <a:r>
              <a:rPr b="0" lang="en-US" sz="1600" spc="28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looking</a:t>
            </a:r>
            <a:r>
              <a:rPr b="0" lang="en-US" sz="1600" spc="61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for</a:t>
            </a:r>
            <a:r>
              <a:rPr b="0" lang="en-US" sz="1600" spc="79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design 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errors</a:t>
            </a:r>
            <a:r>
              <a:rPr b="0" lang="en-US" sz="1600" spc="26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during</a:t>
            </a:r>
            <a:r>
              <a:rPr b="0" lang="en-US" sz="1600" spc="64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testing</a:t>
            </a:r>
            <a:r>
              <a:rPr b="0" lang="en-US" sz="1600" spc="26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r>
              <a:rPr b="0" lang="en-US" sz="1600" spc="3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inspection</a:t>
            </a:r>
            <a:r>
              <a:rPr b="0" lang="en-US" sz="1600" spc="21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activities</a:t>
            </a:r>
            <a:r>
              <a:rPr b="0" lang="en-US" sz="1600" spc="28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that 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5" strike="noStrike" u="none">
                <a:solidFill>
                  <a:schemeClr val="dk1"/>
                </a:solidFill>
                <a:uFillTx/>
                <a:latin typeface="Microsoft Sans Serif"/>
              </a:rPr>
              <a:t>take</a:t>
            </a:r>
            <a:r>
              <a:rPr b="0" lang="en-US" sz="1600" spc="3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place during</a:t>
            </a:r>
            <a:r>
              <a:rPr b="0" lang="en-US" sz="1600" spc="64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this</a:t>
            </a:r>
            <a:r>
              <a:rPr b="0" lang="en-US" sz="1600" spc="18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phase,</a:t>
            </a:r>
            <a:r>
              <a:rPr b="0" lang="en-US" sz="1600" spc="18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600" spc="28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considerable</a:t>
            </a:r>
            <a:r>
              <a:rPr b="0" lang="en-US" sz="1600" spc="59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time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190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91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34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70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1600" spc="-15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y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b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56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264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te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96" strike="noStrike" u="none">
                <a:solidFill>
                  <a:schemeClr val="dk1"/>
                </a:solidFill>
                <a:uFillTx/>
                <a:latin typeface="Microsoft Sans Serif"/>
              </a:rPr>
              <a:t>un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til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264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221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ne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pc="-19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Microsoft Sans Serif"/>
              </a:rPr>
              <a:t>y</a:t>
            </a:r>
            <a:r>
              <a:rPr b="0" lang="en-US" sz="1600" spc="-309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,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"</a:t>
            </a:r>
            <a:r>
              <a:rPr b="0" lang="en-US" sz="1600" spc="-40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t 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4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minute!</a:t>
            </a:r>
            <a:r>
              <a:rPr b="0" lang="en-US" sz="1600" spc="18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90" strike="noStrike" u="none">
                <a:solidFill>
                  <a:schemeClr val="dk1"/>
                </a:solidFill>
                <a:uFillTx/>
                <a:latin typeface="Microsoft Sans Serif"/>
              </a:rPr>
              <a:t>This</a:t>
            </a:r>
            <a:r>
              <a:rPr b="0" lang="en-US" sz="16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isn't</a:t>
            </a:r>
            <a:r>
              <a:rPr b="0" lang="en-US" sz="1600" spc="22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4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design</a:t>
            </a:r>
            <a:r>
              <a:rPr b="0" lang="en-US" sz="1600" spc="22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mistake</a:t>
            </a:r>
            <a:r>
              <a:rPr b="0" lang="en-US" sz="1600" spc="5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after</a:t>
            </a:r>
            <a:r>
              <a:rPr b="0" lang="en-US" sz="1600" spc="4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all;</a:t>
            </a:r>
            <a:r>
              <a:rPr b="0" lang="en-US" sz="1600" spc="38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we've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0" strike="noStrike" u="none">
                <a:solidFill>
                  <a:schemeClr val="dk1"/>
                </a:solidFill>
                <a:uFillTx/>
                <a:latin typeface="Microsoft Sans Serif"/>
              </a:rPr>
              <a:t>got</a:t>
            </a:r>
            <a:r>
              <a:rPr b="0" lang="en-US" sz="1600" spc="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12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wrong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requirements.―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8" name="object 5" descr=""/>
          <p:cNvPicPr/>
          <p:nvPr/>
        </p:nvPicPr>
        <p:blipFill>
          <a:blip r:embed="rId1"/>
          <a:stretch/>
        </p:blipFill>
        <p:spPr>
          <a:xfrm>
            <a:off x="6248520" y="1600200"/>
            <a:ext cx="2742840" cy="2361960"/>
          </a:xfrm>
          <a:prstGeom prst="rect">
            <a:avLst/>
          </a:prstGeom>
          <a:ln w="0">
            <a:noFill/>
          </a:ln>
        </p:spPr>
      </p:pic>
      <p:pic>
        <p:nvPicPr>
          <p:cNvPr id="229" name="object 6" descr=""/>
          <p:cNvPicPr/>
          <p:nvPr/>
        </p:nvPicPr>
        <p:blipFill>
          <a:blip r:embed="rId2"/>
          <a:stretch/>
        </p:blipFill>
        <p:spPr>
          <a:xfrm>
            <a:off x="6248520" y="4056480"/>
            <a:ext cx="2742840" cy="2724840"/>
          </a:xfrm>
          <a:prstGeom prst="rect">
            <a:avLst/>
          </a:prstGeom>
          <a:ln w="0">
            <a:noFill/>
          </a:ln>
        </p:spPr>
      </p:pic>
      <p:sp>
        <p:nvSpPr>
          <p:cNvPr id="230" name="PlaceHolder 2"/>
          <p:cNvSpPr>
            <a:spLocks noGrp="1"/>
          </p:cNvSpPr>
          <p:nvPr>
            <p:ph type="ftr" idx="31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231120" y="136800"/>
            <a:ext cx="7259040" cy="122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24" strike="noStrike" u="none">
                <a:solidFill>
                  <a:srgbClr val="1f2022"/>
                </a:solidFill>
                <a:uFillTx/>
                <a:latin typeface="Microsoft Sans Serif"/>
              </a:rPr>
              <a:t>High</a:t>
            </a:r>
            <a:r>
              <a:rPr b="0" lang="en-US" sz="3600" spc="34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3600" spc="-315" strike="noStrike" u="none">
                <a:solidFill>
                  <a:srgbClr val="1f2022"/>
                </a:solidFill>
                <a:uFillTx/>
                <a:latin typeface="Microsoft Sans Serif"/>
              </a:rPr>
              <a:t>Cost</a:t>
            </a:r>
            <a:r>
              <a:rPr b="0" lang="en-US" sz="3600" spc="2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3600" spc="-6" strike="noStrike" u="none">
                <a:solidFill>
                  <a:srgbClr val="1f2022"/>
                </a:solidFill>
                <a:uFillTx/>
                <a:latin typeface="Microsoft Sans Serif"/>
              </a:rPr>
              <a:t>of</a:t>
            </a:r>
            <a:r>
              <a:rPr b="0" lang="en-US" sz="3600" spc="145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3600" spc="-918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3600" spc="-215" strike="noStrike" u="none">
                <a:solidFill>
                  <a:srgbClr val="1f2022"/>
                </a:solidFill>
                <a:uFillTx/>
                <a:latin typeface="Microsoft Sans Serif"/>
              </a:rPr>
              <a:t>equirement</a:t>
            </a:r>
            <a:r>
              <a:rPr b="0" lang="en-US" sz="3600" spc="2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3600" spc="-309" strike="noStrike" u="none">
                <a:solidFill>
                  <a:srgbClr val="1f2022"/>
                </a:solidFill>
                <a:uFillTx/>
                <a:latin typeface="Microsoft Sans Serif"/>
              </a:rPr>
              <a:t>Er</a:t>
            </a:r>
            <a:r>
              <a:rPr b="0" lang="en-US" sz="3600" spc="-289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3600" spc="-261" strike="noStrike" u="none">
                <a:solidFill>
                  <a:srgbClr val="1f2022"/>
                </a:solidFill>
                <a:uFillTx/>
                <a:latin typeface="Microsoft Sans Serif"/>
              </a:rPr>
              <a:t>or</a:t>
            </a:r>
            <a:r>
              <a:rPr b="0" lang="en-US" sz="3600" spc="-275" strike="noStrike" u="none">
                <a:solidFill>
                  <a:srgbClr val="1f2022"/>
                </a:solidFill>
                <a:uFillTx/>
                <a:latin typeface="Microsoft Sans Serif"/>
              </a:rPr>
              <a:t>s</a:t>
            </a:r>
            <a:r>
              <a:rPr b="0" lang="en-US" sz="3600" strike="noStrike" u="none">
                <a:solidFill>
                  <a:srgbClr val="1f2022"/>
                </a:solidFill>
                <a:uFillTx/>
                <a:latin typeface="Microsoft Sans Serif"/>
              </a:rPr>
              <a:t>-</a:t>
            </a:r>
            <a:r>
              <a:rPr b="0" lang="en-US" sz="3600" spc="4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3600" spc="-159" strike="noStrike" u="none">
                <a:solidFill>
                  <a:srgbClr val="1f2022"/>
                </a:solidFill>
                <a:uFillTx/>
                <a:latin typeface="Microsoft Sans Serif"/>
              </a:rPr>
              <a:t>Defect  </a:t>
            </a:r>
            <a:r>
              <a:rPr b="0" lang="en-US" sz="3600" spc="-196" strike="noStrike" u="none">
                <a:solidFill>
                  <a:srgbClr val="1f2022"/>
                </a:solidFill>
                <a:uFillTx/>
                <a:latin typeface="Microsoft Sans Serif"/>
              </a:rPr>
              <a:t>Leakage</a:t>
            </a:r>
            <a:r>
              <a:rPr b="0" lang="en-US" sz="3600" spc="2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3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ftr" idx="32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3" name="object 3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24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object 4"/>
          <p:cNvSpPr/>
          <p:nvPr/>
        </p:nvSpPr>
        <p:spPr>
          <a:xfrm>
            <a:off x="691560" y="1559880"/>
            <a:ext cx="7765200" cy="17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6680" bIns="0" anchor="t">
            <a:spAutoFit/>
          </a:bodyPr>
          <a:p>
            <a:pPr marL="332640" indent="-320760" algn="just" defTabSz="914400">
              <a:lnSpc>
                <a:spcPct val="79000"/>
              </a:lnSpc>
              <a:spcBef>
                <a:spcPts val="604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3360"/>
              </a:tabLst>
            </a:pP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One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organization</a:t>
            </a:r>
            <a:r>
              <a:rPr b="0" lang="en-US" sz="2000" spc="36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2000" spc="39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201" strike="noStrike" u="none">
                <a:solidFill>
                  <a:schemeClr val="dk1"/>
                </a:solidFill>
                <a:uFillTx/>
                <a:latin typeface="Microsoft Sans Serif"/>
              </a:rPr>
              <a:t>has</a:t>
            </a:r>
            <a:r>
              <a:rPr b="0" lang="en-US" sz="2000" spc="13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done</a:t>
            </a:r>
            <a:r>
              <a:rPr b="0" lang="en-US" sz="2000" spc="29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the research 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on</a:t>
            </a:r>
            <a:r>
              <a:rPr b="0" lang="en-US" sz="2000" spc="18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defect 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leakage </a:t>
            </a:r>
            <a:r>
              <a:rPr b="0" lang="en-US" sz="2000" spc="-184" strike="noStrike" u="none">
                <a:solidFill>
                  <a:schemeClr val="dk1"/>
                </a:solidFill>
                <a:uFillTx/>
                <a:latin typeface="Microsoft Sans Serif"/>
              </a:rPr>
              <a:t>is </a:t>
            </a:r>
            <a:r>
              <a:rPr b="0" lang="en-US" sz="2000" spc="-18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96" strike="noStrike" u="none">
                <a:solidFill>
                  <a:schemeClr val="dk1"/>
                </a:solidFill>
                <a:uFillTx/>
                <a:latin typeface="Microsoft Sans Serif"/>
              </a:rPr>
              <a:t>Hughes</a:t>
            </a:r>
            <a:r>
              <a:rPr b="0" lang="en-US" sz="2000" spc="-19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51" strike="noStrike" u="none">
                <a:solidFill>
                  <a:schemeClr val="dk1"/>
                </a:solidFill>
                <a:uFillTx/>
                <a:latin typeface="Microsoft Sans Serif"/>
              </a:rPr>
              <a:t>Aircraft.</a:t>
            </a:r>
            <a:r>
              <a:rPr b="0" lang="en-US" sz="2000" spc="-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6" strike="noStrike" u="none">
                <a:solidFill>
                  <a:schemeClr val="dk1"/>
                </a:solidFill>
                <a:uFillTx/>
                <a:latin typeface="Microsoft Sans Serif"/>
              </a:rPr>
              <a:t>study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by</a:t>
            </a:r>
            <a:r>
              <a:rPr b="0" lang="en-US" sz="2000" spc="-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45" strike="noStrike" u="none">
                <a:solidFill>
                  <a:schemeClr val="dk1"/>
                </a:solidFill>
                <a:uFillTx/>
                <a:latin typeface="Microsoft Sans Serif"/>
              </a:rPr>
              <a:t>Snyder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and </a:t>
            </a:r>
            <a:r>
              <a:rPr b="0" lang="en-US" sz="2000" spc="-184" strike="noStrike" u="none">
                <a:solidFill>
                  <a:schemeClr val="dk1"/>
                </a:solidFill>
                <a:uFillTx/>
                <a:latin typeface="Microsoft Sans Serif"/>
              </a:rPr>
              <a:t>Shumate</a:t>
            </a:r>
            <a:r>
              <a:rPr b="0" lang="en-US" sz="2000" spc="-18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[1992]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follows 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leakage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81" strike="noStrike" u="none">
                <a:solidFill>
                  <a:schemeClr val="dk1"/>
                </a:solidFill>
                <a:uFillTx/>
                <a:latin typeface="Microsoft Sans Serif"/>
              </a:rPr>
              <a:t>phenomenon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4" strike="noStrike" u="none">
                <a:solidFill>
                  <a:schemeClr val="dk1"/>
                </a:solidFill>
                <a:uFillTx/>
                <a:latin typeface="Microsoft Sans Serif"/>
              </a:rPr>
              <a:t>for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 a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45" strike="noStrike" u="none">
                <a:solidFill>
                  <a:schemeClr val="dk1"/>
                </a:solidFill>
                <a:uFillTx/>
                <a:latin typeface="Microsoft Sans Serif"/>
              </a:rPr>
              <a:t>large</a:t>
            </a:r>
            <a:r>
              <a:rPr b="0" lang="en-US" sz="2000" spc="-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collection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projects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201" strike="noStrike" u="none">
                <a:solidFill>
                  <a:schemeClr val="dk1"/>
                </a:solidFill>
                <a:uFillTx/>
                <a:latin typeface="Microsoft Sans Serif"/>
              </a:rPr>
              <a:t>Hughes</a:t>
            </a:r>
            <a:r>
              <a:rPr b="0" lang="en-US" sz="2000" spc="-1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201" strike="noStrike" u="none">
                <a:solidFill>
                  <a:schemeClr val="dk1"/>
                </a:solidFill>
                <a:uFillTx/>
                <a:latin typeface="Microsoft Sans Serif"/>
              </a:rPr>
              <a:t>has </a:t>
            </a:r>
            <a:r>
              <a:rPr b="0" lang="en-US" sz="2000" spc="-1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6" strike="noStrike" u="none">
                <a:solidFill>
                  <a:schemeClr val="dk1"/>
                </a:solidFill>
                <a:uFillTx/>
                <a:latin typeface="Microsoft Sans Serif"/>
              </a:rPr>
              <a:t>conducted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over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past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 15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years.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6"/>
              </a:spcBef>
              <a:tabLst>
                <a:tab algn="l" pos="333360"/>
              </a:tabLst>
            </a:pPr>
            <a:endParaRPr b="0" lang="en-US" sz="24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760" defTabSz="914400">
              <a:lnSpc>
                <a:spcPct val="100000"/>
              </a:lnSpc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  <a:tab algn="l" pos="333360"/>
                <a:tab algn="l" pos="821520"/>
                <a:tab algn="l" pos="1484640"/>
                <a:tab algn="l" pos="2503080"/>
              </a:tabLst>
            </a:pPr>
            <a:r>
              <a:rPr b="0" lang="en-US" sz="2000" spc="-23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-235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study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indicates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object 5"/>
          <p:cNvSpPr/>
          <p:nvPr/>
        </p:nvSpPr>
        <p:spPr>
          <a:xfrm>
            <a:off x="1057320" y="3651840"/>
            <a:ext cx="1922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286560" indent="-274320" defTabSz="914400">
              <a:lnSpc>
                <a:spcPct val="100000"/>
              </a:lnSpc>
              <a:spcBef>
                <a:spcPts val="96"/>
              </a:spcBef>
              <a:buClr>
                <a:srgbClr val="7d96ac"/>
              </a:buClr>
              <a:buSzPct val="69000"/>
              <a:buFont typeface="Wingdings" charset="2"/>
              <a:buChar char=""/>
              <a:tabLst>
                <a:tab algn="l" pos="286560"/>
                <a:tab algn="l" pos="286920"/>
                <a:tab algn="l" pos="1038240"/>
              </a:tabLst>
            </a:pP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Defects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discovered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object 6"/>
          <p:cNvSpPr/>
          <p:nvPr/>
        </p:nvSpPr>
        <p:spPr>
          <a:xfrm>
            <a:off x="3112200" y="3651840"/>
            <a:ext cx="534312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  <a:tabLst>
                <a:tab algn="l" pos="337320"/>
                <a:tab algn="l" pos="1555200"/>
                <a:tab algn="l" pos="2362680"/>
                <a:tab algn="l" pos="3139920"/>
                <a:tab algn="l" pos="3677760"/>
                <a:tab algn="l" pos="4595400"/>
                <a:tab algn="l" pos="5085000"/>
              </a:tabLst>
            </a:pP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at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40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q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rem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59" strike="noStrike" u="none">
                <a:solidFill>
                  <a:schemeClr val="dk1"/>
                </a:solidFill>
                <a:uFillTx/>
                <a:latin typeface="Microsoft Sans Serif"/>
              </a:rPr>
              <a:t>nts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An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al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y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si</a:t>
            </a:r>
            <a:r>
              <a:rPr b="0" lang="en-US" sz="1600" spc="-269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1600" spc="-190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264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-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-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7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4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nt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object 7"/>
          <p:cNvSpPr/>
          <p:nvPr/>
        </p:nvSpPr>
        <p:spPr>
          <a:xfrm>
            <a:off x="1057320" y="3820320"/>
            <a:ext cx="7396200" cy="8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5680" bIns="0" anchor="t">
            <a:spAutoFit/>
          </a:bodyPr>
          <a:p>
            <a:pPr marL="286560" defTabSz="914400">
              <a:lnSpc>
                <a:spcPct val="100000"/>
              </a:lnSpc>
              <a:spcBef>
                <a:spcPts val="675"/>
              </a:spcBef>
            </a:pP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requirements-oriented</a:t>
            </a:r>
            <a:r>
              <a:rPr b="0" lang="en-US" sz="1600" spc="13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defects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6560" indent="-274320" defTabSz="914400">
              <a:lnSpc>
                <a:spcPct val="100000"/>
              </a:lnSpc>
              <a:spcBef>
                <a:spcPts val="581"/>
              </a:spcBef>
              <a:buClr>
                <a:srgbClr val="7d96ac"/>
              </a:buClr>
              <a:buSzPct val="69000"/>
              <a:buFont typeface="Wingdings" charset="2"/>
              <a:buChar char=""/>
              <a:tabLst>
                <a:tab algn="l" pos="286560"/>
                <a:tab algn="l" pos="286920"/>
                <a:tab algn="l" pos="3411360"/>
                <a:tab algn="l" pos="3794040"/>
                <a:tab algn="l" pos="4831560"/>
                <a:tab algn="l" pos="5931000"/>
                <a:tab algn="l" pos="6749280"/>
                <a:tab algn="l" pos="7138080"/>
              </a:tabLst>
            </a:pPr>
            <a:r>
              <a:rPr b="0" lang="en-US" sz="1600" spc="-196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fec</a:t>
            </a:r>
            <a:r>
              <a:rPr b="0" lang="en-US" sz="1600" spc="-31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600" spc="-269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  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600" spc="-230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pc="-241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2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 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relimin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y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,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g</a:t>
            </a:r>
            <a:r>
              <a:rPr b="0" lang="en-US" sz="1600" spc="-184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-</a:t>
            </a:r>
            <a:r>
              <a:rPr b="0" lang="en-US" sz="1600" spc="-40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1600" spc="-65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,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264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g</a:t>
            </a:r>
            <a:r>
              <a:rPr b="0" lang="en-US" sz="1600" spc="-176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-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-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4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rc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nt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object 8"/>
          <p:cNvSpPr/>
          <p:nvPr/>
        </p:nvSpPr>
        <p:spPr>
          <a:xfrm>
            <a:off x="1331640" y="5011560"/>
            <a:ext cx="661176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  <a:tabLst>
                <a:tab algn="l" pos="1207080"/>
                <a:tab algn="l" pos="1840320"/>
                <a:tab algn="l" pos="3080520"/>
                <a:tab algn="l" pos="3642840"/>
                <a:tab algn="l" pos="4929480"/>
                <a:tab algn="l" pos="5584680"/>
                <a:tab algn="l" pos="6069960"/>
              </a:tabLst>
            </a:pP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req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rem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59" strike="noStrike" u="none">
                <a:solidFill>
                  <a:schemeClr val="dk1"/>
                </a:solidFill>
                <a:uFillTx/>
                <a:latin typeface="Microsoft Sans Serif"/>
              </a:rPr>
              <a:t>nts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269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ren'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20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196" strike="noStrike" u="none">
                <a:solidFill>
                  <a:schemeClr val="dk1"/>
                </a:solidFill>
                <a:uFillTx/>
                <a:latin typeface="Microsoft Sans Serif"/>
              </a:rPr>
              <a:t>un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96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1600" spc="-204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til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main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te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nan</a:t>
            </a:r>
            <a:r>
              <a:rPr b="0" lang="en-US" sz="1600" spc="-130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,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whe</a:t>
            </a:r>
            <a:r>
              <a:rPr b="0" lang="en-US" sz="1600" spc="-196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81" strike="noStrike" u="none">
                <a:solidFill>
                  <a:schemeClr val="dk1"/>
                </a:solidFill>
                <a:uFillTx/>
                <a:latin typeface="Microsoft Sans Serif"/>
              </a:rPr>
              <a:t>sy</a:t>
            </a:r>
            <a:r>
              <a:rPr b="0" lang="en-US" sz="1600" spc="-176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te</a:t>
            </a:r>
            <a:r>
              <a:rPr b="0" lang="en-US" sz="1600" spc="-269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object 9"/>
          <p:cNvSpPr/>
          <p:nvPr/>
        </p:nvSpPr>
        <p:spPr>
          <a:xfrm>
            <a:off x="1057320" y="4377240"/>
            <a:ext cx="7398000" cy="113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7120" bIns="0" anchor="t">
            <a:spAutoFit/>
          </a:bodyPr>
          <a:p>
            <a:pPr marL="286560" defTabSz="914400">
              <a:lnSpc>
                <a:spcPct val="100000"/>
              </a:lnSpc>
              <a:spcBef>
                <a:spcPts val="686"/>
              </a:spcBef>
            </a:pP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1600" spc="17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defects</a:t>
            </a:r>
            <a:r>
              <a:rPr b="0" lang="en-US" sz="16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"leak"</a:t>
            </a:r>
            <a:r>
              <a:rPr b="0" lang="en-US" sz="1600" spc="45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600" spc="4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1600" spc="4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7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percent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leak</a:t>
            </a:r>
            <a:r>
              <a:rPr b="0" lang="en-US" sz="16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further</a:t>
            </a:r>
            <a:r>
              <a:rPr b="0" lang="en-US" sz="1600" spc="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into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detailed</a:t>
            </a:r>
            <a:r>
              <a:rPr b="0" lang="en-US" sz="16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design.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3600" indent="-273600" algn="r" defTabSz="914400">
              <a:lnSpc>
                <a:spcPts val="1911"/>
              </a:lnSpc>
              <a:spcBef>
                <a:spcPts val="590"/>
              </a:spcBef>
              <a:buClr>
                <a:srgbClr val="7d96ac"/>
              </a:buClr>
              <a:buSzPct val="69000"/>
              <a:buFont typeface="Wingdings" charset="2"/>
              <a:buChar char=""/>
              <a:tabLst>
                <a:tab algn="l" pos="273600"/>
                <a:tab algn="l" pos="274320"/>
                <a:tab algn="l" pos="3452040"/>
                <a:tab algn="l" pos="4285440"/>
                <a:tab algn="l" pos="4737240"/>
                <a:tab algn="l" pos="4989960"/>
                <a:tab algn="l" pos="5497920"/>
                <a:tab algn="l" pos="5813280"/>
                <a:tab algn="l" pos="6064920"/>
                <a:tab algn="l" pos="6811560"/>
                <a:tab algn="l" pos="7127280"/>
              </a:tabLst>
            </a:pPr>
            <a:r>
              <a:rPr b="0" lang="en-US" sz="1600" spc="-196" strike="noStrike" u="none">
                <a:solidFill>
                  <a:schemeClr val="dk1"/>
                </a:solidFill>
                <a:uFillTx/>
                <a:latin typeface="Microsoft Sans Serif"/>
              </a:rPr>
              <a:t>Th</a:t>
            </a:r>
            <a:r>
              <a:rPr b="0" lang="en-US" sz="1600" spc="-184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1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lea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k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g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13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cont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1600" spc="-190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600" spc="-184" strike="noStrike" u="none">
                <a:solidFill>
                  <a:schemeClr val="dk1"/>
                </a:solidFill>
                <a:uFillTx/>
                <a:latin typeface="Microsoft Sans Serif"/>
              </a:rPr>
              <a:t>ues</a:t>
            </a:r>
            <a:r>
              <a:rPr b="0" lang="en-US" sz="1600" spc="12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h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190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g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hout</a:t>
            </a:r>
            <a:r>
              <a:rPr b="0" lang="en-US" sz="1600" spc="1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Microsoft Sans Serif"/>
              </a:rPr>
              <a:t>lif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184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y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cl</a:t>
            </a:r>
            <a:r>
              <a:rPr b="0" lang="en-US" sz="1600" spc="-190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,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nd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l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4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cent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ts val="1911"/>
              </a:lnSpc>
              <a:tabLst>
                <a:tab algn="l" pos="273600"/>
                <a:tab algn="l" pos="274320"/>
                <a:tab algn="l" pos="3452040"/>
                <a:tab algn="l" pos="4285440"/>
                <a:tab algn="l" pos="4737240"/>
                <a:tab algn="l" pos="4989960"/>
                <a:tab algn="l" pos="5497920"/>
                <a:tab algn="l" pos="5813280"/>
                <a:tab algn="l" pos="6064920"/>
                <a:tab algn="l" pos="6811560"/>
                <a:tab algn="l" pos="7127280"/>
              </a:tabLst>
            </a:pPr>
            <a:r>
              <a:rPr b="0" lang="en-US" sz="1600" spc="-159" strike="noStrike" u="none">
                <a:solidFill>
                  <a:schemeClr val="dk1"/>
                </a:solidFill>
                <a:uFillTx/>
                <a:latin typeface="Microsoft Sans Serif"/>
              </a:rPr>
              <a:t>has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object 10"/>
          <p:cNvSpPr/>
          <p:nvPr/>
        </p:nvSpPr>
        <p:spPr>
          <a:xfrm>
            <a:off x="1331640" y="5252400"/>
            <a:ext cx="539388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been</a:t>
            </a:r>
            <a:r>
              <a:rPr b="0" lang="en-US" sz="16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released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56" strike="noStrike" u="none">
                <a:solidFill>
                  <a:schemeClr val="dk1"/>
                </a:solidFill>
                <a:uFillTx/>
                <a:latin typeface="Microsoft Sans Serif"/>
              </a:rPr>
              <a:t>customers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600" spc="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likely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16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full-scale</a:t>
            </a:r>
            <a:r>
              <a:rPr b="0" lang="en-US" sz="1600" spc="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5" strike="noStrike" u="none">
                <a:solidFill>
                  <a:schemeClr val="dk1"/>
                </a:solidFill>
                <a:uFillTx/>
                <a:latin typeface="Microsoft Sans Serif"/>
              </a:rPr>
              <a:t>operation.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231120" y="136800"/>
            <a:ext cx="7259040" cy="122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24" strike="noStrike" u="none">
                <a:solidFill>
                  <a:srgbClr val="1f2022"/>
                </a:solidFill>
                <a:uFillTx/>
                <a:latin typeface="Microsoft Sans Serif"/>
              </a:rPr>
              <a:t>High</a:t>
            </a:r>
            <a:r>
              <a:rPr b="0" lang="en-US" sz="3600" spc="34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3600" spc="-315" strike="noStrike" u="none">
                <a:solidFill>
                  <a:srgbClr val="1f2022"/>
                </a:solidFill>
                <a:uFillTx/>
                <a:latin typeface="Microsoft Sans Serif"/>
              </a:rPr>
              <a:t>Cost</a:t>
            </a:r>
            <a:r>
              <a:rPr b="0" lang="en-US" sz="3600" spc="2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3600" spc="-6" strike="noStrike" u="none">
                <a:solidFill>
                  <a:srgbClr val="1f2022"/>
                </a:solidFill>
                <a:uFillTx/>
                <a:latin typeface="Microsoft Sans Serif"/>
              </a:rPr>
              <a:t>of</a:t>
            </a:r>
            <a:r>
              <a:rPr b="0" lang="en-US" sz="3600" spc="145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3600" spc="-918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3600" spc="-215" strike="noStrike" u="none">
                <a:solidFill>
                  <a:srgbClr val="1f2022"/>
                </a:solidFill>
                <a:uFillTx/>
                <a:latin typeface="Microsoft Sans Serif"/>
              </a:rPr>
              <a:t>equirement</a:t>
            </a:r>
            <a:r>
              <a:rPr b="0" lang="en-US" sz="3600" spc="2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3600" spc="-309" strike="noStrike" u="none">
                <a:solidFill>
                  <a:srgbClr val="1f2022"/>
                </a:solidFill>
                <a:uFillTx/>
                <a:latin typeface="Microsoft Sans Serif"/>
              </a:rPr>
              <a:t>Er</a:t>
            </a:r>
            <a:r>
              <a:rPr b="0" lang="en-US" sz="3600" spc="-289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3600" spc="-261" strike="noStrike" u="none">
                <a:solidFill>
                  <a:srgbClr val="1f2022"/>
                </a:solidFill>
                <a:uFillTx/>
                <a:latin typeface="Microsoft Sans Serif"/>
              </a:rPr>
              <a:t>or</a:t>
            </a:r>
            <a:r>
              <a:rPr b="0" lang="en-US" sz="3600" spc="-275" strike="noStrike" u="none">
                <a:solidFill>
                  <a:srgbClr val="1f2022"/>
                </a:solidFill>
                <a:uFillTx/>
                <a:latin typeface="Microsoft Sans Serif"/>
              </a:rPr>
              <a:t>s</a:t>
            </a:r>
            <a:r>
              <a:rPr b="0" lang="en-US" sz="3600" strike="noStrike" u="none">
                <a:solidFill>
                  <a:srgbClr val="1f2022"/>
                </a:solidFill>
                <a:uFillTx/>
                <a:latin typeface="Microsoft Sans Serif"/>
              </a:rPr>
              <a:t>-</a:t>
            </a:r>
            <a:r>
              <a:rPr b="0" lang="en-US" sz="3600" spc="4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3600" spc="-159" strike="noStrike" u="none">
                <a:solidFill>
                  <a:srgbClr val="1f2022"/>
                </a:solidFill>
                <a:uFillTx/>
                <a:latin typeface="Microsoft Sans Serif"/>
              </a:rPr>
              <a:t>Defect  </a:t>
            </a:r>
            <a:r>
              <a:rPr b="0" lang="en-US" sz="3600" spc="-196" strike="noStrike" u="none">
                <a:solidFill>
                  <a:srgbClr val="1f2022"/>
                </a:solidFill>
                <a:uFillTx/>
                <a:latin typeface="Microsoft Sans Serif"/>
              </a:rPr>
              <a:t>Leakage</a:t>
            </a:r>
            <a:r>
              <a:rPr b="0" lang="en-US" sz="3600" spc="2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3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2" name="object 3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25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object 4"/>
          <p:cNvSpPr/>
          <p:nvPr/>
        </p:nvSpPr>
        <p:spPr>
          <a:xfrm>
            <a:off x="691560" y="1531080"/>
            <a:ext cx="7765200" cy="44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32640" indent="-320760" defTabSz="914400">
              <a:lnSpc>
                <a:spcPts val="2001"/>
              </a:lnSpc>
              <a:spcBef>
                <a:spcPts val="105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  <a:tab algn="l" pos="333360"/>
                <a:tab algn="l" pos="1466280"/>
                <a:tab algn="l" pos="1774080"/>
                <a:tab algn="l" pos="2588400"/>
                <a:tab algn="l" pos="2898000"/>
                <a:tab algn="l" pos="4155480"/>
                <a:tab algn="l" pos="4492080"/>
                <a:tab algn="l" pos="4799880"/>
                <a:tab algn="l" pos="5844600"/>
                <a:tab algn="l" pos="7201080"/>
              </a:tabLst>
            </a:pP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hene</a:t>
            </a:r>
            <a:r>
              <a:rPr b="0" lang="en-US" sz="2000" spc="-201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f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ct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di</a:t>
            </a:r>
            <a:r>
              <a:rPr b="0" lang="en-US" sz="2000" spc="-281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2000" spc="-295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2000" spc="-159" strike="noStrike" u="none">
                <a:solidFill>
                  <a:schemeClr val="dk1"/>
                </a:solidFill>
                <a:uFillTx/>
                <a:latin typeface="Microsoft Sans Serif"/>
              </a:rPr>
              <a:t>v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2000" spc="-40" strike="noStrike" u="none">
                <a:solidFill>
                  <a:schemeClr val="dk1"/>
                </a:solidFill>
                <a:uFillTx/>
                <a:latin typeface="Microsoft Sans Serif"/>
              </a:rPr>
              <a:t>red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soft</a:t>
            </a:r>
            <a:r>
              <a:rPr b="0" lang="en-US" sz="2000" spc="-235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2000" spc="-3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54" strike="noStrike" u="none">
                <a:solidFill>
                  <a:schemeClr val="dk1"/>
                </a:solidFill>
                <a:uFillTx/>
                <a:latin typeface="Microsoft Sans Serif"/>
              </a:rPr>
              <a:t>re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20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2000" spc="-31" strike="noStrike" u="none">
                <a:solidFill>
                  <a:schemeClr val="dk1"/>
                </a:solidFill>
                <a:uFillTx/>
                <a:latin typeface="Microsoft Sans Serif"/>
              </a:rPr>
              <a:t>pl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ica</a:t>
            </a:r>
            <a:r>
              <a:rPr b="0" lang="en-US" sz="2000" spc="-60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2000" spc="-31" strike="noStrike" u="none">
                <a:solidFill>
                  <a:schemeClr val="dk1"/>
                </a:solidFill>
                <a:uFillTx/>
                <a:latin typeface="Microsoft Sans Serif"/>
              </a:rPr>
              <a:t>i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on,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w</a:t>
            </a:r>
            <a:r>
              <a:rPr b="0" lang="en-US" sz="2000" spc="-54" strike="noStrike" u="none">
                <a:solidFill>
                  <a:schemeClr val="dk1"/>
                </a:solidFill>
                <a:uFillTx/>
                <a:latin typeface="Microsoft Sans Serif"/>
              </a:rPr>
              <a:t>e're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defTabSz="914400">
              <a:lnSpc>
                <a:spcPts val="2001"/>
              </a:lnSpc>
              <a:tabLst>
                <a:tab algn="l" pos="999000"/>
                <a:tab algn="l" pos="1334160"/>
                <a:tab algn="l" pos="2590200"/>
                <a:tab algn="l" pos="3036600"/>
                <a:tab algn="l" pos="3764880"/>
                <a:tab algn="l" pos="4123800"/>
                <a:tab algn="l" pos="5089680"/>
                <a:tab algn="l" pos="5734800"/>
              </a:tabLst>
            </a:pPr>
            <a:r>
              <a:rPr b="0" lang="en-US" sz="2000" spc="-54" strike="noStrike" u="none">
                <a:solidFill>
                  <a:schemeClr val="dk1"/>
                </a:solidFill>
                <a:uFillTx/>
                <a:latin typeface="Microsoft Sans Serif"/>
              </a:rPr>
              <a:t>likely</a:t>
            </a:r>
            <a:r>
              <a:rPr b="0" lang="en-US" sz="2000" spc="-54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experience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40" strike="noStrike" u="none">
                <a:solidFill>
                  <a:schemeClr val="dk1"/>
                </a:solidFill>
                <a:uFillTx/>
                <a:latin typeface="Microsoft Sans Serif"/>
              </a:rPr>
              <a:t>effect</a:t>
            </a:r>
            <a:r>
              <a:rPr b="0" lang="en-US" sz="2000" spc="-4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60" strike="noStrike" u="none">
                <a:solidFill>
                  <a:schemeClr val="dk1"/>
                </a:solidFill>
                <a:uFillTx/>
                <a:latin typeface="Microsoft Sans Serif"/>
              </a:rPr>
              <a:t>50–100</a:t>
            </a:r>
            <a:r>
              <a:rPr b="0" lang="en-US" sz="2000" spc="6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times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cost.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  <a:tabLst>
                <a:tab algn="l" pos="999000"/>
                <a:tab algn="l" pos="1334160"/>
                <a:tab algn="l" pos="2590200"/>
                <a:tab algn="l" pos="3036600"/>
                <a:tab algn="l" pos="3764880"/>
                <a:tab algn="l" pos="4123800"/>
                <a:tab algn="l" pos="5089680"/>
                <a:tab algn="l" pos="5734800"/>
              </a:tabLst>
            </a:pP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8360" defTabSz="914400">
              <a:lnSpc>
                <a:spcPct val="100000"/>
              </a:lnSpc>
              <a:spcBef>
                <a:spcPts val="6"/>
              </a:spcBef>
              <a:tabLst>
                <a:tab algn="l" pos="652680"/>
              </a:tabLst>
            </a:pP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Re-specification.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65268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8360" defTabSz="914400">
              <a:lnSpc>
                <a:spcPct val="100000"/>
              </a:lnSpc>
              <a:spcBef>
                <a:spcPts val="1210"/>
              </a:spcBef>
              <a:tabLst>
                <a:tab algn="l" pos="652680"/>
              </a:tabLst>
            </a:pP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Redesign.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65268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8360" defTabSz="914400">
              <a:lnSpc>
                <a:spcPct val="100000"/>
              </a:lnSpc>
              <a:spcBef>
                <a:spcPts val="1349"/>
              </a:spcBef>
              <a:tabLst>
                <a:tab algn="l" pos="652680"/>
              </a:tabLst>
            </a:pP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130" strike="noStrike" u="none">
                <a:solidFill>
                  <a:schemeClr val="dk1"/>
                </a:solidFill>
                <a:uFillTx/>
                <a:latin typeface="Microsoft Sans Serif"/>
              </a:rPr>
              <a:t>Recoding.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65268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8360" defTabSz="914400">
              <a:lnSpc>
                <a:spcPct val="100000"/>
              </a:lnSpc>
              <a:spcBef>
                <a:spcPts val="1355"/>
              </a:spcBef>
              <a:tabLst>
                <a:tab algn="l" pos="652680"/>
              </a:tabLst>
            </a:pP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Retesting.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6"/>
              </a:spcBef>
              <a:tabLst>
                <a:tab algn="l" pos="652680"/>
              </a:tabLst>
            </a:pPr>
            <a:endParaRPr b="0" lang="en-US" sz="1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8360" defTabSz="914400">
              <a:lnSpc>
                <a:spcPct val="100000"/>
              </a:lnSpc>
              <a:tabLst>
                <a:tab algn="l" pos="652680"/>
              </a:tabLst>
            </a:pP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Change</a:t>
            </a:r>
            <a:r>
              <a:rPr b="0" lang="en-US" sz="1600" spc="42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orders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  <a:tabLst>
                <a:tab algn="l" pos="65268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78360" defTabSz="914400">
              <a:lnSpc>
                <a:spcPct val="100000"/>
              </a:lnSpc>
              <a:tabLst>
                <a:tab algn="l" pos="652680"/>
              </a:tabLst>
            </a:pP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Corrective</a:t>
            </a:r>
            <a:r>
              <a:rPr b="0" lang="en-US" sz="1600" spc="4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action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44" name="object 5" descr=""/>
          <p:cNvPicPr/>
          <p:nvPr/>
        </p:nvPicPr>
        <p:blipFill>
          <a:blip r:embed="rId1"/>
          <a:stretch/>
        </p:blipFill>
        <p:spPr>
          <a:xfrm>
            <a:off x="2733840" y="4495680"/>
            <a:ext cx="761760" cy="752040"/>
          </a:xfrm>
          <a:prstGeom prst="rect">
            <a:avLst/>
          </a:prstGeom>
          <a:ln w="0">
            <a:noFill/>
          </a:ln>
        </p:spPr>
      </p:pic>
      <p:pic>
        <p:nvPicPr>
          <p:cNvPr id="245" name="object 6" descr=""/>
          <p:cNvPicPr/>
          <p:nvPr/>
        </p:nvPicPr>
        <p:blipFill>
          <a:blip r:embed="rId2"/>
          <a:stretch/>
        </p:blipFill>
        <p:spPr>
          <a:xfrm>
            <a:off x="3652920" y="5105520"/>
            <a:ext cx="2317680" cy="1343520"/>
          </a:xfrm>
          <a:prstGeom prst="rect">
            <a:avLst/>
          </a:prstGeom>
          <a:ln w="0">
            <a:noFill/>
          </a:ln>
        </p:spPr>
      </p:pic>
      <p:pic>
        <p:nvPicPr>
          <p:cNvPr id="246" name="object 7" descr=""/>
          <p:cNvPicPr/>
          <p:nvPr/>
        </p:nvPicPr>
        <p:blipFill>
          <a:blip r:embed="rId3"/>
          <a:stretch/>
        </p:blipFill>
        <p:spPr>
          <a:xfrm>
            <a:off x="3590280" y="2528640"/>
            <a:ext cx="4689720" cy="1772640"/>
          </a:xfrm>
          <a:prstGeom prst="rect">
            <a:avLst/>
          </a:prstGeom>
          <a:ln w="0">
            <a:noFill/>
          </a:ln>
        </p:spPr>
      </p:pic>
      <p:sp>
        <p:nvSpPr>
          <p:cNvPr id="247" name="PlaceHolder 2"/>
          <p:cNvSpPr>
            <a:spLocks noGrp="1"/>
          </p:cNvSpPr>
          <p:nvPr>
            <p:ph type="ftr" idx="33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231120" y="136800"/>
            <a:ext cx="7259040" cy="122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24" strike="noStrike" u="none">
                <a:solidFill>
                  <a:srgbClr val="1f2022"/>
                </a:solidFill>
                <a:uFillTx/>
                <a:latin typeface="Microsoft Sans Serif"/>
              </a:rPr>
              <a:t>High</a:t>
            </a:r>
            <a:r>
              <a:rPr b="0" lang="en-US" sz="3600" spc="34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3600" spc="-315" strike="noStrike" u="none">
                <a:solidFill>
                  <a:srgbClr val="1f2022"/>
                </a:solidFill>
                <a:uFillTx/>
                <a:latin typeface="Microsoft Sans Serif"/>
              </a:rPr>
              <a:t>Cost</a:t>
            </a:r>
            <a:r>
              <a:rPr b="0" lang="en-US" sz="3600" spc="2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3600" spc="-6" strike="noStrike" u="none">
                <a:solidFill>
                  <a:srgbClr val="1f2022"/>
                </a:solidFill>
                <a:uFillTx/>
                <a:latin typeface="Microsoft Sans Serif"/>
              </a:rPr>
              <a:t>of</a:t>
            </a:r>
            <a:r>
              <a:rPr b="0" lang="en-US" sz="3600" spc="145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3600" spc="-918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3600" spc="-215" strike="noStrike" u="none">
                <a:solidFill>
                  <a:srgbClr val="1f2022"/>
                </a:solidFill>
                <a:uFillTx/>
                <a:latin typeface="Microsoft Sans Serif"/>
              </a:rPr>
              <a:t>equirement</a:t>
            </a:r>
            <a:r>
              <a:rPr b="0" lang="en-US" sz="3600" spc="2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3600" spc="-309" strike="noStrike" u="none">
                <a:solidFill>
                  <a:srgbClr val="1f2022"/>
                </a:solidFill>
                <a:uFillTx/>
                <a:latin typeface="Microsoft Sans Serif"/>
              </a:rPr>
              <a:t>Er</a:t>
            </a:r>
            <a:r>
              <a:rPr b="0" lang="en-US" sz="3600" spc="-289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3600" spc="-261" strike="noStrike" u="none">
                <a:solidFill>
                  <a:srgbClr val="1f2022"/>
                </a:solidFill>
                <a:uFillTx/>
                <a:latin typeface="Microsoft Sans Serif"/>
              </a:rPr>
              <a:t>or</a:t>
            </a:r>
            <a:r>
              <a:rPr b="0" lang="en-US" sz="3600" spc="-275" strike="noStrike" u="none">
                <a:solidFill>
                  <a:srgbClr val="1f2022"/>
                </a:solidFill>
                <a:uFillTx/>
                <a:latin typeface="Microsoft Sans Serif"/>
              </a:rPr>
              <a:t>s</a:t>
            </a:r>
            <a:r>
              <a:rPr b="0" lang="en-US" sz="3600" strike="noStrike" u="none">
                <a:solidFill>
                  <a:srgbClr val="1f2022"/>
                </a:solidFill>
                <a:uFillTx/>
                <a:latin typeface="Microsoft Sans Serif"/>
              </a:rPr>
              <a:t>-</a:t>
            </a:r>
            <a:r>
              <a:rPr b="0" lang="en-US" sz="3600" spc="4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3600" spc="-159" strike="noStrike" u="none">
                <a:solidFill>
                  <a:srgbClr val="1f2022"/>
                </a:solidFill>
                <a:uFillTx/>
                <a:latin typeface="Microsoft Sans Serif"/>
              </a:rPr>
              <a:t>Defect  </a:t>
            </a:r>
            <a:r>
              <a:rPr b="0" lang="en-US" sz="3600" spc="-196" strike="noStrike" u="none">
                <a:solidFill>
                  <a:srgbClr val="1f2022"/>
                </a:solidFill>
                <a:uFillTx/>
                <a:latin typeface="Microsoft Sans Serif"/>
              </a:rPr>
              <a:t>Leakage</a:t>
            </a:r>
            <a:r>
              <a:rPr b="0" lang="en-US" sz="3600" spc="2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3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9" name="object 3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26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object 4"/>
          <p:cNvSpPr/>
          <p:nvPr/>
        </p:nvSpPr>
        <p:spPr>
          <a:xfrm>
            <a:off x="1057320" y="1818360"/>
            <a:ext cx="76788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  <a:tabLst>
                <a:tab algn="l" pos="286560"/>
              </a:tabLst>
            </a:pPr>
            <a:r>
              <a:rPr b="0" lang="en-US" sz="1100" spc="-249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249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269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1" name="object 5"/>
          <p:cNvSpPr/>
          <p:nvPr/>
        </p:nvSpPr>
        <p:spPr>
          <a:xfrm>
            <a:off x="1057320" y="2834640"/>
            <a:ext cx="5909040" cy="36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40" bIns="0" anchor="t">
            <a:spAutoFit/>
          </a:bodyPr>
          <a:p>
            <a:pPr marL="289440" indent="-277560" defTabSz="914400">
              <a:lnSpc>
                <a:spcPct val="104000"/>
              </a:lnSpc>
              <a:spcBef>
                <a:spcPts val="11"/>
              </a:spcBef>
              <a:tabLst>
                <a:tab algn="l" pos="0"/>
              </a:tabLst>
            </a:pP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Recall</a:t>
            </a:r>
            <a:r>
              <a:rPr b="0" lang="en-US" sz="1600" spc="17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600" spc="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5" strike="noStrike" u="none">
                <a:solidFill>
                  <a:schemeClr val="dk1"/>
                </a:solidFill>
                <a:uFillTx/>
                <a:latin typeface="Microsoft Sans Serif"/>
              </a:rPr>
              <a:t>defective</a:t>
            </a:r>
            <a:r>
              <a:rPr b="0" lang="en-US" sz="1600" spc="12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versions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600" spc="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software</a:t>
            </a:r>
            <a:r>
              <a:rPr b="0" lang="en-US" sz="1600" spc="1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600" spc="1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associated</a:t>
            </a:r>
            <a:r>
              <a:rPr b="0" lang="en-US" sz="1600" spc="49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manuals </a:t>
            </a:r>
            <a:r>
              <a:rPr b="0" lang="en-US" sz="1600" spc="-408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from</a:t>
            </a:r>
            <a:r>
              <a:rPr b="0" lang="en-US" sz="1600" spc="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59" strike="noStrike" u="none">
                <a:solidFill>
                  <a:schemeClr val="dk1"/>
                </a:solidFill>
                <a:uFillTx/>
                <a:latin typeface="Microsoft Sans Serif"/>
              </a:rPr>
              <a:t>users.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"/>
              </a:spcBef>
              <a:tabLst>
                <a:tab algn="l" pos="0"/>
              </a:tabLst>
            </a:pP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 defTabSz="914400">
              <a:lnSpc>
                <a:spcPct val="100000"/>
              </a:lnSpc>
              <a:tabLst>
                <a:tab algn="l" pos="286560"/>
              </a:tabLst>
            </a:pP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Warranty</a:t>
            </a:r>
            <a:r>
              <a:rPr b="0" lang="en-US" sz="1600" spc="-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59" strike="noStrike" u="none">
                <a:solidFill>
                  <a:schemeClr val="dk1"/>
                </a:solidFill>
                <a:uFillTx/>
                <a:latin typeface="Microsoft Sans Serif"/>
              </a:rPr>
              <a:t>costs.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28656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"/>
              </a:spcBef>
              <a:tabLst>
                <a:tab algn="l" pos="286560"/>
              </a:tabLst>
            </a:pP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 defTabSz="914400">
              <a:lnSpc>
                <a:spcPct val="100000"/>
              </a:lnSpc>
              <a:tabLst>
                <a:tab algn="l" pos="286560"/>
              </a:tabLst>
            </a:pPr>
            <a:r>
              <a:rPr b="0" lang="en-US" sz="1100" spc="-249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249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269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600" spc="-201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1600" spc="-184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6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li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b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ili</a:t>
            </a:r>
            <a:r>
              <a:rPr b="0" lang="en-US" sz="1600" spc="-31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600" spc="-6" strike="noStrike" u="none">
                <a:solidFill>
                  <a:schemeClr val="dk1"/>
                </a:solidFill>
                <a:uFillTx/>
                <a:latin typeface="Microsoft Sans Serif"/>
              </a:rPr>
              <a:t>y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28656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5"/>
              </a:spcBef>
              <a:tabLst>
                <a:tab algn="l" pos="28656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9440" indent="-277560" defTabSz="914400">
              <a:lnSpc>
                <a:spcPct val="103000"/>
              </a:lnSpc>
              <a:tabLst>
                <a:tab algn="l" pos="0"/>
              </a:tabLst>
            </a:pP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Service</a:t>
            </a:r>
            <a:r>
              <a:rPr b="0" lang="en-US" sz="1600" spc="15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70" strike="noStrike" u="none">
                <a:solidFill>
                  <a:schemeClr val="dk1"/>
                </a:solidFill>
                <a:uFillTx/>
                <a:latin typeface="Microsoft Sans Serif"/>
              </a:rPr>
              <a:t>costs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for</a:t>
            </a:r>
            <a:r>
              <a:rPr b="0" lang="en-US" sz="1600" spc="7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600" spc="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company</a:t>
            </a:r>
            <a:r>
              <a:rPr b="0" lang="en-US" sz="1600" spc="17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representative</a:t>
            </a:r>
            <a:r>
              <a:rPr b="0" lang="en-US" sz="1600" spc="17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600" spc="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visit</a:t>
            </a:r>
            <a:r>
              <a:rPr b="0" lang="en-US" sz="1600" spc="13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 </a:t>
            </a:r>
            <a:r>
              <a:rPr b="0" lang="en-US" sz="1600" spc="-408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customer's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field</a:t>
            </a:r>
            <a:r>
              <a:rPr b="0" lang="en-US" sz="1600" spc="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location</a:t>
            </a:r>
            <a:r>
              <a:rPr b="0" lang="en-US" sz="1600" spc="12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600" spc="9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reinstall</a:t>
            </a:r>
            <a:r>
              <a:rPr b="0" lang="en-US" sz="1600" spc="15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15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new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software.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600" defTabSz="914400">
              <a:lnSpc>
                <a:spcPct val="100000"/>
              </a:lnSpc>
              <a:tabLst>
                <a:tab algn="l" pos="286560"/>
              </a:tabLst>
            </a:pP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🗸</a:t>
            </a:r>
            <a:r>
              <a:rPr b="0" lang="en-US" sz="1100" spc="-74" strike="noStrike" u="none">
                <a:solidFill>
                  <a:srgbClr val="7d96ac"/>
                </a:solidFill>
                <a:uFillTx/>
                <a:latin typeface="Microsoft Sans Serif"/>
              </a:rPr>
              <a:t>	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Documentation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2" name="object 6" descr=""/>
          <p:cNvPicPr/>
          <p:nvPr/>
        </p:nvPicPr>
        <p:blipFill>
          <a:blip r:embed="rId1"/>
          <a:stretch/>
        </p:blipFill>
        <p:spPr>
          <a:xfrm>
            <a:off x="3200400" y="1568160"/>
            <a:ext cx="1599840" cy="1371240"/>
          </a:xfrm>
          <a:prstGeom prst="rect">
            <a:avLst/>
          </a:prstGeom>
          <a:ln w="0">
            <a:noFill/>
          </a:ln>
        </p:spPr>
      </p:pic>
      <p:pic>
        <p:nvPicPr>
          <p:cNvPr id="253" name="object 7" descr=""/>
          <p:cNvPicPr/>
          <p:nvPr/>
        </p:nvPicPr>
        <p:blipFill>
          <a:blip r:embed="rId2"/>
          <a:stretch/>
        </p:blipFill>
        <p:spPr>
          <a:xfrm>
            <a:off x="2761560" y="3369600"/>
            <a:ext cx="1791720" cy="1166040"/>
          </a:xfrm>
          <a:prstGeom prst="rect">
            <a:avLst/>
          </a:prstGeom>
          <a:ln w="0">
            <a:noFill/>
          </a:ln>
        </p:spPr>
      </p:pic>
      <p:grpSp>
        <p:nvGrpSpPr>
          <p:cNvPr id="254" name="object 8"/>
          <p:cNvGrpSpPr/>
          <p:nvPr/>
        </p:nvGrpSpPr>
        <p:grpSpPr>
          <a:xfrm>
            <a:off x="5029200" y="1905120"/>
            <a:ext cx="4114440" cy="3123720"/>
            <a:chOff x="5029200" y="1905120"/>
            <a:chExt cx="4114440" cy="3123720"/>
          </a:xfrm>
        </p:grpSpPr>
        <p:pic>
          <p:nvPicPr>
            <p:cNvPr id="255" name="object 9" descr=""/>
            <p:cNvPicPr/>
            <p:nvPr/>
          </p:nvPicPr>
          <p:blipFill>
            <a:blip r:embed="rId3"/>
            <a:stretch/>
          </p:blipFill>
          <p:spPr>
            <a:xfrm>
              <a:off x="7238880" y="1905120"/>
              <a:ext cx="1904760" cy="19047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6" name="object 10" descr=""/>
            <p:cNvPicPr/>
            <p:nvPr/>
          </p:nvPicPr>
          <p:blipFill>
            <a:blip r:embed="rId4"/>
            <a:stretch/>
          </p:blipFill>
          <p:spPr>
            <a:xfrm>
              <a:off x="5029200" y="3657600"/>
              <a:ext cx="2437920" cy="137124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57" name="object 11" descr=""/>
          <p:cNvPicPr/>
          <p:nvPr/>
        </p:nvPicPr>
        <p:blipFill>
          <a:blip r:embed="rId5"/>
          <a:stretch/>
        </p:blipFill>
        <p:spPr>
          <a:xfrm>
            <a:off x="6095880" y="5105520"/>
            <a:ext cx="2946600" cy="1632240"/>
          </a:xfrm>
          <a:prstGeom prst="rect">
            <a:avLst/>
          </a:prstGeom>
          <a:ln w="0">
            <a:noFill/>
          </a:ln>
        </p:spPr>
      </p:pic>
      <p:sp>
        <p:nvSpPr>
          <p:cNvPr id="258" name="PlaceHolder 2"/>
          <p:cNvSpPr>
            <a:spLocks noGrp="1"/>
          </p:cNvSpPr>
          <p:nvPr>
            <p:ph type="ftr" idx="34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8181720" cy="135432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equirem</a:t>
            </a:r>
            <a:r>
              <a:rPr b="0" lang="en-US" sz="4400" spc="-264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366" strike="noStrike" u="none">
                <a:solidFill>
                  <a:srgbClr val="1f2022"/>
                </a:solidFill>
                <a:uFillTx/>
                <a:latin typeface="Microsoft Sans Serif"/>
              </a:rPr>
              <a:t>n</a:t>
            </a:r>
            <a:r>
              <a:rPr b="0" lang="en-US" sz="4400" spc="-201" strike="noStrike" u="none">
                <a:solidFill>
                  <a:srgbClr val="1f2022"/>
                </a:solidFill>
                <a:uFillTx/>
                <a:latin typeface="Microsoft Sans Serif"/>
              </a:rPr>
              <a:t>t</a:t>
            </a:r>
            <a:r>
              <a:rPr b="0" lang="en-US" sz="4400" spc="-734" strike="noStrike" u="none">
                <a:solidFill>
                  <a:srgbClr val="1f2022"/>
                </a:solidFill>
                <a:uFillTx/>
                <a:latin typeface="Microsoft Sans Serif"/>
              </a:rPr>
              <a:t>s</a:t>
            </a:r>
            <a:r>
              <a:rPr b="0" lang="en-US" sz="440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366" strike="noStrike" u="none">
                <a:solidFill>
                  <a:srgbClr val="1f2022"/>
                </a:solidFill>
                <a:uFillTx/>
                <a:latin typeface="Microsoft Sans Serif"/>
              </a:rPr>
              <a:t>Engine</a:t>
            </a:r>
            <a:r>
              <a:rPr b="0" lang="en-US" sz="4400" spc="-386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136" strike="noStrike" u="none">
                <a:solidFill>
                  <a:srgbClr val="1f2022"/>
                </a:solidFill>
                <a:uFillTx/>
                <a:latin typeface="Microsoft Sans Serif"/>
              </a:rPr>
              <a:t>rin</a:t>
            </a:r>
            <a:r>
              <a:rPr b="0" lang="en-US" sz="4400" spc="-190" strike="noStrike" u="none">
                <a:solidFill>
                  <a:srgbClr val="1f2022"/>
                </a:solidFill>
                <a:uFillTx/>
                <a:latin typeface="Microsoft Sans Serif"/>
              </a:rPr>
              <a:t>g</a:t>
            </a:r>
            <a:r>
              <a:rPr b="0" lang="en-US" sz="4400" spc="-6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490" strike="noStrike" u="none">
                <a:solidFill>
                  <a:srgbClr val="1f2022"/>
                </a:solidFill>
                <a:uFillTx/>
                <a:latin typeface="Microsoft Sans Serif"/>
              </a:rPr>
              <a:t>P</a:t>
            </a:r>
            <a:r>
              <a:rPr b="0" lang="en-US" sz="4400" spc="-326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496" strike="noStrike" u="none">
                <a:solidFill>
                  <a:srgbClr val="1f2022"/>
                </a:solidFill>
                <a:uFillTx/>
                <a:latin typeface="Microsoft Sans Serif"/>
              </a:rPr>
              <a:t>ocess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60" name="object 3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27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object 4"/>
          <p:cNvSpPr/>
          <p:nvPr/>
        </p:nvSpPr>
        <p:spPr>
          <a:xfrm>
            <a:off x="536040" y="1636560"/>
            <a:ext cx="5309640" cy="457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32640" indent="-320040" defTabSz="914400">
              <a:lnSpc>
                <a:spcPts val="2149"/>
              </a:lnSpc>
              <a:spcBef>
                <a:spcPts val="105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280"/>
                <a:tab algn="l" pos="332640"/>
              </a:tabLst>
            </a:pPr>
            <a:r>
              <a:rPr b="1" lang="en-US" sz="2000" spc="-136" strike="noStrike" u="none">
                <a:solidFill>
                  <a:schemeClr val="dk1"/>
                </a:solidFill>
                <a:uFillTx/>
                <a:latin typeface="Arial"/>
              </a:rPr>
              <a:t>Elicitation:</a:t>
            </a:r>
            <a:r>
              <a:rPr b="1" lang="en-US" sz="2000" spc="119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work</a:t>
            </a:r>
            <a:r>
              <a:rPr b="0" lang="en-US" sz="2000" spc="15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with</a:t>
            </a:r>
            <a:r>
              <a:rPr b="0" lang="en-US" sz="2000" spc="15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15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customer</a:t>
            </a:r>
            <a:r>
              <a:rPr b="0" lang="en-US" sz="2000" spc="15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on</a:t>
            </a:r>
            <a:r>
              <a:rPr b="0" lang="en-US" sz="2000" spc="13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gathering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defTabSz="914400">
              <a:lnSpc>
                <a:spcPts val="2149"/>
              </a:lnSpc>
              <a:tabLst>
                <a:tab algn="l" pos="332280"/>
                <a:tab algn="l" pos="332640"/>
              </a:tabLst>
            </a:pP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"/>
              </a:spcBef>
              <a:tabLst>
                <a:tab algn="l" pos="332280"/>
                <a:tab algn="l" pos="332640"/>
              </a:tabLst>
            </a:pP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040" algn="just" defTabSz="914400">
              <a:lnSpc>
                <a:spcPct val="79000"/>
              </a:lnSpc>
              <a:spcBef>
                <a:spcPts val="6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</a:tabLst>
            </a:pPr>
            <a:r>
              <a:rPr b="1" lang="en-US" sz="2000" spc="-119" strike="noStrike" u="none">
                <a:solidFill>
                  <a:schemeClr val="dk1"/>
                </a:solidFill>
                <a:uFillTx/>
                <a:latin typeface="Arial"/>
              </a:rPr>
              <a:t>Analysis:</a:t>
            </a:r>
            <a:r>
              <a:rPr b="1" lang="en-US" sz="2000" spc="320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0" lang="en-US" sz="2000" spc="-170" strike="noStrike" u="none">
                <a:solidFill>
                  <a:schemeClr val="dk1"/>
                </a:solidFill>
                <a:uFillTx/>
                <a:latin typeface="Microsoft Sans Serif"/>
              </a:rPr>
              <a:t>process</a:t>
            </a:r>
            <a:r>
              <a:rPr b="0" lang="en-US" sz="2000" spc="1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this</a:t>
            </a:r>
            <a:r>
              <a:rPr b="0" lang="en-US" sz="2000" spc="60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information</a:t>
            </a:r>
            <a:r>
              <a:rPr b="0" lang="en-US" sz="2000" spc="78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to 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understand</a:t>
            </a:r>
            <a:r>
              <a:rPr b="0" lang="en-US" sz="2000" spc="28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54" strike="noStrike" u="none">
                <a:solidFill>
                  <a:schemeClr val="dk1"/>
                </a:solidFill>
                <a:uFillTx/>
                <a:latin typeface="Microsoft Sans Serif"/>
              </a:rPr>
              <a:t>it,</a:t>
            </a:r>
            <a:r>
              <a:rPr b="0" lang="en-US" sz="2000" spc="89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classify</a:t>
            </a:r>
            <a:r>
              <a:rPr b="0" lang="en-US" sz="2000" spc="7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in</a:t>
            </a:r>
            <a:r>
              <a:rPr b="0" lang="en-US" sz="2000" spc="68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various 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categories,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2000" spc="34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3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45" strike="noStrike" u="none">
                <a:solidFill>
                  <a:schemeClr val="dk1"/>
                </a:solidFill>
                <a:uFillTx/>
                <a:latin typeface="Microsoft Sans Serif"/>
              </a:rPr>
              <a:t>relate</a:t>
            </a:r>
            <a:r>
              <a:rPr b="0" lang="en-US" sz="2000" spc="68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68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4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49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customer</a:t>
            </a:r>
            <a:r>
              <a:rPr b="0" lang="en-US" sz="2000" spc="3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3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needs</a:t>
            </a:r>
            <a:r>
              <a:rPr b="0" lang="en-US" sz="2000" spc="38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38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to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possible</a:t>
            </a:r>
            <a:r>
              <a:rPr b="0" lang="en-US" sz="2000" spc="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software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25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6"/>
              </a:spcBef>
              <a:tabLst>
                <a:tab algn="l" pos="332640"/>
              </a:tabLst>
            </a:pP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040" algn="just" defTabSz="914400">
              <a:lnSpc>
                <a:spcPct val="79000"/>
              </a:lnSpc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</a:tabLst>
            </a:pPr>
            <a:r>
              <a:rPr b="1" lang="en-US" sz="2000" spc="-150" strike="noStrike" u="none">
                <a:solidFill>
                  <a:schemeClr val="dk1"/>
                </a:solidFill>
                <a:uFillTx/>
                <a:latin typeface="Arial"/>
              </a:rPr>
              <a:t>Specification:</a:t>
            </a:r>
            <a:r>
              <a:rPr b="1" lang="en-US" sz="2000" spc="666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Structure</a:t>
            </a:r>
            <a:r>
              <a:rPr b="0" lang="en-US" sz="2000" spc="67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2000" spc="67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customer</a:t>
            </a:r>
            <a:r>
              <a:rPr b="0" lang="en-US" sz="2000" spc="54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input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2000" spc="36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derived</a:t>
            </a:r>
            <a:r>
              <a:rPr b="0" lang="en-US" sz="2000" spc="87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30" strike="noStrike" u="none">
                <a:solidFill>
                  <a:schemeClr val="dk1"/>
                </a:solidFill>
                <a:uFillTx/>
                <a:latin typeface="Microsoft Sans Serif"/>
              </a:rPr>
              <a:t>requirements</a:t>
            </a:r>
            <a:r>
              <a:rPr b="0" lang="en-US" sz="2000" spc="67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as</a:t>
            </a:r>
            <a:r>
              <a:rPr b="0" lang="en-US" sz="2000" spc="54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written 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64" strike="noStrike" u="none">
                <a:solidFill>
                  <a:schemeClr val="dk1"/>
                </a:solidFill>
                <a:uFillTx/>
                <a:latin typeface="Microsoft Sans Serif"/>
              </a:rPr>
              <a:t>docu</a:t>
            </a:r>
            <a:r>
              <a:rPr b="0" lang="en-US" sz="2000" spc="-264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ents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an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" strike="noStrike" u="none">
                <a:solidFill>
                  <a:schemeClr val="dk1"/>
                </a:solidFill>
                <a:uFillTx/>
                <a:latin typeface="Microsoft Sans Serif"/>
              </a:rPr>
              <a:t>diag</a:t>
            </a:r>
            <a:r>
              <a:rPr b="0" lang="en-US" sz="2000" spc="-31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2000" spc="-136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2000" spc="-215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2000" spc="-334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1"/>
              </a:spcBef>
              <a:tabLst>
                <a:tab algn="l" pos="332640"/>
              </a:tabLst>
            </a:pPr>
            <a:endParaRPr b="0" lang="en-US" sz="2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32640" indent="-320040" algn="just" defTabSz="914400">
              <a:lnSpc>
                <a:spcPct val="79000"/>
              </a:lnSpc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</a:tabLst>
            </a:pPr>
            <a:r>
              <a:rPr b="1" lang="en-US" sz="2000" spc="-99" strike="noStrike" u="none">
                <a:solidFill>
                  <a:schemeClr val="dk1"/>
                </a:solidFill>
                <a:uFillTx/>
                <a:latin typeface="Arial"/>
              </a:rPr>
              <a:t>Validation: 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you’ll </a:t>
            </a:r>
            <a:r>
              <a:rPr b="0" lang="en-US" sz="2000" spc="-159" strike="noStrike" u="none">
                <a:solidFill>
                  <a:schemeClr val="dk1"/>
                </a:solidFill>
                <a:uFillTx/>
                <a:latin typeface="Microsoft Sans Serif"/>
              </a:rPr>
              <a:t>ask</a:t>
            </a:r>
            <a:r>
              <a:rPr b="0" lang="en-US" sz="2000" spc="-15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your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customer</a:t>
            </a:r>
            <a:r>
              <a:rPr b="0" lang="en-US" sz="2000" spc="-17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to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confirm </a:t>
            </a:r>
            <a:r>
              <a:rPr b="0" lang="en-US" sz="20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1" strike="noStrike" u="none">
                <a:solidFill>
                  <a:schemeClr val="dk1"/>
                </a:solidFill>
                <a:uFillTx/>
                <a:latin typeface="Microsoft Sans Serif"/>
              </a:rPr>
              <a:t>that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6" strike="noStrike" u="none">
                <a:solidFill>
                  <a:schemeClr val="dk1"/>
                </a:solidFill>
                <a:uFillTx/>
                <a:latin typeface="Microsoft Sans Serif"/>
              </a:rPr>
              <a:t>what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you’ve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79" strike="noStrike" u="none">
                <a:solidFill>
                  <a:schemeClr val="dk1"/>
                </a:solidFill>
                <a:uFillTx/>
                <a:latin typeface="Microsoft Sans Serif"/>
              </a:rPr>
              <a:t>written</a:t>
            </a:r>
            <a:r>
              <a:rPr b="0" lang="en-US" sz="2000" spc="-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76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2000" spc="18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3" strike="noStrike" u="none">
                <a:solidFill>
                  <a:schemeClr val="dk1"/>
                </a:solidFill>
                <a:uFillTx/>
                <a:latin typeface="Microsoft Sans Serif"/>
              </a:rPr>
              <a:t>accurate</a:t>
            </a:r>
            <a:r>
              <a:rPr b="0" lang="en-US" sz="2000" spc="30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and </a:t>
            </a:r>
            <a:r>
              <a:rPr b="0" lang="en-US" sz="2000" spc="-8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chemeClr val="dk1"/>
                </a:solidFill>
                <a:uFillTx/>
                <a:latin typeface="Microsoft Sans Serif"/>
              </a:rPr>
              <a:t>complete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1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20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65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20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99" strike="noStrike" u="none">
                <a:solidFill>
                  <a:schemeClr val="dk1"/>
                </a:solidFill>
                <a:uFillTx/>
                <a:latin typeface="Microsoft Sans Serif"/>
              </a:rPr>
              <a:t>correct</a:t>
            </a:r>
            <a:r>
              <a:rPr b="0" lang="en-US" sz="2000" spc="-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2000" spc="-105" strike="noStrike" u="none">
                <a:solidFill>
                  <a:schemeClr val="dk1"/>
                </a:solidFill>
                <a:uFillTx/>
                <a:latin typeface="Microsoft Sans Serif"/>
              </a:rPr>
              <a:t>errors.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62" name="object 5" descr=""/>
          <p:cNvPicPr/>
          <p:nvPr/>
        </p:nvPicPr>
        <p:blipFill>
          <a:blip r:embed="rId1"/>
          <a:stretch/>
        </p:blipFill>
        <p:spPr>
          <a:xfrm>
            <a:off x="5867280" y="1962000"/>
            <a:ext cx="3191760" cy="3752640"/>
          </a:xfrm>
          <a:prstGeom prst="rect">
            <a:avLst/>
          </a:prstGeom>
          <a:ln w="0">
            <a:noFill/>
          </a:ln>
        </p:spPr>
      </p:pic>
      <p:sp>
        <p:nvSpPr>
          <p:cNvPr id="263" name="PlaceHolder 2"/>
          <p:cNvSpPr>
            <a:spLocks noGrp="1"/>
          </p:cNvSpPr>
          <p:nvPr>
            <p:ph type="ftr" idx="35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7083720" cy="80064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1100" strike="noStrike" u="none">
                <a:solidFill>
                  <a:srgbClr val="1f2022"/>
                </a:solidFill>
                <a:uFillTx/>
                <a:latin typeface="Microsoft Sans Serif"/>
              </a:rPr>
              <a:t>R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equirem</a:t>
            </a:r>
            <a:r>
              <a:rPr b="0" lang="en-US" sz="4400" spc="-264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366" strike="noStrike" u="none">
                <a:solidFill>
                  <a:srgbClr val="1f2022"/>
                </a:solidFill>
                <a:uFillTx/>
                <a:latin typeface="Microsoft Sans Serif"/>
              </a:rPr>
              <a:t>n</a:t>
            </a:r>
            <a:r>
              <a:rPr b="0" lang="en-US" sz="4400" spc="-201" strike="noStrike" u="none">
                <a:solidFill>
                  <a:srgbClr val="1f2022"/>
                </a:solidFill>
                <a:uFillTx/>
                <a:latin typeface="Microsoft Sans Serif"/>
              </a:rPr>
              <a:t>t</a:t>
            </a:r>
            <a:r>
              <a:rPr b="0" lang="en-US" sz="4400" spc="-734" strike="noStrike" u="none">
                <a:solidFill>
                  <a:srgbClr val="1f2022"/>
                </a:solidFill>
                <a:uFillTx/>
                <a:latin typeface="Microsoft Sans Serif"/>
              </a:rPr>
              <a:t>s</a:t>
            </a:r>
            <a:r>
              <a:rPr b="0" lang="en-US" sz="4400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r>
              <a:rPr b="0" lang="en-US" sz="4400" spc="-176" strike="noStrike" u="none">
                <a:solidFill>
                  <a:srgbClr val="1f2022"/>
                </a:solidFill>
                <a:uFillTx/>
                <a:latin typeface="Microsoft Sans Serif"/>
              </a:rPr>
              <a:t>Mana</a:t>
            </a:r>
            <a:r>
              <a:rPr b="0" lang="en-US" sz="4400" spc="-255" strike="noStrike" u="none">
                <a:solidFill>
                  <a:srgbClr val="1f2022"/>
                </a:solidFill>
                <a:uFillTx/>
                <a:latin typeface="Microsoft Sans Serif"/>
              </a:rPr>
              <a:t>g</a:t>
            </a:r>
            <a:r>
              <a:rPr b="0" lang="en-US" sz="4400" spc="-434" strike="noStrike" u="none">
                <a:solidFill>
                  <a:srgbClr val="1f2022"/>
                </a:solidFill>
                <a:uFillTx/>
                <a:latin typeface="Microsoft Sans Serif"/>
              </a:rPr>
              <a:t>em</a:t>
            </a:r>
            <a:r>
              <a:rPr b="0" lang="en-US" sz="4400" spc="-340" strike="noStrike" u="none">
                <a:solidFill>
                  <a:srgbClr val="1f2022"/>
                </a:solidFill>
                <a:uFillTx/>
                <a:latin typeface="Microsoft Sans Serif"/>
              </a:rPr>
              <a:t>e</a:t>
            </a:r>
            <a:r>
              <a:rPr b="0" lang="en-US" sz="4400" spc="-275" strike="noStrike" u="none">
                <a:solidFill>
                  <a:srgbClr val="1f2022"/>
                </a:solidFill>
                <a:uFillTx/>
                <a:latin typeface="Microsoft Sans Serif"/>
              </a:rPr>
              <a:t>nt</a:t>
            </a:r>
            <a:r>
              <a:rPr b="0" lang="en-US" sz="4400" spc="-14" strike="noStrike" u="none">
                <a:solidFill>
                  <a:srgbClr val="1f2022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65" name="object 3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28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66" name="object 4" descr=""/>
          <p:cNvPicPr/>
          <p:nvPr/>
        </p:nvPicPr>
        <p:blipFill>
          <a:blip r:embed="rId1"/>
          <a:stretch/>
        </p:blipFill>
        <p:spPr>
          <a:xfrm>
            <a:off x="988920" y="2569680"/>
            <a:ext cx="6990840" cy="3837960"/>
          </a:xfrm>
          <a:prstGeom prst="rect">
            <a:avLst/>
          </a:prstGeom>
          <a:ln w="0">
            <a:noFill/>
          </a:ln>
        </p:spPr>
      </p:pic>
      <p:sp>
        <p:nvSpPr>
          <p:cNvPr id="267" name="object 5"/>
          <p:cNvSpPr/>
          <p:nvPr/>
        </p:nvSpPr>
        <p:spPr>
          <a:xfrm>
            <a:off x="459720" y="1621440"/>
            <a:ext cx="81500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99160" indent="-286920" algn="just" defTabSz="9144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Wingdings" charset="2"/>
              <a:buChar char=""/>
              <a:tabLst>
                <a:tab algn="l" pos="299880"/>
                <a:tab algn="l" pos="2395080"/>
                <a:tab algn="l" pos="4449600"/>
                <a:tab algn="l" pos="5382360"/>
                <a:tab algn="l" pos="6466320"/>
                <a:tab algn="l" pos="7938720"/>
              </a:tabLst>
            </a:pPr>
            <a:r>
              <a:rPr b="1" lang="en-US" sz="1800" spc="-309" strike="noStrike" u="none">
                <a:solidFill>
                  <a:schemeClr val="dk1"/>
                </a:solidFill>
                <a:uFillTx/>
                <a:latin typeface="Arial"/>
              </a:rPr>
              <a:t>R</a:t>
            </a:r>
            <a:r>
              <a:rPr b="1" lang="en-US" sz="1800" spc="-130" strike="noStrike" u="none">
                <a:solidFill>
                  <a:schemeClr val="dk1"/>
                </a:solidFill>
                <a:uFillTx/>
                <a:latin typeface="Arial"/>
              </a:rPr>
              <a:t>equi</a:t>
            </a:r>
            <a:r>
              <a:rPr b="1" lang="en-US" sz="1800" spc="-65" strike="noStrike" u="none">
                <a:solidFill>
                  <a:schemeClr val="dk1"/>
                </a:solidFill>
                <a:uFillTx/>
                <a:latin typeface="Arial"/>
              </a:rPr>
              <a:t>r</a:t>
            </a:r>
            <a:r>
              <a:rPr b="1" lang="en-US" sz="1800" spc="-156" strike="noStrike" u="none">
                <a:solidFill>
                  <a:schemeClr val="dk1"/>
                </a:solidFill>
                <a:uFillTx/>
                <a:latin typeface="Arial"/>
              </a:rPr>
              <a:t>e</a:t>
            </a:r>
            <a:r>
              <a:rPr b="1" lang="en-US" sz="1800" spc="-196" strike="noStrike" u="none">
                <a:solidFill>
                  <a:schemeClr val="dk1"/>
                </a:solidFill>
                <a:uFillTx/>
                <a:latin typeface="Arial"/>
              </a:rPr>
              <a:t>m</a:t>
            </a:r>
            <a:r>
              <a:rPr b="1" lang="en-US" sz="1800" spc="-136" strike="noStrike" u="none">
                <a:solidFill>
                  <a:schemeClr val="dk1"/>
                </a:solidFill>
                <a:uFillTx/>
                <a:latin typeface="Arial"/>
              </a:rPr>
              <a:t>e</a:t>
            </a:r>
            <a:r>
              <a:rPr b="1" lang="en-US" sz="1800" spc="-181" strike="noStrike" u="none">
                <a:solidFill>
                  <a:schemeClr val="dk1"/>
                </a:solidFill>
                <a:uFillTx/>
                <a:latin typeface="Arial"/>
              </a:rPr>
              <a:t>n</a:t>
            </a:r>
            <a:r>
              <a:rPr b="1" lang="en-US" sz="1800" spc="-111" strike="noStrike" u="none">
                <a:solidFill>
                  <a:schemeClr val="dk1"/>
                </a:solidFill>
                <a:uFillTx/>
                <a:latin typeface="Arial"/>
              </a:rPr>
              <a:t>t</a:t>
            </a:r>
            <a:r>
              <a:rPr b="1" lang="en-US" sz="1800" spc="-235" strike="noStrike" u="none">
                <a:solidFill>
                  <a:schemeClr val="dk1"/>
                </a:solidFill>
                <a:uFillTx/>
                <a:latin typeface="Arial"/>
              </a:rPr>
              <a:t>s</a:t>
            </a:r>
            <a:r>
              <a:rPr b="1" lang="en-US" sz="1800" strike="noStrike" u="none">
                <a:solidFill>
                  <a:schemeClr val="dk1"/>
                </a:solidFill>
                <a:uFillTx/>
                <a:latin typeface="Arial"/>
              </a:rPr>
              <a:t>	</a:t>
            </a:r>
            <a:r>
              <a:rPr b="1" lang="en-US" sz="1800" spc="-139" strike="noStrike" u="none">
                <a:solidFill>
                  <a:schemeClr val="dk1"/>
                </a:solidFill>
                <a:uFillTx/>
                <a:latin typeface="Arial"/>
              </a:rPr>
              <a:t>m</a:t>
            </a:r>
            <a:r>
              <a:rPr b="1" lang="en-US" sz="1800" spc="-105" strike="noStrike" u="none">
                <a:solidFill>
                  <a:schemeClr val="dk1"/>
                </a:solidFill>
                <a:uFillTx/>
                <a:latin typeface="Arial"/>
              </a:rPr>
              <a:t>an</a:t>
            </a:r>
            <a:r>
              <a:rPr b="1" lang="en-US" sz="1800" spc="-60" strike="noStrike" u="none">
                <a:solidFill>
                  <a:schemeClr val="dk1"/>
                </a:solidFill>
                <a:uFillTx/>
                <a:latin typeface="Arial"/>
              </a:rPr>
              <a:t>a</a:t>
            </a:r>
            <a:r>
              <a:rPr b="1" lang="en-US" sz="1800" spc="-156" strike="noStrike" u="none">
                <a:solidFill>
                  <a:schemeClr val="dk1"/>
                </a:solidFill>
                <a:uFillTx/>
                <a:latin typeface="Arial"/>
              </a:rPr>
              <a:t>gemen</a:t>
            </a:r>
            <a:r>
              <a:rPr b="1" lang="en-US" sz="1800" spc="-136" strike="noStrike" u="none">
                <a:solidFill>
                  <a:schemeClr val="dk1"/>
                </a:solidFill>
                <a:uFillTx/>
                <a:latin typeface="Arial"/>
              </a:rPr>
              <a:t>t</a:t>
            </a:r>
            <a:r>
              <a:rPr b="1" lang="en-US" sz="1800" strike="noStrike" u="none">
                <a:solidFill>
                  <a:schemeClr val="dk1"/>
                </a:solidFill>
                <a:uFillTx/>
                <a:latin typeface="Arial"/>
              </a:rPr>
              <a:t>	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p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800" spc="-204" strike="noStrike" u="none">
                <a:solidFill>
                  <a:schemeClr val="dk1"/>
                </a:solidFill>
                <a:uFillTx/>
                <a:latin typeface="Microsoft Sans Serif"/>
              </a:rPr>
              <a:t>ocess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Microsoft Sans Serif"/>
              </a:rPr>
              <a:t>	</a:t>
            </a:r>
            <a:r>
              <a:rPr b="0" lang="en-US" sz="1800" spc="-6" strike="noStrike" u="none">
                <a:solidFill>
                  <a:schemeClr val="dk1"/>
                </a:solidFill>
                <a:uFillTx/>
                <a:latin typeface="Microsoft Sans Serif"/>
              </a:rPr>
              <a:t>of  </a:t>
            </a: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documenting,</a:t>
            </a:r>
            <a:r>
              <a:rPr b="0" lang="en-US" sz="1800" spc="-12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analyzing,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tracing, </a:t>
            </a:r>
            <a:r>
              <a:rPr b="0" lang="en-US" sz="1800" spc="-45" strike="noStrike" u="none">
                <a:solidFill>
                  <a:schemeClr val="dk1"/>
                </a:solidFill>
                <a:uFillTx/>
                <a:latin typeface="Microsoft Sans Serif"/>
              </a:rPr>
              <a:t>prioritizing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and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agreeing </a:t>
            </a:r>
            <a:r>
              <a:rPr b="0" lang="en-US" sz="1800" spc="-159" strike="noStrike" u="none">
                <a:solidFill>
                  <a:schemeClr val="dk1"/>
                </a:solidFill>
                <a:uFillTx/>
                <a:latin typeface="Microsoft Sans Serif"/>
              </a:rPr>
              <a:t>on</a:t>
            </a:r>
            <a:r>
              <a:rPr b="0" lang="en-US" sz="1800" spc="-15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requirements </a:t>
            </a:r>
            <a:r>
              <a:rPr b="0" lang="en-US" sz="1800" spc="-79" strike="noStrike" u="none">
                <a:solidFill>
                  <a:schemeClr val="dk1"/>
                </a:solidFill>
                <a:uFillTx/>
                <a:latin typeface="Microsoft Sans Serif"/>
              </a:rPr>
              <a:t>and </a:t>
            </a:r>
            <a:r>
              <a:rPr b="0" lang="en-US" sz="1800" spc="-136" strike="noStrike" u="none">
                <a:solidFill>
                  <a:schemeClr val="dk1"/>
                </a:solidFill>
                <a:uFillTx/>
                <a:latin typeface="Microsoft Sans Serif"/>
              </a:rPr>
              <a:t>then </a:t>
            </a: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76" strike="noStrike" u="none">
                <a:solidFill>
                  <a:schemeClr val="dk1"/>
                </a:solidFill>
                <a:uFillTx/>
                <a:latin typeface="Microsoft Sans Serif"/>
              </a:rPr>
              <a:t>con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-45" strike="noStrike" u="none">
                <a:solidFill>
                  <a:schemeClr val="dk1"/>
                </a:solidFill>
                <a:uFillTx/>
                <a:latin typeface="Microsoft Sans Serif"/>
              </a:rPr>
              <a:t>r</a:t>
            </a:r>
            <a:r>
              <a:rPr b="0" lang="en-US" sz="1800" spc="-40" strike="noStrike" u="none">
                <a:solidFill>
                  <a:schemeClr val="dk1"/>
                </a:solidFill>
                <a:uFillTx/>
                <a:latin typeface="Microsoft Sans Serif"/>
              </a:rPr>
              <a:t>olli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ng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39" strike="noStrike" u="none">
                <a:solidFill>
                  <a:schemeClr val="dk1"/>
                </a:solidFill>
                <a:uFillTx/>
                <a:latin typeface="Microsoft Sans Serif"/>
              </a:rPr>
              <a:t>c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han</a:t>
            </a:r>
            <a:r>
              <a:rPr b="0" lang="en-US" sz="1800" spc="-150" strike="noStrike" u="none">
                <a:solidFill>
                  <a:schemeClr val="dk1"/>
                </a:solidFill>
                <a:uFillTx/>
                <a:latin typeface="Microsoft Sans Serif"/>
              </a:rPr>
              <a:t>g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e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an</a:t>
            </a:r>
            <a:r>
              <a:rPr b="0" lang="en-US" sz="1800" spc="-11" strike="noStrike" u="none">
                <a:solidFill>
                  <a:schemeClr val="dk1"/>
                </a:solidFill>
                <a:uFillTx/>
                <a:latin typeface="Microsoft Sans Serif"/>
              </a:rPr>
              <a:t>d</a:t>
            </a:r>
            <a:r>
              <a:rPr b="0" lang="en-US" sz="18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210" strike="noStrike" u="none">
                <a:solidFill>
                  <a:schemeClr val="dk1"/>
                </a:solidFill>
                <a:uFillTx/>
                <a:latin typeface="Microsoft Sans Serif"/>
              </a:rPr>
              <a:t>com</a:t>
            </a:r>
            <a:r>
              <a:rPr b="0" lang="en-US" sz="1800" spc="-244" strike="noStrike" u="none">
                <a:solidFill>
                  <a:schemeClr val="dk1"/>
                </a:solidFill>
                <a:uFillTx/>
                <a:latin typeface="Microsoft Sans Serif"/>
              </a:rPr>
              <a:t>m</a:t>
            </a:r>
            <a:r>
              <a:rPr b="0" lang="en-US" sz="1800" spc="-215" strike="noStrike" u="none">
                <a:solidFill>
                  <a:schemeClr val="dk1"/>
                </a:solidFill>
                <a:uFillTx/>
                <a:latin typeface="Microsoft Sans Serif"/>
              </a:rPr>
              <a:t>u</a:t>
            </a:r>
            <a:r>
              <a:rPr b="0" lang="en-US" sz="1800" spc="-210" strike="noStrike" u="none">
                <a:solidFill>
                  <a:schemeClr val="dk1"/>
                </a:solidFill>
                <a:uFillTx/>
                <a:latin typeface="Microsoft Sans Serif"/>
              </a:rPr>
              <a:t>n</a:t>
            </a:r>
            <a:r>
              <a:rPr b="0" lang="en-US" sz="1800" spc="-74" strike="noStrike" u="none">
                <a:solidFill>
                  <a:schemeClr val="dk1"/>
                </a:solidFill>
                <a:uFillTx/>
                <a:latin typeface="Microsoft Sans Serif"/>
              </a:rPr>
              <a:t>ic</a:t>
            </a:r>
            <a:r>
              <a:rPr b="0" lang="en-US" sz="1800" spc="-99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ti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ng</a:t>
            </a:r>
            <a:r>
              <a:rPr b="0" lang="en-US" sz="1800" spc="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0" strike="noStrike" u="none">
                <a:solidFill>
                  <a:schemeClr val="dk1"/>
                </a:solidFill>
                <a:uFillTx/>
                <a:latin typeface="Microsoft Sans Serif"/>
              </a:rPr>
              <a:t>to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65" strike="noStrike" u="none">
                <a:solidFill>
                  <a:schemeClr val="dk1"/>
                </a:solidFill>
                <a:uFillTx/>
                <a:latin typeface="Microsoft Sans Serif"/>
              </a:rPr>
              <a:t>rele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van</a:t>
            </a:r>
            <a:r>
              <a:rPr b="0" lang="en-US" sz="1800" spc="-14" strike="noStrike" u="none">
                <a:solidFill>
                  <a:schemeClr val="dk1"/>
                </a:solidFill>
                <a:uFillTx/>
                <a:latin typeface="Microsoft Sans Serif"/>
              </a:rPr>
              <a:t>t</a:t>
            </a:r>
            <a:r>
              <a:rPr b="0" lang="en-US" sz="18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800" spc="-96" strike="noStrike" u="none">
                <a:solidFill>
                  <a:schemeClr val="dk1"/>
                </a:solidFill>
                <a:uFillTx/>
                <a:latin typeface="Microsoft Sans Serif"/>
              </a:rPr>
              <a:t>st</a:t>
            </a:r>
            <a:r>
              <a:rPr b="0" lang="en-US" sz="1800" spc="-130" strike="noStrike" u="none">
                <a:solidFill>
                  <a:schemeClr val="dk1"/>
                </a:solidFill>
                <a:uFillTx/>
                <a:latin typeface="Microsoft Sans Serif"/>
              </a:rPr>
              <a:t>a</a:t>
            </a:r>
            <a:r>
              <a:rPr b="0" lang="en-US" sz="1800" spc="-150" strike="noStrike" u="none">
                <a:solidFill>
                  <a:schemeClr val="dk1"/>
                </a:solidFill>
                <a:uFillTx/>
                <a:latin typeface="Microsoft Sans Serif"/>
              </a:rPr>
              <a:t>k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ehol</a:t>
            </a:r>
            <a:r>
              <a:rPr b="0" lang="en-US" sz="1800" spc="-105" strike="noStrike" u="none">
                <a:solidFill>
                  <a:schemeClr val="dk1"/>
                </a:solidFill>
                <a:uFillTx/>
                <a:latin typeface="Microsoft Sans Serif"/>
              </a:rPr>
              <a:t>der</a:t>
            </a:r>
            <a:r>
              <a:rPr b="0" lang="en-US" sz="1800" spc="-113" strike="noStrike" u="none">
                <a:solidFill>
                  <a:schemeClr val="dk1"/>
                </a:solidFill>
                <a:uFillTx/>
                <a:latin typeface="Microsoft Sans Serif"/>
              </a:rPr>
              <a:t>s</a:t>
            </a:r>
            <a:r>
              <a:rPr b="0" lang="en-US" sz="1800" spc="-111" strike="noStrike" u="none">
                <a:solidFill>
                  <a:schemeClr val="dk1"/>
                </a:solidFill>
                <a:uFillTx/>
                <a:latin typeface="Microsoft Sans Serif"/>
              </a:rPr>
              <a:t>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ftr" idx="36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object 2"/>
          <p:cNvSpPr/>
          <p:nvPr/>
        </p:nvSpPr>
        <p:spPr>
          <a:xfrm>
            <a:off x="0" y="0"/>
            <a:ext cx="9143640" cy="15235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1523520"/>
              <a:gd name="textAreaBottom" fmla="*/ 1523880 h 1523520"/>
            </a:gdLst>
            <a:ahLst/>
            <a:rect l="textAreaLeft" t="textAreaTop" r="textAreaRight" b="textAreaBottom"/>
            <a:pathLst>
              <a:path w="9144000" h="1524000">
                <a:moveTo>
                  <a:pt x="0" y="1524000"/>
                </a:moveTo>
                <a:lnTo>
                  <a:pt x="9144000" y="15240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rgbClr val="1718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70" name="object 3"/>
          <p:cNvSpPr/>
          <p:nvPr/>
        </p:nvSpPr>
        <p:spPr>
          <a:xfrm>
            <a:off x="0" y="2666880"/>
            <a:ext cx="9143640" cy="419076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4190760"/>
              <a:gd name="textAreaBottom" fmla="*/ 4191120 h 4190760"/>
            </a:gdLst>
            <a:ahLst/>
            <a:rect l="textAreaLeft" t="textAreaTop" r="textAreaRight" b="textAreaBottom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rgbClr val="1718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271" name="object 4"/>
          <p:cNvGrpSpPr/>
          <p:nvPr/>
        </p:nvGrpSpPr>
        <p:grpSpPr>
          <a:xfrm>
            <a:off x="0" y="1523880"/>
            <a:ext cx="9143640" cy="1142640"/>
            <a:chOff x="0" y="1523880"/>
            <a:chExt cx="9143640" cy="1142640"/>
          </a:xfrm>
        </p:grpSpPr>
        <p:sp>
          <p:nvSpPr>
            <p:cNvPr id="272" name="object 5"/>
            <p:cNvSpPr/>
            <p:nvPr/>
          </p:nvSpPr>
          <p:spPr>
            <a:xfrm>
              <a:off x="0" y="1523880"/>
              <a:ext cx="9143640" cy="1142640"/>
            </a:xfrm>
            <a:custGeom>
              <a:avLst/>
              <a:gdLst>
                <a:gd name="textAreaLeft" fmla="*/ 0 w 9143640"/>
                <a:gd name="textAreaRight" fmla="*/ 9144000 w 9143640"/>
                <a:gd name="textAreaTop" fmla="*/ 0 h 1142640"/>
                <a:gd name="textAreaBottom" fmla="*/ 1143000 h 1142640"/>
              </a:gdLst>
              <a:ahLst/>
              <a:rect l="textAreaLeft" t="textAreaTop" r="textAreaRight" b="textAreaBottom"/>
              <a:pathLst>
                <a:path w="9144000" h="1143000">
                  <a:moveTo>
                    <a:pt x="91440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9144000" y="1143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73" name="object 6"/>
            <p:cNvSpPr/>
            <p:nvPr/>
          </p:nvSpPr>
          <p:spPr>
            <a:xfrm>
              <a:off x="0" y="1600200"/>
              <a:ext cx="1294920" cy="990360"/>
            </a:xfrm>
            <a:custGeom>
              <a:avLst/>
              <a:gdLst>
                <a:gd name="textAreaLeft" fmla="*/ 0 w 1294920"/>
                <a:gd name="textAreaRight" fmla="*/ 1295280 w 1294920"/>
                <a:gd name="textAreaTop" fmla="*/ 0 h 990360"/>
                <a:gd name="textAreaBottom" fmla="*/ 990720 h 990360"/>
              </a:gdLst>
              <a:ahLst/>
              <a:rect l="textAreaLeft" t="textAreaTop" r="textAreaRight" b="textAreaBottom"/>
              <a:pathLst>
                <a:path w="1295400" h="990600">
                  <a:moveTo>
                    <a:pt x="12954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1295400" y="9906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cc8e5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74" name="object 7"/>
            <p:cNvSpPr/>
            <p:nvPr/>
          </p:nvSpPr>
          <p:spPr>
            <a:xfrm>
              <a:off x="1371600" y="1600200"/>
              <a:ext cx="7772040" cy="990360"/>
            </a:xfrm>
            <a:custGeom>
              <a:avLst/>
              <a:gdLst>
                <a:gd name="textAreaLeft" fmla="*/ 0 w 7772040"/>
                <a:gd name="textAreaRight" fmla="*/ 7772400 w 7772040"/>
                <a:gd name="textAreaTop" fmla="*/ 0 h 990360"/>
                <a:gd name="textAreaBottom" fmla="*/ 990720 h 990360"/>
              </a:gdLst>
              <a:ahLst/>
              <a:rect l="textAreaLeft" t="textAreaTop" r="textAreaRight" b="textAreaBottom"/>
              <a:pathLst>
                <a:path w="7772400" h="990600">
                  <a:moveTo>
                    <a:pt x="77724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7772400" y="990600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7d96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75" name="object 8"/>
          <p:cNvSpPr/>
          <p:nvPr/>
        </p:nvSpPr>
        <p:spPr>
          <a:xfrm>
            <a:off x="1450440" y="3068640"/>
            <a:ext cx="3807000" cy="11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08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794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54960"/>
                <a:tab algn="l" pos="355680"/>
              </a:tabLst>
            </a:pPr>
            <a:r>
              <a:rPr b="0" lang="en-US" sz="2000" spc="-96" strike="noStrike" u="none">
                <a:solidFill>
                  <a:srgbClr val="ffffff"/>
                </a:solidFill>
                <a:uFillTx/>
                <a:latin typeface="Microsoft Sans Serif"/>
              </a:rPr>
              <a:t>In</a:t>
            </a:r>
            <a:r>
              <a:rPr b="0" lang="en-US" sz="2000" spc="-91" strike="noStrike" u="none">
                <a:solidFill>
                  <a:srgbClr val="ffffff"/>
                </a:solidFill>
                <a:uFillTx/>
                <a:latin typeface="Microsoft Sans Serif"/>
              </a:rPr>
              <a:t>f</a:t>
            </a:r>
            <a:r>
              <a:rPr b="0" lang="en-US" sz="2000" spc="-71" strike="noStrike" u="none">
                <a:solidFill>
                  <a:srgbClr val="ffffff"/>
                </a:solidFill>
                <a:uFillTx/>
                <a:latin typeface="Microsoft Sans Serif"/>
              </a:rPr>
              <a:t>o</a:t>
            </a:r>
            <a:r>
              <a:rPr b="0" lang="en-US" sz="2000" spc="-6" strike="noStrike" u="none">
                <a:solidFill>
                  <a:srgbClr val="ffffff"/>
                </a:solidFill>
                <a:uFillTx/>
                <a:latin typeface="Microsoft Sans Serif"/>
              </a:rPr>
              <a:t>r</a:t>
            </a:r>
            <a:r>
              <a:rPr b="0" lang="en-US" sz="2000" spc="-204" strike="noStrike" u="none">
                <a:solidFill>
                  <a:srgbClr val="ffffff"/>
                </a:solidFill>
                <a:uFillTx/>
                <a:latin typeface="Microsoft Sans Serif"/>
              </a:rPr>
              <a:t>m</a:t>
            </a:r>
            <a:r>
              <a:rPr b="0" lang="en-US" sz="2000" spc="-145" strike="noStrike" u="none">
                <a:solidFill>
                  <a:srgbClr val="ffffff"/>
                </a:solidFill>
                <a:uFillTx/>
                <a:latin typeface="Microsoft Sans Serif"/>
              </a:rPr>
              <a:t>a</a:t>
            </a:r>
            <a:r>
              <a:rPr b="0" lang="en-US" sz="2000" spc="-20" strike="noStrike" u="none">
                <a:solidFill>
                  <a:srgbClr val="ffffff"/>
                </a:solidFill>
                <a:uFillTx/>
                <a:latin typeface="Microsoft Sans Serif"/>
              </a:rPr>
              <a:t>t</a:t>
            </a:r>
            <a:r>
              <a:rPr b="0" lang="en-US" sz="2000" spc="-26" strike="noStrike" u="none">
                <a:solidFill>
                  <a:srgbClr val="ffffff"/>
                </a:solidFill>
                <a:uFillTx/>
                <a:latin typeface="Microsoft Sans Serif"/>
              </a:rPr>
              <a:t>i</a:t>
            </a:r>
            <a:r>
              <a:rPr b="0" lang="en-US" sz="2000" spc="-176" strike="noStrike" u="none">
                <a:solidFill>
                  <a:srgbClr val="ffffff"/>
                </a:solidFill>
                <a:uFillTx/>
                <a:latin typeface="Microsoft Sans Serif"/>
              </a:rPr>
              <a:t>on</a:t>
            </a:r>
            <a:r>
              <a:rPr b="0" lang="en-US" sz="2000" spc="-14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2000" spc="-190" strike="noStrike" u="none">
                <a:solidFill>
                  <a:srgbClr val="ffffff"/>
                </a:solidFill>
                <a:uFillTx/>
                <a:latin typeface="Microsoft Sans Serif"/>
              </a:rPr>
              <a:t>S</a:t>
            </a:r>
            <a:r>
              <a:rPr b="0" lang="en-US" sz="2000" spc="-136" strike="noStrike" u="none">
                <a:solidFill>
                  <a:srgbClr val="ffffff"/>
                </a:solidFill>
                <a:uFillTx/>
                <a:latin typeface="Microsoft Sans Serif"/>
              </a:rPr>
              <a:t>yst</a:t>
            </a:r>
            <a:r>
              <a:rPr b="0" lang="en-US" sz="2000" spc="-184" strike="noStrike" u="none">
                <a:solidFill>
                  <a:srgbClr val="ffffff"/>
                </a:solidFill>
                <a:uFillTx/>
                <a:latin typeface="Microsoft Sans Serif"/>
              </a:rPr>
              <a:t>e</a:t>
            </a:r>
            <a:r>
              <a:rPr b="0" lang="en-US" sz="2000" spc="-334" strike="noStrike" u="none">
                <a:solidFill>
                  <a:srgbClr val="ffffff"/>
                </a:solidFill>
                <a:uFillTx/>
                <a:latin typeface="Microsoft Sans Serif"/>
              </a:rPr>
              <a:t>ms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94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54960"/>
                <a:tab algn="l" pos="355680"/>
              </a:tabLst>
            </a:pPr>
            <a:r>
              <a:rPr b="0" lang="en-US" sz="2000" spc="-196" strike="noStrike" u="none">
                <a:solidFill>
                  <a:srgbClr val="ffffff"/>
                </a:solidFill>
                <a:uFillTx/>
                <a:latin typeface="Microsoft Sans Serif"/>
              </a:rPr>
              <a:t>C</a:t>
            </a:r>
            <a:r>
              <a:rPr b="0" lang="en-US" sz="2000" spc="-145" strike="noStrike" u="none">
                <a:solidFill>
                  <a:srgbClr val="ffffff"/>
                </a:solidFill>
                <a:uFillTx/>
                <a:latin typeface="Microsoft Sans Serif"/>
              </a:rPr>
              <a:t>o</a:t>
            </a:r>
            <a:r>
              <a:rPr b="0" lang="en-US" sz="2000" spc="-329" strike="noStrike" u="none">
                <a:solidFill>
                  <a:srgbClr val="ffffff"/>
                </a:solidFill>
                <a:uFillTx/>
                <a:latin typeface="Microsoft Sans Serif"/>
              </a:rPr>
              <a:t>m</a:t>
            </a:r>
            <a:r>
              <a:rPr b="0" lang="en-US" sz="2000" spc="-340" strike="noStrike" u="none">
                <a:solidFill>
                  <a:srgbClr val="ffffff"/>
                </a:solidFill>
                <a:uFillTx/>
                <a:latin typeface="Microsoft Sans Serif"/>
              </a:rPr>
              <a:t>m</a:t>
            </a:r>
            <a:r>
              <a:rPr b="0" lang="en-US" sz="2000" spc="-71" strike="noStrike" u="none">
                <a:solidFill>
                  <a:srgbClr val="ffffff"/>
                </a:solidFill>
                <a:uFillTx/>
                <a:latin typeface="Microsoft Sans Serif"/>
              </a:rPr>
              <a:t>e</a:t>
            </a:r>
            <a:r>
              <a:rPr b="0" lang="en-US" sz="2000" spc="-40" strike="noStrike" u="none">
                <a:solidFill>
                  <a:srgbClr val="ffffff"/>
                </a:solidFill>
                <a:uFillTx/>
                <a:latin typeface="Microsoft Sans Serif"/>
              </a:rPr>
              <a:t>r</a:t>
            </a:r>
            <a:r>
              <a:rPr b="0" lang="en-US" sz="2000" spc="-71" strike="noStrike" u="none">
                <a:solidFill>
                  <a:srgbClr val="ffffff"/>
                </a:solidFill>
                <a:uFillTx/>
                <a:latin typeface="Microsoft Sans Serif"/>
              </a:rPr>
              <a:t>cial</a:t>
            </a:r>
            <a:r>
              <a:rPr b="0" lang="en-US" sz="2000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2000" spc="-244" strike="noStrike" u="none">
                <a:solidFill>
                  <a:srgbClr val="ffffff"/>
                </a:solidFill>
                <a:uFillTx/>
                <a:latin typeface="Microsoft Sans Serif"/>
              </a:rPr>
              <a:t>S</a:t>
            </a:r>
            <a:r>
              <a:rPr b="0" lang="en-US" sz="2000" spc="-196" strike="noStrike" u="none">
                <a:solidFill>
                  <a:srgbClr val="ffffff"/>
                </a:solidFill>
                <a:uFillTx/>
                <a:latin typeface="Microsoft Sans Serif"/>
              </a:rPr>
              <a:t>o</a:t>
            </a:r>
            <a:r>
              <a:rPr b="0" lang="en-US" sz="2000" spc="-6" strike="noStrike" u="none">
                <a:solidFill>
                  <a:srgbClr val="ffffff"/>
                </a:solidFill>
                <a:uFillTx/>
                <a:latin typeface="Microsoft Sans Serif"/>
              </a:rPr>
              <a:t>ft</a:t>
            </a:r>
            <a:r>
              <a:rPr b="0" lang="en-US" sz="2000" spc="-96" strike="noStrike" u="none">
                <a:solidFill>
                  <a:srgbClr val="ffffff"/>
                </a:solidFill>
                <a:uFillTx/>
                <a:latin typeface="Microsoft Sans Serif"/>
              </a:rPr>
              <a:t>w</a:t>
            </a:r>
            <a:r>
              <a:rPr b="0" lang="en-US" sz="2000" spc="-40" strike="noStrike" u="none">
                <a:solidFill>
                  <a:srgbClr val="ffffff"/>
                </a:solidFill>
                <a:uFillTx/>
                <a:latin typeface="Microsoft Sans Serif"/>
              </a:rPr>
              <a:t>are</a:t>
            </a:r>
            <a:r>
              <a:rPr b="0" lang="en-US" sz="2000" spc="-26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2000" spc="-119" strike="noStrike" u="none">
                <a:solidFill>
                  <a:srgbClr val="ffffff"/>
                </a:solidFill>
                <a:uFillTx/>
                <a:latin typeface="Microsoft Sans Serif"/>
              </a:rPr>
              <a:t>Apps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94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54960"/>
                <a:tab algn="l" pos="355680"/>
              </a:tabLst>
            </a:pPr>
            <a:r>
              <a:rPr b="0" lang="en-US" sz="2000" spc="-349" strike="noStrike" u="none">
                <a:solidFill>
                  <a:srgbClr val="ffffff"/>
                </a:solidFill>
                <a:uFillTx/>
                <a:latin typeface="Microsoft Sans Serif"/>
              </a:rPr>
              <a:t>E</a:t>
            </a:r>
            <a:r>
              <a:rPr b="0" lang="en-US" sz="2000" spc="-451" strike="noStrike" u="none">
                <a:solidFill>
                  <a:srgbClr val="ffffff"/>
                </a:solidFill>
                <a:uFillTx/>
                <a:latin typeface="Microsoft Sans Serif"/>
              </a:rPr>
              <a:t>m</a:t>
            </a:r>
            <a:r>
              <a:rPr b="0" lang="en-US" sz="2000" spc="-45" strike="noStrike" u="none">
                <a:solidFill>
                  <a:srgbClr val="ffffff"/>
                </a:solidFill>
                <a:uFillTx/>
                <a:latin typeface="Microsoft Sans Serif"/>
              </a:rPr>
              <a:t>bedded</a:t>
            </a:r>
            <a:r>
              <a:rPr b="0" lang="en-US" sz="2000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2000" spc="-190" strike="noStrike" u="none">
                <a:solidFill>
                  <a:srgbClr val="ffffff"/>
                </a:solidFill>
                <a:uFillTx/>
                <a:latin typeface="Microsoft Sans Serif"/>
              </a:rPr>
              <a:t>S</a:t>
            </a:r>
            <a:r>
              <a:rPr b="0" lang="en-US" sz="2000" spc="-136" strike="noStrike" u="none">
                <a:solidFill>
                  <a:srgbClr val="ffffff"/>
                </a:solidFill>
                <a:uFillTx/>
                <a:latin typeface="Microsoft Sans Serif"/>
              </a:rPr>
              <a:t>yst</a:t>
            </a:r>
            <a:r>
              <a:rPr b="0" lang="en-US" sz="2000" spc="-184" strike="noStrike" u="none">
                <a:solidFill>
                  <a:srgbClr val="ffffff"/>
                </a:solidFill>
                <a:uFillTx/>
                <a:latin typeface="Microsoft Sans Serif"/>
              </a:rPr>
              <a:t>e</a:t>
            </a:r>
            <a:r>
              <a:rPr b="0" lang="en-US" sz="2000" spc="-334" strike="noStrike" u="none">
                <a:solidFill>
                  <a:srgbClr val="ffffff"/>
                </a:solidFill>
                <a:uFillTx/>
                <a:latin typeface="Microsoft Sans Serif"/>
              </a:rPr>
              <a:t>ms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1450440" y="1715760"/>
            <a:ext cx="5981400" cy="135432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941" strike="noStrike" u="none">
                <a:solidFill>
                  <a:srgbClr val="ffffff"/>
                </a:solidFill>
                <a:uFillTx/>
                <a:latin typeface="Microsoft Sans Serif"/>
              </a:rPr>
              <a:t>T</a:t>
            </a:r>
            <a:r>
              <a:rPr b="0" lang="en-US" sz="4400" spc="-249" strike="noStrike" u="none">
                <a:solidFill>
                  <a:srgbClr val="ffffff"/>
                </a:solidFill>
                <a:uFillTx/>
                <a:latin typeface="Microsoft Sans Serif"/>
              </a:rPr>
              <a:t>ypes</a:t>
            </a:r>
            <a:r>
              <a:rPr b="0" lang="en-US" sz="4400" spc="14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4400" strike="noStrike" u="none">
                <a:solidFill>
                  <a:srgbClr val="ffffff"/>
                </a:solidFill>
                <a:uFillTx/>
                <a:latin typeface="Microsoft Sans Serif"/>
              </a:rPr>
              <a:t>of</a:t>
            </a:r>
            <a:r>
              <a:rPr b="0" lang="en-US" sz="4400" spc="176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4400" spc="-190" strike="noStrike" u="none">
                <a:solidFill>
                  <a:srgbClr val="ffffff"/>
                </a:solidFill>
                <a:uFillTx/>
                <a:latin typeface="Microsoft Sans Serif"/>
              </a:rPr>
              <a:t>Soft</a:t>
            </a:r>
            <a:r>
              <a:rPr b="0" lang="en-US" sz="4400" spc="-431" strike="noStrike" u="none">
                <a:solidFill>
                  <a:srgbClr val="ffffff"/>
                </a:solidFill>
                <a:uFillTx/>
                <a:latin typeface="Microsoft Sans Serif"/>
              </a:rPr>
              <a:t>w</a:t>
            </a:r>
            <a:r>
              <a:rPr b="0" lang="en-US" sz="4400" spc="-91" strike="noStrike" u="none">
                <a:solidFill>
                  <a:srgbClr val="ffffff"/>
                </a:solidFill>
                <a:uFillTx/>
                <a:latin typeface="Microsoft Sans Serif"/>
              </a:rPr>
              <a:t>are</a:t>
            </a:r>
            <a:r>
              <a:rPr b="0" lang="en-US" sz="4400" spc="11" strike="noStrike" u="none">
                <a:solidFill>
                  <a:srgbClr val="ffffff"/>
                </a:solidFill>
                <a:uFillTx/>
                <a:latin typeface="Microsoft Sans Serif"/>
              </a:rPr>
              <a:t> </a:t>
            </a:r>
            <a:r>
              <a:rPr b="0" lang="en-US" sz="4400" spc="-105" strike="noStrike" u="none">
                <a:solidFill>
                  <a:srgbClr val="ffffff"/>
                </a:solidFill>
                <a:uFillTx/>
                <a:latin typeface="Microsoft Sans Serif"/>
              </a:rPr>
              <a:t>Ap</a:t>
            </a:r>
            <a:r>
              <a:rPr b="0" lang="en-US" sz="4400" spc="-113" strike="noStrike" u="none">
                <a:solidFill>
                  <a:srgbClr val="ffffff"/>
                </a:solidFill>
                <a:uFillTx/>
                <a:latin typeface="Microsoft Sans Serif"/>
              </a:rPr>
              <a:t>p</a:t>
            </a:r>
            <a:r>
              <a:rPr b="0" lang="en-US" sz="4400" spc="-734" strike="noStrike" u="none">
                <a:solidFill>
                  <a:srgbClr val="ffffff"/>
                </a:solidFill>
                <a:uFillTx/>
                <a:latin typeface="Microsoft Sans Serif"/>
              </a:rPr>
              <a:t>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77" name="object 10"/>
          <p:cNvSpPr/>
          <p:nvPr/>
        </p:nvSpPr>
        <p:spPr>
          <a:xfrm>
            <a:off x="472680" y="1891800"/>
            <a:ext cx="3481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2400" spc="-71" strike="noStrike" u="none">
                <a:solidFill>
                  <a:srgbClr val="ffffff"/>
                </a:solidFill>
                <a:uFillTx/>
                <a:latin typeface="Arial"/>
              </a:rPr>
              <a:t>29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7736400" cy="80064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941" strike="noStrike" u="none">
                <a:solidFill>
                  <a:srgbClr val="000000"/>
                </a:solidFill>
                <a:uFillTx/>
                <a:latin typeface="Microsoft Sans Serif"/>
              </a:rPr>
              <a:t>T</a:t>
            </a:r>
            <a:r>
              <a:rPr b="0" lang="en-US" sz="4400" spc="-249" strike="noStrike" u="none">
                <a:solidFill>
                  <a:srgbClr val="000000"/>
                </a:solidFill>
                <a:uFillTx/>
                <a:latin typeface="Microsoft Sans Serif"/>
              </a:rPr>
              <a:t>ypes</a:t>
            </a:r>
            <a:r>
              <a:rPr b="0" lang="en-US" sz="4400" spc="26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uFillTx/>
                <a:latin typeface="Microsoft Sans Serif"/>
              </a:rPr>
              <a:t>of</a:t>
            </a:r>
            <a:r>
              <a:rPr b="0" lang="en-US" sz="4400" spc="176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pc="-190" strike="noStrike" u="none">
                <a:solidFill>
                  <a:srgbClr val="000000"/>
                </a:solidFill>
                <a:uFillTx/>
                <a:latin typeface="Microsoft Sans Serif"/>
              </a:rPr>
              <a:t>Soft</a:t>
            </a:r>
            <a:r>
              <a:rPr b="0" lang="en-US" sz="4400" spc="-420" strike="noStrike" u="none">
                <a:solidFill>
                  <a:srgbClr val="000000"/>
                </a:solidFill>
                <a:uFillTx/>
                <a:latin typeface="Microsoft Sans Serif"/>
              </a:rPr>
              <a:t>w</a:t>
            </a:r>
            <a:r>
              <a:rPr b="0" lang="en-US" sz="4400" spc="-91" strike="noStrike" u="none">
                <a:solidFill>
                  <a:srgbClr val="000000"/>
                </a:solidFill>
                <a:uFillTx/>
                <a:latin typeface="Microsoft Sans Serif"/>
              </a:rPr>
              <a:t>are</a:t>
            </a:r>
            <a:r>
              <a:rPr b="0" lang="en-US" sz="4400" spc="14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pc="-91" strike="noStrike" u="none">
                <a:solidFill>
                  <a:srgbClr val="000000"/>
                </a:solidFill>
                <a:uFillTx/>
                <a:latin typeface="Microsoft Sans Serif"/>
              </a:rPr>
              <a:t>Appl</a:t>
            </a:r>
            <a:r>
              <a:rPr b="0" lang="en-US" sz="4400" spc="-60" strike="noStrike" u="none">
                <a:solidFill>
                  <a:srgbClr val="000000"/>
                </a:solidFill>
                <a:uFillTx/>
                <a:latin typeface="Microsoft Sans Serif"/>
              </a:rPr>
              <a:t>i</a:t>
            </a:r>
            <a:r>
              <a:rPr b="0" lang="en-US" sz="4400" spc="-221" strike="noStrike" u="none">
                <a:solidFill>
                  <a:srgbClr val="000000"/>
                </a:solidFill>
                <a:uFillTx/>
                <a:latin typeface="Microsoft Sans Serif"/>
              </a:rPr>
              <a:t>ca</a:t>
            </a:r>
            <a:r>
              <a:rPr b="0" lang="en-US" sz="4400" spc="-136" strike="noStrike" u="none">
                <a:solidFill>
                  <a:srgbClr val="000000"/>
                </a:solidFill>
                <a:uFillTx/>
                <a:latin typeface="Microsoft Sans Serif"/>
              </a:rPr>
              <a:t>t</a:t>
            </a:r>
            <a:r>
              <a:rPr b="0" lang="en-US" sz="4400" spc="-380" strike="noStrike" u="none">
                <a:solidFill>
                  <a:srgbClr val="000000"/>
                </a:solidFill>
                <a:uFillTx/>
                <a:latin typeface="Microsoft Sans Serif"/>
              </a:rPr>
              <a:t>ion</a:t>
            </a:r>
            <a:r>
              <a:rPr b="0" lang="en-US" sz="4400" spc="-420" strike="noStrike" u="none">
                <a:solidFill>
                  <a:srgbClr val="000000"/>
                </a:solidFill>
                <a:uFillTx/>
                <a:latin typeface="Microsoft Sans Serif"/>
              </a:rPr>
              <a:t>s</a:t>
            </a:r>
            <a:r>
              <a:rPr b="0" lang="en-US" sz="4400" spc="45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79" name="object 3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30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object 4"/>
          <p:cNvSpPr/>
          <p:nvPr/>
        </p:nvSpPr>
        <p:spPr>
          <a:xfrm>
            <a:off x="691560" y="1618200"/>
            <a:ext cx="7994880" cy="13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32640" indent="-320760" defTabSz="914400">
              <a:lnSpc>
                <a:spcPct val="100000"/>
              </a:lnSpc>
              <a:spcBef>
                <a:spcPts val="105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  <a:tab algn="l" pos="333360"/>
              </a:tabLst>
            </a:pPr>
            <a:r>
              <a:rPr b="1" lang="en-US" sz="2000" spc="-85" strike="noStrike" u="none">
                <a:solidFill>
                  <a:schemeClr val="dk1"/>
                </a:solidFill>
                <a:uFillTx/>
                <a:latin typeface="Arial"/>
              </a:rPr>
              <a:t>In</a:t>
            </a:r>
            <a:r>
              <a:rPr b="1" lang="en-US" sz="2000" spc="-96" strike="noStrike" u="none">
                <a:solidFill>
                  <a:schemeClr val="dk1"/>
                </a:solidFill>
                <a:uFillTx/>
                <a:latin typeface="Arial"/>
              </a:rPr>
              <a:t>f</a:t>
            </a:r>
            <a:r>
              <a:rPr b="1" lang="en-US" sz="2000" spc="-190" strike="noStrike" u="none">
                <a:solidFill>
                  <a:schemeClr val="dk1"/>
                </a:solidFill>
                <a:uFillTx/>
                <a:latin typeface="Arial"/>
              </a:rPr>
              <a:t>o</a:t>
            </a:r>
            <a:r>
              <a:rPr b="1" lang="en-US" sz="2000" spc="-91" strike="noStrike" u="none">
                <a:solidFill>
                  <a:schemeClr val="dk1"/>
                </a:solidFill>
                <a:uFillTx/>
                <a:latin typeface="Arial"/>
              </a:rPr>
              <a:t>r</a:t>
            </a:r>
            <a:r>
              <a:rPr b="1" lang="en-US" sz="2000" spc="-150" strike="noStrike" u="none">
                <a:solidFill>
                  <a:schemeClr val="dk1"/>
                </a:solidFill>
                <a:uFillTx/>
                <a:latin typeface="Arial"/>
              </a:rPr>
              <a:t>m</a:t>
            </a:r>
            <a:r>
              <a:rPr b="1" lang="en-US" sz="2000" spc="-71" strike="noStrike" u="none">
                <a:solidFill>
                  <a:schemeClr val="dk1"/>
                </a:solidFill>
                <a:uFillTx/>
                <a:latin typeface="Arial"/>
              </a:rPr>
              <a:t>a</a:t>
            </a:r>
            <a:r>
              <a:rPr b="1" lang="en-US" sz="2000" spc="-99" strike="noStrike" u="none">
                <a:solidFill>
                  <a:schemeClr val="dk1"/>
                </a:solidFill>
                <a:uFillTx/>
                <a:latin typeface="Arial"/>
              </a:rPr>
              <a:t>ti</a:t>
            </a:r>
            <a:r>
              <a:rPr b="1" lang="en-US" sz="2000" spc="-159" strike="noStrike" u="none">
                <a:solidFill>
                  <a:schemeClr val="dk1"/>
                </a:solidFill>
                <a:uFillTx/>
                <a:latin typeface="Arial"/>
              </a:rPr>
              <a:t>on</a:t>
            </a:r>
            <a:r>
              <a:rPr b="1" lang="en-US" sz="2000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2000" spc="-241" strike="noStrike" u="none">
                <a:solidFill>
                  <a:schemeClr val="dk1"/>
                </a:solidFill>
                <a:uFillTx/>
                <a:latin typeface="Arial"/>
              </a:rPr>
              <a:t>S</a:t>
            </a:r>
            <a:r>
              <a:rPr b="1" lang="en-US" sz="2000" spc="-190" strike="noStrike" u="none">
                <a:solidFill>
                  <a:schemeClr val="dk1"/>
                </a:solidFill>
                <a:uFillTx/>
                <a:latin typeface="Arial"/>
              </a:rPr>
              <a:t>y</a:t>
            </a:r>
            <a:r>
              <a:rPr b="1" lang="en-US" sz="2000" spc="-255" strike="noStrike" u="none">
                <a:solidFill>
                  <a:schemeClr val="dk1"/>
                </a:solidFill>
                <a:uFillTx/>
                <a:latin typeface="Arial"/>
              </a:rPr>
              <a:t>s</a:t>
            </a:r>
            <a:r>
              <a:rPr b="1" lang="en-US" sz="2000" spc="-164" strike="noStrike" u="none">
                <a:solidFill>
                  <a:schemeClr val="dk1"/>
                </a:solidFill>
                <a:uFillTx/>
                <a:latin typeface="Arial"/>
              </a:rPr>
              <a:t>t</a:t>
            </a:r>
            <a:r>
              <a:rPr b="1" lang="en-US" sz="2000" spc="-136" strike="noStrike" u="none">
                <a:solidFill>
                  <a:schemeClr val="dk1"/>
                </a:solidFill>
                <a:uFillTx/>
                <a:latin typeface="Arial"/>
              </a:rPr>
              <a:t>e</a:t>
            </a:r>
            <a:r>
              <a:rPr b="1" lang="en-US" sz="2000" spc="-221" strike="noStrike" u="none">
                <a:solidFill>
                  <a:schemeClr val="dk1"/>
                </a:solidFill>
                <a:uFillTx/>
                <a:latin typeface="Arial"/>
              </a:rPr>
              <a:t>m</a:t>
            </a:r>
            <a:r>
              <a:rPr b="1" lang="en-US" sz="2000" spc="-261" strike="noStrike" u="none">
                <a:solidFill>
                  <a:schemeClr val="dk1"/>
                </a:solidFill>
                <a:uFillTx/>
                <a:latin typeface="Arial"/>
              </a:rPr>
              <a:t>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  <a:tabLst>
                <a:tab algn="l" pos="332640"/>
                <a:tab algn="l" pos="333360"/>
              </a:tabLst>
            </a:pPr>
            <a:endParaRPr b="0" lang="en-US" sz="21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52680" indent="-274320" algn="just" defTabSz="914400">
              <a:lnSpc>
                <a:spcPct val="100000"/>
              </a:lnSpc>
              <a:buClr>
                <a:srgbClr val="7d96ac"/>
              </a:buClr>
              <a:buSzPct val="69000"/>
              <a:buFont typeface="Wingdings" charset="2"/>
              <a:buChar char=""/>
              <a:tabLst>
                <a:tab algn="l" pos="653400"/>
              </a:tabLst>
            </a:pP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Information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70" strike="noStrike" u="none">
                <a:solidFill>
                  <a:schemeClr val="dk1"/>
                </a:solidFill>
                <a:uFillTx/>
                <a:latin typeface="Microsoft Sans Serif"/>
              </a:rPr>
              <a:t>systems</a:t>
            </a:r>
            <a:r>
              <a:rPr b="0" lang="en-US" sz="1600" spc="-16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and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other</a:t>
            </a:r>
            <a:r>
              <a:rPr b="0" lang="en-US" sz="1600" spc="26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applications</a:t>
            </a:r>
            <a:r>
              <a:rPr b="0" lang="en-US" sz="1600" spc="27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65" strike="noStrike" u="none">
                <a:solidFill>
                  <a:schemeClr val="dk1"/>
                </a:solidFill>
                <a:uFillTx/>
                <a:latin typeface="Microsoft Sans Serif"/>
              </a:rPr>
              <a:t>developed </a:t>
            </a:r>
            <a:r>
              <a:rPr b="0" lang="en-US" sz="1600" spc="-14" strike="noStrike" u="none">
                <a:solidFill>
                  <a:schemeClr val="dk1"/>
                </a:solidFill>
                <a:uFillTx/>
                <a:latin typeface="Microsoft Sans Serif"/>
              </a:rPr>
              <a:t>for </a:t>
            </a:r>
            <a:r>
              <a:rPr b="0" lang="en-US" sz="1600" spc="-190" strike="noStrike" u="none">
                <a:solidFill>
                  <a:schemeClr val="dk1"/>
                </a:solidFill>
                <a:uFillTx/>
                <a:latin typeface="Microsoft Sans Serif"/>
              </a:rPr>
              <a:t>use</a:t>
            </a:r>
            <a:r>
              <a:rPr b="0" lang="en-US" sz="1600" spc="4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within</a:t>
            </a:r>
            <a:r>
              <a:rPr b="0" lang="en-US" sz="1600" spc="24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" strike="noStrike" u="none">
                <a:solidFill>
                  <a:schemeClr val="dk1"/>
                </a:solidFill>
                <a:uFillTx/>
                <a:latin typeface="Microsoft Sans Serif"/>
              </a:rPr>
              <a:t>a 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company</a:t>
            </a:r>
            <a:r>
              <a:rPr b="0" lang="en-US" sz="1600" spc="1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81" strike="noStrike" u="none">
                <a:solidFill>
                  <a:schemeClr val="dk1"/>
                </a:solidFill>
                <a:uFillTx/>
                <a:latin typeface="Microsoft Sans Serif"/>
              </a:rPr>
              <a:t>(such</a:t>
            </a:r>
            <a:r>
              <a:rPr b="0" lang="en-US" sz="1600" spc="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as 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payroll </a:t>
            </a:r>
            <a:r>
              <a:rPr b="0" lang="en-US" sz="1600" spc="-156" strike="noStrike" u="none">
                <a:solidFill>
                  <a:schemeClr val="dk1"/>
                </a:solidFill>
                <a:uFillTx/>
                <a:latin typeface="Microsoft Sans Serif"/>
              </a:rPr>
              <a:t>system </a:t>
            </a:r>
            <a:r>
              <a:rPr b="0" lang="en-US" sz="1600" spc="-65" strike="noStrike" u="none">
                <a:solidFill>
                  <a:schemeClr val="dk1"/>
                </a:solidFill>
                <a:uFillTx/>
                <a:latin typeface="Microsoft Sans Serif"/>
              </a:rPr>
              <a:t>being 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used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to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calculate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 take-home </a:t>
            </a:r>
            <a:r>
              <a:rPr b="0" lang="en-US" sz="1600" spc="-26" strike="noStrike" u="none">
                <a:solidFill>
                  <a:schemeClr val="dk1"/>
                </a:solidFill>
                <a:uFillTx/>
                <a:latin typeface="Microsoft Sans Serif"/>
              </a:rPr>
              <a:t>pay 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for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our 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next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paycheck). </a:t>
            </a:r>
            <a:r>
              <a:rPr b="0" lang="en-US" sz="1600" spc="-196" strike="noStrike" u="none">
                <a:solidFill>
                  <a:schemeClr val="dk1"/>
                </a:solidFill>
                <a:uFillTx/>
                <a:latin typeface="Microsoft Sans Serif"/>
              </a:rPr>
              <a:t>This </a:t>
            </a:r>
            <a:r>
              <a:rPr b="0" lang="en-US" sz="1600" spc="-19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category</a:t>
            </a:r>
            <a:r>
              <a:rPr b="0" lang="en-US" sz="1600" spc="5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is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basis</a:t>
            </a:r>
            <a:r>
              <a:rPr b="0" lang="en-US" sz="1600" spc="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20" strike="noStrike" u="none">
                <a:solidFill>
                  <a:schemeClr val="dk1"/>
                </a:solidFill>
                <a:uFillTx/>
                <a:latin typeface="Microsoft Sans Serif"/>
              </a:rPr>
              <a:t>for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</a:t>
            </a:r>
            <a:r>
              <a:rPr b="0" lang="en-US" sz="1600" spc="3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information</a:t>
            </a:r>
            <a:r>
              <a:rPr b="0" lang="en-US" sz="1600" spc="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system/information</a:t>
            </a:r>
            <a:r>
              <a:rPr b="0" lang="en-US" sz="1600" spc="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technology</a:t>
            </a:r>
            <a:r>
              <a:rPr b="0" lang="en-US" sz="1600" spc="5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industry,</a:t>
            </a:r>
            <a:r>
              <a:rPr b="0" lang="en-US" sz="1600" spc="6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r>
              <a:rPr b="0" lang="en-US" sz="1600" spc="2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IS/IT.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81" name="object 5" descr=""/>
          <p:cNvPicPr/>
          <p:nvPr/>
        </p:nvPicPr>
        <p:blipFill>
          <a:blip r:embed="rId1"/>
          <a:stretch/>
        </p:blipFill>
        <p:spPr>
          <a:xfrm>
            <a:off x="2209680" y="3124080"/>
            <a:ext cx="4876560" cy="3657240"/>
          </a:xfrm>
          <a:prstGeom prst="rect">
            <a:avLst/>
          </a:prstGeom>
          <a:ln w="0">
            <a:noFill/>
          </a:ln>
        </p:spPr>
      </p:pic>
      <p:sp>
        <p:nvSpPr>
          <p:cNvPr id="282" name="PlaceHolder 2"/>
          <p:cNvSpPr>
            <a:spLocks noGrp="1"/>
          </p:cNvSpPr>
          <p:nvPr>
            <p:ph type="ftr" idx="37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7736400" cy="80064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941" strike="noStrike" u="none">
                <a:solidFill>
                  <a:srgbClr val="000000"/>
                </a:solidFill>
                <a:uFillTx/>
                <a:latin typeface="Microsoft Sans Serif"/>
              </a:rPr>
              <a:t>T</a:t>
            </a:r>
            <a:r>
              <a:rPr b="0" lang="en-US" sz="4400" spc="-249" strike="noStrike" u="none">
                <a:solidFill>
                  <a:srgbClr val="000000"/>
                </a:solidFill>
                <a:uFillTx/>
                <a:latin typeface="Microsoft Sans Serif"/>
              </a:rPr>
              <a:t>ypes</a:t>
            </a:r>
            <a:r>
              <a:rPr b="0" lang="en-US" sz="4400" spc="26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uFillTx/>
                <a:latin typeface="Microsoft Sans Serif"/>
              </a:rPr>
              <a:t>of</a:t>
            </a:r>
            <a:r>
              <a:rPr b="0" lang="en-US" sz="4400" spc="176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pc="-190" strike="noStrike" u="none">
                <a:solidFill>
                  <a:srgbClr val="000000"/>
                </a:solidFill>
                <a:uFillTx/>
                <a:latin typeface="Microsoft Sans Serif"/>
              </a:rPr>
              <a:t>Soft</a:t>
            </a:r>
            <a:r>
              <a:rPr b="0" lang="en-US" sz="4400" spc="-420" strike="noStrike" u="none">
                <a:solidFill>
                  <a:srgbClr val="000000"/>
                </a:solidFill>
                <a:uFillTx/>
                <a:latin typeface="Microsoft Sans Serif"/>
              </a:rPr>
              <a:t>w</a:t>
            </a:r>
            <a:r>
              <a:rPr b="0" lang="en-US" sz="4400" spc="-91" strike="noStrike" u="none">
                <a:solidFill>
                  <a:srgbClr val="000000"/>
                </a:solidFill>
                <a:uFillTx/>
                <a:latin typeface="Microsoft Sans Serif"/>
              </a:rPr>
              <a:t>are</a:t>
            </a:r>
            <a:r>
              <a:rPr b="0" lang="en-US" sz="4400" spc="14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pc="-91" strike="noStrike" u="none">
                <a:solidFill>
                  <a:srgbClr val="000000"/>
                </a:solidFill>
                <a:uFillTx/>
                <a:latin typeface="Microsoft Sans Serif"/>
              </a:rPr>
              <a:t>Appl</a:t>
            </a:r>
            <a:r>
              <a:rPr b="0" lang="en-US" sz="4400" spc="-60" strike="noStrike" u="none">
                <a:solidFill>
                  <a:srgbClr val="000000"/>
                </a:solidFill>
                <a:uFillTx/>
                <a:latin typeface="Microsoft Sans Serif"/>
              </a:rPr>
              <a:t>i</a:t>
            </a:r>
            <a:r>
              <a:rPr b="0" lang="en-US" sz="4400" spc="-221" strike="noStrike" u="none">
                <a:solidFill>
                  <a:srgbClr val="000000"/>
                </a:solidFill>
                <a:uFillTx/>
                <a:latin typeface="Microsoft Sans Serif"/>
              </a:rPr>
              <a:t>ca</a:t>
            </a:r>
            <a:r>
              <a:rPr b="0" lang="en-US" sz="4400" spc="-136" strike="noStrike" u="none">
                <a:solidFill>
                  <a:srgbClr val="000000"/>
                </a:solidFill>
                <a:uFillTx/>
                <a:latin typeface="Microsoft Sans Serif"/>
              </a:rPr>
              <a:t>t</a:t>
            </a:r>
            <a:r>
              <a:rPr b="0" lang="en-US" sz="4400" spc="-380" strike="noStrike" u="none">
                <a:solidFill>
                  <a:srgbClr val="000000"/>
                </a:solidFill>
                <a:uFillTx/>
                <a:latin typeface="Microsoft Sans Serif"/>
              </a:rPr>
              <a:t>ion</a:t>
            </a:r>
            <a:r>
              <a:rPr b="0" lang="en-US" sz="4400" spc="-420" strike="noStrike" u="none">
                <a:solidFill>
                  <a:srgbClr val="000000"/>
                </a:solidFill>
                <a:uFillTx/>
                <a:latin typeface="Microsoft Sans Serif"/>
              </a:rPr>
              <a:t>s</a:t>
            </a:r>
            <a:r>
              <a:rPr b="0" lang="en-US" sz="4400" spc="45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84" name="object 3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31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object 4"/>
          <p:cNvSpPr/>
          <p:nvPr/>
        </p:nvSpPr>
        <p:spPr>
          <a:xfrm>
            <a:off x="691560" y="1618200"/>
            <a:ext cx="7994880" cy="13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32640" indent="-320760" defTabSz="914400">
              <a:lnSpc>
                <a:spcPct val="100000"/>
              </a:lnSpc>
              <a:spcBef>
                <a:spcPts val="105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  <a:tab algn="l" pos="333360"/>
              </a:tabLst>
            </a:pPr>
            <a:r>
              <a:rPr b="1" lang="en-US" sz="2000" spc="-190" strike="noStrike" u="none">
                <a:solidFill>
                  <a:schemeClr val="dk1"/>
                </a:solidFill>
                <a:uFillTx/>
                <a:latin typeface="Arial"/>
              </a:rPr>
              <a:t>Co</a:t>
            </a:r>
            <a:r>
              <a:rPr b="1" lang="en-US" sz="2000" spc="-261" strike="noStrike" u="none">
                <a:solidFill>
                  <a:schemeClr val="dk1"/>
                </a:solidFill>
                <a:uFillTx/>
                <a:latin typeface="Arial"/>
              </a:rPr>
              <a:t>m</a:t>
            </a:r>
            <a:r>
              <a:rPr b="1" lang="en-US" sz="2000" spc="-210" strike="noStrike" u="none">
                <a:solidFill>
                  <a:schemeClr val="dk1"/>
                </a:solidFill>
                <a:uFillTx/>
                <a:latin typeface="Arial"/>
              </a:rPr>
              <a:t>m</a:t>
            </a:r>
            <a:r>
              <a:rPr b="1" lang="en-US" sz="2000" spc="-145" strike="noStrike" u="none">
                <a:solidFill>
                  <a:schemeClr val="dk1"/>
                </a:solidFill>
                <a:uFillTx/>
                <a:latin typeface="Arial"/>
              </a:rPr>
              <a:t>e</a:t>
            </a:r>
            <a:r>
              <a:rPr b="1" lang="en-US" sz="2000" spc="-190" strike="noStrike" u="none">
                <a:solidFill>
                  <a:schemeClr val="dk1"/>
                </a:solidFill>
                <a:uFillTx/>
                <a:latin typeface="Arial"/>
              </a:rPr>
              <a:t>r</a:t>
            </a:r>
            <a:r>
              <a:rPr b="1" lang="en-US" sz="2000" spc="-281" strike="noStrike" u="none">
                <a:solidFill>
                  <a:schemeClr val="dk1"/>
                </a:solidFill>
                <a:uFillTx/>
                <a:latin typeface="Arial"/>
              </a:rPr>
              <a:t>c</a:t>
            </a:r>
            <a:r>
              <a:rPr b="1" lang="en-US" sz="2000" spc="-31" strike="noStrike" u="none">
                <a:solidFill>
                  <a:schemeClr val="dk1"/>
                </a:solidFill>
                <a:uFillTx/>
                <a:latin typeface="Arial"/>
              </a:rPr>
              <a:t>i</a:t>
            </a:r>
            <a:r>
              <a:rPr b="1" lang="en-US" sz="2000" spc="-71" strike="noStrike" u="none">
                <a:solidFill>
                  <a:schemeClr val="dk1"/>
                </a:solidFill>
                <a:uFillTx/>
                <a:latin typeface="Arial"/>
              </a:rPr>
              <a:t>a</a:t>
            </a:r>
            <a:r>
              <a:rPr b="1" lang="en-US" sz="2000" spc="-34" strike="noStrike" u="none">
                <a:solidFill>
                  <a:schemeClr val="dk1"/>
                </a:solidFill>
                <a:uFillTx/>
                <a:latin typeface="Arial"/>
              </a:rPr>
              <a:t>l</a:t>
            </a:r>
            <a:r>
              <a:rPr b="1" lang="en-US" sz="2000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2000" spc="-286" strike="noStrike" u="none">
                <a:solidFill>
                  <a:schemeClr val="dk1"/>
                </a:solidFill>
                <a:uFillTx/>
                <a:latin typeface="Arial"/>
              </a:rPr>
              <a:t>S</a:t>
            </a:r>
            <a:r>
              <a:rPr b="1" lang="en-US" sz="2000" spc="-255" strike="noStrike" u="none">
                <a:solidFill>
                  <a:schemeClr val="dk1"/>
                </a:solidFill>
                <a:uFillTx/>
                <a:latin typeface="Arial"/>
              </a:rPr>
              <a:t>o</a:t>
            </a:r>
            <a:r>
              <a:rPr b="1" lang="en-US" sz="2000" spc="-96" strike="noStrike" u="none">
                <a:solidFill>
                  <a:schemeClr val="dk1"/>
                </a:solidFill>
                <a:uFillTx/>
                <a:latin typeface="Arial"/>
              </a:rPr>
              <a:t>f</a:t>
            </a:r>
            <a:r>
              <a:rPr b="1" lang="en-US" sz="2000" spc="-105" strike="noStrike" u="none">
                <a:solidFill>
                  <a:schemeClr val="dk1"/>
                </a:solidFill>
                <a:uFillTx/>
                <a:latin typeface="Arial"/>
              </a:rPr>
              <a:t>t</a:t>
            </a:r>
            <a:r>
              <a:rPr b="1" lang="en-US" sz="2000" spc="-14" strike="noStrike" u="none">
                <a:solidFill>
                  <a:schemeClr val="dk1"/>
                </a:solidFill>
                <a:uFillTx/>
                <a:latin typeface="Arial"/>
              </a:rPr>
              <a:t>w</a:t>
            </a:r>
            <a:r>
              <a:rPr b="1" lang="en-US" sz="2000" spc="-20" strike="noStrike" u="none">
                <a:solidFill>
                  <a:schemeClr val="dk1"/>
                </a:solidFill>
                <a:uFillTx/>
                <a:latin typeface="Arial"/>
              </a:rPr>
              <a:t>a</a:t>
            </a:r>
            <a:r>
              <a:rPr b="1" lang="en-US" sz="2000" spc="-125" strike="noStrike" u="none">
                <a:solidFill>
                  <a:schemeClr val="dk1"/>
                </a:solidFill>
                <a:uFillTx/>
                <a:latin typeface="Arial"/>
              </a:rPr>
              <a:t>r</a:t>
            </a:r>
            <a:r>
              <a:rPr b="1" lang="en-US" sz="2000" spc="-156" strike="noStrike" u="none">
                <a:solidFill>
                  <a:schemeClr val="dk1"/>
                </a:solidFill>
                <a:uFillTx/>
                <a:latin typeface="Arial"/>
              </a:rPr>
              <a:t>e</a:t>
            </a:r>
            <a:r>
              <a:rPr b="1" lang="en-US" sz="2000" spc="-11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2000" spc="-99" strike="noStrike" u="none">
                <a:solidFill>
                  <a:schemeClr val="dk1"/>
                </a:solidFill>
                <a:uFillTx/>
                <a:latin typeface="Arial"/>
              </a:rPr>
              <a:t>Appl</a:t>
            </a:r>
            <a:r>
              <a:rPr b="1" lang="en-US" sz="2000" spc="-60" strike="noStrike" u="none">
                <a:solidFill>
                  <a:schemeClr val="dk1"/>
                </a:solidFill>
                <a:uFillTx/>
                <a:latin typeface="Arial"/>
              </a:rPr>
              <a:t>i</a:t>
            </a:r>
            <a:r>
              <a:rPr b="1" lang="en-US" sz="2000" spc="-315" strike="noStrike" u="none">
                <a:solidFill>
                  <a:schemeClr val="dk1"/>
                </a:solidFill>
                <a:uFillTx/>
                <a:latin typeface="Arial"/>
              </a:rPr>
              <a:t>c</a:t>
            </a:r>
            <a:r>
              <a:rPr b="1" lang="en-US" sz="2000" spc="-26" strike="noStrike" u="none">
                <a:solidFill>
                  <a:schemeClr val="dk1"/>
                </a:solidFill>
                <a:uFillTx/>
                <a:latin typeface="Arial"/>
              </a:rPr>
              <a:t>a</a:t>
            </a:r>
            <a:r>
              <a:rPr b="1" lang="en-US" sz="2000" spc="-99" strike="noStrike" u="none">
                <a:solidFill>
                  <a:schemeClr val="dk1"/>
                </a:solidFill>
                <a:uFillTx/>
                <a:latin typeface="Arial"/>
              </a:rPr>
              <a:t>ti</a:t>
            </a:r>
            <a:r>
              <a:rPr b="1" lang="en-US" sz="2000" spc="-190" strike="noStrike" u="none">
                <a:solidFill>
                  <a:schemeClr val="dk1"/>
                </a:solidFill>
                <a:uFillTx/>
                <a:latin typeface="Arial"/>
              </a:rPr>
              <a:t>ons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  <a:tabLst>
                <a:tab algn="l" pos="332640"/>
                <a:tab algn="l" pos="333360"/>
              </a:tabLst>
            </a:pPr>
            <a:endParaRPr b="0" lang="en-US" sz="21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52680" indent="-274320" algn="just" defTabSz="914400">
              <a:lnSpc>
                <a:spcPct val="100000"/>
              </a:lnSpc>
              <a:buClr>
                <a:srgbClr val="7d96ac"/>
              </a:buClr>
              <a:buSzPct val="69000"/>
              <a:buFont typeface="Wingdings" charset="2"/>
              <a:buChar char=""/>
              <a:tabLst>
                <a:tab algn="l" pos="653400"/>
              </a:tabLst>
            </a:pP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Software </a:t>
            </a:r>
            <a:r>
              <a:rPr b="0" lang="en-US" sz="1600" spc="-65" strike="noStrike" u="none">
                <a:solidFill>
                  <a:schemeClr val="dk1"/>
                </a:solidFill>
                <a:uFillTx/>
                <a:latin typeface="Microsoft Sans Serif"/>
              </a:rPr>
              <a:t>developed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and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sold 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as 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commercial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products </a:t>
            </a:r>
            <a:r>
              <a:rPr b="0" lang="en-US" sz="1600" spc="-181" strike="noStrike" u="none">
                <a:solidFill>
                  <a:schemeClr val="dk1"/>
                </a:solidFill>
                <a:uFillTx/>
                <a:latin typeface="Microsoft Sans Serif"/>
              </a:rPr>
              <a:t>(such</a:t>
            </a:r>
            <a:r>
              <a:rPr b="0" lang="en-US" sz="1600" spc="-17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as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1600" spc="-184" strike="noStrike" u="none">
                <a:solidFill>
                  <a:schemeClr val="dk1"/>
                </a:solidFill>
                <a:uFillTx/>
                <a:latin typeface="Microsoft Sans Serif"/>
              </a:rPr>
              <a:t>MS</a:t>
            </a:r>
            <a:r>
              <a:rPr b="0" lang="en-US" sz="1600" spc="-18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Office). </a:t>
            </a:r>
            <a:r>
              <a:rPr b="0" lang="en-US" sz="1600" spc="-130" strike="noStrike" u="none">
                <a:solidFill>
                  <a:schemeClr val="dk1"/>
                </a:solidFill>
                <a:uFillTx/>
                <a:latin typeface="Microsoft Sans Serif"/>
              </a:rPr>
              <a:t>Companies 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developing</a:t>
            </a:r>
            <a:r>
              <a:rPr b="0" lang="en-US" sz="1600" spc="-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this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31" strike="noStrike" u="none">
                <a:solidFill>
                  <a:schemeClr val="dk1"/>
                </a:solidFill>
                <a:uFillTx/>
                <a:latin typeface="Microsoft Sans Serif"/>
              </a:rPr>
              <a:t>type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of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software</a:t>
            </a:r>
            <a:r>
              <a:rPr b="0" lang="en-US" sz="1600" spc="28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are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often </a:t>
            </a:r>
            <a:r>
              <a:rPr b="0" lang="en-US" sz="1600" spc="-26" strike="noStrike" u="none">
                <a:solidFill>
                  <a:schemeClr val="dk1"/>
                </a:solidFill>
                <a:uFillTx/>
                <a:latin typeface="Microsoft Sans Serif"/>
              </a:rPr>
              <a:t>referred 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to 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as</a:t>
            </a:r>
            <a:r>
              <a:rPr b="0" lang="en-US" sz="1600" spc="13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independent</a:t>
            </a:r>
            <a:r>
              <a:rPr b="0" lang="en-US" sz="1600" spc="25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software</a:t>
            </a:r>
            <a:r>
              <a:rPr b="0" lang="en-US" sz="1600" spc="28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vendors,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76" strike="noStrike" u="none">
                <a:solidFill>
                  <a:schemeClr val="dk1"/>
                </a:solidFill>
                <a:uFillTx/>
                <a:latin typeface="Microsoft Sans Serif"/>
              </a:rPr>
              <a:t>ISVs.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86" name="object 5" descr=""/>
          <p:cNvPicPr/>
          <p:nvPr/>
        </p:nvPicPr>
        <p:blipFill>
          <a:blip r:embed="rId1"/>
          <a:stretch/>
        </p:blipFill>
        <p:spPr>
          <a:xfrm>
            <a:off x="533520" y="3314880"/>
            <a:ext cx="2857320" cy="2857320"/>
          </a:xfrm>
          <a:prstGeom prst="rect">
            <a:avLst/>
          </a:prstGeom>
          <a:ln w="0">
            <a:noFill/>
          </a:ln>
        </p:spPr>
      </p:pic>
      <p:pic>
        <p:nvPicPr>
          <p:cNvPr id="287" name="object 6" descr=""/>
          <p:cNvPicPr/>
          <p:nvPr/>
        </p:nvPicPr>
        <p:blipFill>
          <a:blip r:embed="rId2"/>
          <a:stretch/>
        </p:blipFill>
        <p:spPr>
          <a:xfrm>
            <a:off x="4076640" y="3352680"/>
            <a:ext cx="4457520" cy="2657160"/>
          </a:xfrm>
          <a:prstGeom prst="rect">
            <a:avLst/>
          </a:prstGeom>
          <a:ln w="0">
            <a:noFill/>
          </a:ln>
        </p:spPr>
      </p:pic>
      <p:sp>
        <p:nvSpPr>
          <p:cNvPr id="288" name="PlaceHolder 2"/>
          <p:cNvSpPr>
            <a:spLocks noGrp="1"/>
          </p:cNvSpPr>
          <p:nvPr>
            <p:ph type="ftr" idx="38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91560" y="343800"/>
            <a:ext cx="7734600" cy="80064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4400" spc="-941" strike="noStrike" u="none">
                <a:solidFill>
                  <a:srgbClr val="000000"/>
                </a:solidFill>
                <a:uFillTx/>
                <a:latin typeface="Microsoft Sans Serif"/>
              </a:rPr>
              <a:t>T</a:t>
            </a:r>
            <a:r>
              <a:rPr b="0" lang="en-US" sz="4400" spc="-249" strike="noStrike" u="none">
                <a:solidFill>
                  <a:srgbClr val="000000"/>
                </a:solidFill>
                <a:uFillTx/>
                <a:latin typeface="Microsoft Sans Serif"/>
              </a:rPr>
              <a:t>ypes</a:t>
            </a:r>
            <a:r>
              <a:rPr b="0" lang="en-US" sz="4400" spc="26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uFillTx/>
                <a:latin typeface="Microsoft Sans Serif"/>
              </a:rPr>
              <a:t>of</a:t>
            </a:r>
            <a:r>
              <a:rPr b="0" lang="en-US" sz="4400" spc="176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pc="-190" strike="noStrike" u="none">
                <a:solidFill>
                  <a:srgbClr val="000000"/>
                </a:solidFill>
                <a:uFillTx/>
                <a:latin typeface="Microsoft Sans Serif"/>
              </a:rPr>
              <a:t>Soft</a:t>
            </a:r>
            <a:r>
              <a:rPr b="0" lang="en-US" sz="4400" spc="-420" strike="noStrike" u="none">
                <a:solidFill>
                  <a:srgbClr val="000000"/>
                </a:solidFill>
                <a:uFillTx/>
                <a:latin typeface="Microsoft Sans Serif"/>
              </a:rPr>
              <a:t>w</a:t>
            </a:r>
            <a:r>
              <a:rPr b="0" lang="en-US" sz="4400" spc="-91" strike="noStrike" u="none">
                <a:solidFill>
                  <a:srgbClr val="000000"/>
                </a:solidFill>
                <a:uFillTx/>
                <a:latin typeface="Microsoft Sans Serif"/>
              </a:rPr>
              <a:t>are</a:t>
            </a:r>
            <a:r>
              <a:rPr b="0" lang="en-US" sz="4400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r>
              <a:rPr b="0" lang="en-US" sz="4400" spc="-91" strike="noStrike" u="none">
                <a:solidFill>
                  <a:srgbClr val="000000"/>
                </a:solidFill>
                <a:uFillTx/>
                <a:latin typeface="Microsoft Sans Serif"/>
              </a:rPr>
              <a:t>Appl</a:t>
            </a:r>
            <a:r>
              <a:rPr b="0" lang="en-US" sz="4400" spc="-60" strike="noStrike" u="none">
                <a:solidFill>
                  <a:srgbClr val="000000"/>
                </a:solidFill>
                <a:uFillTx/>
                <a:latin typeface="Microsoft Sans Serif"/>
              </a:rPr>
              <a:t>i</a:t>
            </a:r>
            <a:r>
              <a:rPr b="0" lang="en-US" sz="4400" spc="-221" strike="noStrike" u="none">
                <a:solidFill>
                  <a:srgbClr val="000000"/>
                </a:solidFill>
                <a:uFillTx/>
                <a:latin typeface="Microsoft Sans Serif"/>
              </a:rPr>
              <a:t>ca</a:t>
            </a:r>
            <a:r>
              <a:rPr b="0" lang="en-US" sz="4400" spc="-136" strike="noStrike" u="none">
                <a:solidFill>
                  <a:srgbClr val="000000"/>
                </a:solidFill>
                <a:uFillTx/>
                <a:latin typeface="Microsoft Sans Serif"/>
              </a:rPr>
              <a:t>t</a:t>
            </a:r>
            <a:r>
              <a:rPr b="0" lang="en-US" sz="4400" spc="-380" strike="noStrike" u="none">
                <a:solidFill>
                  <a:srgbClr val="000000"/>
                </a:solidFill>
                <a:uFillTx/>
                <a:latin typeface="Microsoft Sans Serif"/>
              </a:rPr>
              <a:t>ion</a:t>
            </a:r>
            <a:r>
              <a:rPr b="0" lang="en-US" sz="4400" spc="-420" strike="noStrike" u="none">
                <a:solidFill>
                  <a:srgbClr val="000000"/>
                </a:solidFill>
                <a:uFillTx/>
                <a:latin typeface="Microsoft Sans Serif"/>
              </a:rPr>
              <a:t>s</a:t>
            </a:r>
            <a:r>
              <a:rPr b="0" lang="en-US" sz="4400" spc="45" strike="noStrike" u="none">
                <a:solidFill>
                  <a:srgbClr val="000000"/>
                </a:solidFill>
                <a:uFillTx/>
                <a:latin typeface="Microsoft Sans Serif"/>
              </a:rPr>
              <a:t> 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90" name="object 3"/>
          <p:cNvSpPr/>
          <p:nvPr/>
        </p:nvSpPr>
        <p:spPr>
          <a:xfrm>
            <a:off x="172440" y="1266120"/>
            <a:ext cx="1868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200" spc="-40" strike="noStrike" u="none">
                <a:solidFill>
                  <a:srgbClr val="ffffff"/>
                </a:solidFill>
                <a:uFillTx/>
                <a:latin typeface="Arial"/>
              </a:rPr>
              <a:t>32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object 4"/>
          <p:cNvSpPr/>
          <p:nvPr/>
        </p:nvSpPr>
        <p:spPr>
          <a:xfrm>
            <a:off x="691560" y="1618200"/>
            <a:ext cx="7995600" cy="16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32640" indent="-320760" defTabSz="914400">
              <a:lnSpc>
                <a:spcPct val="100000"/>
              </a:lnSpc>
              <a:spcBef>
                <a:spcPts val="105"/>
              </a:spcBef>
              <a:buClr>
                <a:srgbClr val="cc8e5f"/>
              </a:buClr>
              <a:buSzPct val="60000"/>
              <a:buFont typeface="Wingdings" charset="2"/>
              <a:buChar char=""/>
              <a:tabLst>
                <a:tab algn="l" pos="332640"/>
                <a:tab algn="l" pos="333360"/>
              </a:tabLst>
            </a:pPr>
            <a:r>
              <a:rPr b="1" lang="en-US" sz="2000" spc="-244" strike="noStrike" u="none">
                <a:solidFill>
                  <a:schemeClr val="dk1"/>
                </a:solidFill>
                <a:uFillTx/>
                <a:latin typeface="Arial"/>
              </a:rPr>
              <a:t>E</a:t>
            </a:r>
            <a:r>
              <a:rPr b="1" lang="en-US" sz="2000" spc="-334" strike="noStrike" u="none">
                <a:solidFill>
                  <a:schemeClr val="dk1"/>
                </a:solidFill>
                <a:uFillTx/>
                <a:latin typeface="Arial"/>
              </a:rPr>
              <a:t>m</a:t>
            </a:r>
            <a:r>
              <a:rPr b="1" lang="en-US" sz="2000" spc="-159" strike="noStrike" u="none">
                <a:solidFill>
                  <a:schemeClr val="dk1"/>
                </a:solidFill>
                <a:uFillTx/>
                <a:latin typeface="Arial"/>
              </a:rPr>
              <a:t>bedd</a:t>
            </a:r>
            <a:r>
              <a:rPr b="1" lang="en-US" sz="2000" spc="-156" strike="noStrike" u="none">
                <a:solidFill>
                  <a:schemeClr val="dk1"/>
                </a:solidFill>
                <a:uFillTx/>
                <a:latin typeface="Arial"/>
              </a:rPr>
              <a:t>ed</a:t>
            </a:r>
            <a:r>
              <a:rPr b="1" lang="en-US" sz="2000" spc="-26" strike="noStrike" u="none">
                <a:solidFill>
                  <a:schemeClr val="dk1"/>
                </a:solidFill>
                <a:uFillTx/>
                <a:latin typeface="Arial"/>
              </a:rPr>
              <a:t> </a:t>
            </a:r>
            <a:r>
              <a:rPr b="1" lang="en-US" sz="2000" spc="-286" strike="noStrike" u="none">
                <a:solidFill>
                  <a:schemeClr val="dk1"/>
                </a:solidFill>
                <a:uFillTx/>
                <a:latin typeface="Arial"/>
              </a:rPr>
              <a:t>S</a:t>
            </a:r>
            <a:r>
              <a:rPr b="1" lang="en-US" sz="2000" spc="-255" strike="noStrike" u="none">
                <a:solidFill>
                  <a:schemeClr val="dk1"/>
                </a:solidFill>
                <a:uFillTx/>
                <a:latin typeface="Arial"/>
              </a:rPr>
              <a:t>o</a:t>
            </a:r>
            <a:r>
              <a:rPr b="1" lang="en-US" sz="2000" spc="-96" strike="noStrike" u="none">
                <a:solidFill>
                  <a:schemeClr val="dk1"/>
                </a:solidFill>
                <a:uFillTx/>
                <a:latin typeface="Arial"/>
              </a:rPr>
              <a:t>f</a:t>
            </a:r>
            <a:r>
              <a:rPr b="1" lang="en-US" sz="2000" spc="-105" strike="noStrike" u="none">
                <a:solidFill>
                  <a:schemeClr val="dk1"/>
                </a:solidFill>
                <a:uFillTx/>
                <a:latin typeface="Arial"/>
              </a:rPr>
              <a:t>t</a:t>
            </a:r>
            <a:r>
              <a:rPr b="1" lang="en-US" sz="2000" spc="-14" strike="noStrike" u="none">
                <a:solidFill>
                  <a:schemeClr val="dk1"/>
                </a:solidFill>
                <a:uFillTx/>
                <a:latin typeface="Arial"/>
              </a:rPr>
              <a:t>w</a:t>
            </a:r>
            <a:r>
              <a:rPr b="1" lang="en-US" sz="2000" spc="-20" strike="noStrike" u="none">
                <a:solidFill>
                  <a:schemeClr val="dk1"/>
                </a:solidFill>
                <a:uFillTx/>
                <a:latin typeface="Arial"/>
              </a:rPr>
              <a:t>a</a:t>
            </a:r>
            <a:r>
              <a:rPr b="1" lang="en-US" sz="2000" spc="-125" strike="noStrike" u="none">
                <a:solidFill>
                  <a:schemeClr val="dk1"/>
                </a:solidFill>
                <a:uFillTx/>
                <a:latin typeface="Arial"/>
              </a:rPr>
              <a:t>r</a:t>
            </a:r>
            <a:r>
              <a:rPr b="1" lang="en-US" sz="2000" spc="-139" strike="noStrike" u="none">
                <a:solidFill>
                  <a:schemeClr val="dk1"/>
                </a:solidFill>
                <a:uFillTx/>
                <a:latin typeface="Arial"/>
              </a:rPr>
              <a:t>e's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"/>
              </a:spcBef>
              <a:tabLst>
                <a:tab algn="l" pos="332640"/>
                <a:tab algn="l" pos="333360"/>
              </a:tabLst>
            </a:pPr>
            <a:endParaRPr b="0" lang="en-US" sz="21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652680" indent="-274320" algn="just" defTabSz="914400">
              <a:lnSpc>
                <a:spcPct val="100000"/>
              </a:lnSpc>
              <a:buClr>
                <a:srgbClr val="7d96ac"/>
              </a:buClr>
              <a:buSzPct val="69000"/>
              <a:buFont typeface="Wingdings" charset="2"/>
              <a:buChar char=""/>
              <a:tabLst>
                <a:tab algn="l" pos="653400"/>
              </a:tabLst>
            </a:pP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Software </a:t>
            </a:r>
            <a:r>
              <a:rPr b="0" lang="en-US" sz="1600" spc="-60" strike="noStrike" u="none">
                <a:solidFill>
                  <a:schemeClr val="dk1"/>
                </a:solidFill>
                <a:uFillTx/>
                <a:latin typeface="Microsoft Sans Serif"/>
              </a:rPr>
              <a:t>that </a:t>
            </a:r>
            <a:r>
              <a:rPr b="0" lang="en-US" sz="1600" spc="-159" strike="noStrike" u="none">
                <a:solidFill>
                  <a:schemeClr val="dk1"/>
                </a:solidFill>
                <a:uFillTx/>
                <a:latin typeface="Microsoft Sans Serif"/>
              </a:rPr>
              <a:t>runs 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on </a:t>
            </a:r>
            <a:r>
              <a:rPr b="0" lang="en-US" sz="1600" spc="-125" strike="noStrike" u="none">
                <a:solidFill>
                  <a:schemeClr val="dk1"/>
                </a:solidFill>
                <a:uFillTx/>
                <a:latin typeface="Microsoft Sans Serif"/>
              </a:rPr>
              <a:t>computers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embedded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in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other 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devices, 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machines, </a:t>
            </a:r>
            <a:r>
              <a:rPr b="0" lang="en-US" sz="1600" spc="-45" strike="noStrike" u="none">
                <a:solidFill>
                  <a:schemeClr val="dk1"/>
                </a:solidFill>
                <a:uFillTx/>
                <a:latin typeface="Microsoft Sans Serif"/>
              </a:rPr>
              <a:t>or </a:t>
            </a:r>
            <a:r>
              <a:rPr b="0" lang="en-US" sz="1600" spc="-105" strike="noStrike" u="none">
                <a:solidFill>
                  <a:schemeClr val="dk1"/>
                </a:solidFill>
                <a:uFillTx/>
                <a:latin typeface="Microsoft Sans Serif"/>
              </a:rPr>
              <a:t>complex </a:t>
            </a:r>
            <a:r>
              <a:rPr b="0" lang="en-US" sz="1600" spc="-170" strike="noStrike" u="none">
                <a:solidFill>
                  <a:schemeClr val="dk1"/>
                </a:solidFill>
                <a:uFillTx/>
                <a:latin typeface="Microsoft Sans Serif"/>
              </a:rPr>
              <a:t>systems </a:t>
            </a:r>
            <a:r>
              <a:rPr b="0" lang="en-US" sz="1600" spc="-16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81" strike="noStrike" u="none">
                <a:solidFill>
                  <a:schemeClr val="dk1"/>
                </a:solidFill>
                <a:uFillTx/>
                <a:latin typeface="Microsoft Sans Serif"/>
              </a:rPr>
              <a:t>(such</a:t>
            </a:r>
            <a:r>
              <a:rPr b="0" lang="en-US" sz="1600" spc="-17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as </a:t>
            </a:r>
            <a:r>
              <a:rPr b="0" lang="en-US" sz="1600" spc="-130" strike="noStrike" u="none">
                <a:solidFill>
                  <a:schemeClr val="dk1"/>
                </a:solidFill>
                <a:uFillTx/>
                <a:latin typeface="Microsoft Sans Serif"/>
              </a:rPr>
              <a:t>those </a:t>
            </a:r>
            <a:r>
              <a:rPr b="0" lang="en-US" sz="1600" spc="-91" strike="noStrike" u="none">
                <a:solidFill>
                  <a:schemeClr val="dk1"/>
                </a:solidFill>
                <a:uFillTx/>
                <a:latin typeface="Microsoft Sans Serif"/>
              </a:rPr>
              <a:t>contained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in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1600" spc="-54" strike="noStrike" u="none">
                <a:solidFill>
                  <a:schemeClr val="dk1"/>
                </a:solidFill>
                <a:uFillTx/>
                <a:latin typeface="Microsoft Sans Serif"/>
              </a:rPr>
              <a:t>airplane, </a:t>
            </a:r>
            <a:r>
              <a:rPr b="0" lang="en-US" sz="1600" spc="-111" strike="noStrike" u="none">
                <a:solidFill>
                  <a:schemeClr val="dk1"/>
                </a:solidFill>
                <a:uFillTx/>
                <a:latin typeface="Microsoft Sans Serif"/>
              </a:rPr>
              <a:t>in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cell 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phones,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in </a:t>
            </a:r>
            <a:r>
              <a:rPr b="0" lang="en-US" sz="1600" spc="-119" strike="noStrike" u="none">
                <a:solidFill>
                  <a:schemeClr val="dk1"/>
                </a:solidFill>
                <a:uFillTx/>
                <a:latin typeface="Microsoft Sans Serif"/>
              </a:rPr>
              <a:t>washing 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machines,</a:t>
            </a:r>
            <a:r>
              <a:rPr b="0" lang="en-US" sz="1600" spc="-13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in </a:t>
            </a:r>
            <a:r>
              <a:rPr b="0" lang="en-US" sz="1600" spc="-156" strike="noStrike" u="none">
                <a:solidFill>
                  <a:schemeClr val="dk1"/>
                </a:solidFill>
                <a:uFillTx/>
                <a:latin typeface="Microsoft Sans Serif"/>
              </a:rPr>
              <a:t>ovens,</a:t>
            </a:r>
            <a:r>
              <a:rPr b="0" lang="en-US" sz="1600" spc="-15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99" strike="noStrike" u="none">
                <a:solidFill>
                  <a:schemeClr val="dk1"/>
                </a:solidFill>
                <a:uFillTx/>
                <a:latin typeface="Microsoft Sans Serif"/>
              </a:rPr>
              <a:t>the </a:t>
            </a:r>
            <a:r>
              <a:rPr b="0" lang="en-US" sz="1600" spc="-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85" strike="noStrike" u="none">
                <a:solidFill>
                  <a:schemeClr val="dk1"/>
                </a:solidFill>
                <a:uFillTx/>
                <a:latin typeface="Microsoft Sans Serif"/>
              </a:rPr>
              <a:t>automobile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and</a:t>
            </a:r>
            <a:r>
              <a:rPr b="0" lang="en-US" sz="1600" spc="28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36" strike="noStrike" u="none">
                <a:solidFill>
                  <a:schemeClr val="dk1"/>
                </a:solidFill>
                <a:uFillTx/>
                <a:latin typeface="Microsoft Sans Serif"/>
              </a:rPr>
              <a:t>many</a:t>
            </a:r>
            <a:r>
              <a:rPr b="0" lang="en-US" sz="1600" spc="-13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91" strike="noStrike" u="none">
                <a:solidFill>
                  <a:schemeClr val="dk1"/>
                </a:solidFill>
                <a:uFillTx/>
                <a:latin typeface="Microsoft Sans Serif"/>
              </a:rPr>
              <a:t>more…….)</a:t>
            </a:r>
            <a:r>
              <a:rPr b="0" lang="en-US" sz="1600" spc="9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96" strike="noStrike" u="none">
                <a:solidFill>
                  <a:schemeClr val="dk1"/>
                </a:solidFill>
                <a:uFillTx/>
                <a:latin typeface="Microsoft Sans Serif"/>
              </a:rPr>
              <a:t>This</a:t>
            </a:r>
            <a:r>
              <a:rPr b="0" lang="en-US" sz="1600" spc="-19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31" strike="noStrike" u="none">
                <a:solidFill>
                  <a:schemeClr val="dk1"/>
                </a:solidFill>
                <a:uFillTx/>
                <a:latin typeface="Microsoft Sans Serif"/>
              </a:rPr>
              <a:t>type</a:t>
            </a:r>
            <a:r>
              <a:rPr b="0" lang="en-US" sz="1600" spc="-2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Microsoft Sans Serif"/>
              </a:rPr>
              <a:t>of</a:t>
            </a:r>
            <a:r>
              <a:rPr b="0" lang="en-US" sz="1600" spc="6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software's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40" strike="noStrike" u="none">
                <a:solidFill>
                  <a:schemeClr val="dk1"/>
                </a:solidFill>
                <a:uFillTx/>
                <a:latin typeface="Microsoft Sans Serif"/>
              </a:rPr>
              <a:t>are</a:t>
            </a:r>
            <a:r>
              <a:rPr b="0" lang="en-US" sz="1600" spc="-3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known</a:t>
            </a:r>
            <a:r>
              <a:rPr b="0" lang="en-US" sz="1600" spc="13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45" strike="noStrike" u="none">
                <a:solidFill>
                  <a:schemeClr val="dk1"/>
                </a:solidFill>
                <a:uFillTx/>
                <a:latin typeface="Microsoft Sans Serif"/>
              </a:rPr>
              <a:t>as</a:t>
            </a:r>
            <a:r>
              <a:rPr b="0" lang="en-US" sz="1600" spc="139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1" strike="noStrike" u="none">
                <a:solidFill>
                  <a:schemeClr val="dk1"/>
                </a:solidFill>
                <a:uFillTx/>
                <a:latin typeface="Microsoft Sans Serif"/>
              </a:rPr>
              <a:t>software </a:t>
            </a:r>
            <a:r>
              <a:rPr b="0" lang="en-US" sz="1600" spc="-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113" strike="noStrike" u="none">
                <a:solidFill>
                  <a:schemeClr val="dk1"/>
                </a:solidFill>
                <a:uFillTx/>
                <a:latin typeface="Microsoft Sans Serif"/>
              </a:rPr>
              <a:t>embedded-systems</a:t>
            </a:r>
            <a:r>
              <a:rPr b="0" lang="en-US" sz="1600" spc="65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9" strike="noStrike" u="none">
                <a:solidFill>
                  <a:schemeClr val="dk1"/>
                </a:solidFill>
                <a:uFillTx/>
                <a:latin typeface="Microsoft Sans Serif"/>
              </a:rPr>
              <a:t>applications,</a:t>
            </a:r>
            <a:r>
              <a:rPr b="0" lang="en-US" sz="1600" spc="74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51" strike="noStrike" u="none">
                <a:solidFill>
                  <a:schemeClr val="dk1"/>
                </a:solidFill>
                <a:uFillTx/>
                <a:latin typeface="Microsoft Sans Serif"/>
              </a:rPr>
              <a:t>or</a:t>
            </a:r>
            <a:r>
              <a:rPr b="0" lang="en-US" sz="1600" spc="11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embedded</a:t>
            </a:r>
            <a:r>
              <a:rPr b="0" lang="en-US" sz="1600" spc="40" strike="noStrike" u="none">
                <a:solidFill>
                  <a:schemeClr val="dk1"/>
                </a:solidFill>
                <a:uFillTx/>
                <a:latin typeface="Microsoft Sans Serif"/>
              </a:rPr>
              <a:t> </a:t>
            </a:r>
            <a:r>
              <a:rPr b="0" lang="en-US" sz="1600" spc="-74" strike="noStrike" u="none">
                <a:solidFill>
                  <a:schemeClr val="dk1"/>
                </a:solidFill>
                <a:uFillTx/>
                <a:latin typeface="Microsoft Sans Serif"/>
              </a:rPr>
              <a:t>applications</a:t>
            </a:r>
            <a:r>
              <a:rPr b="0" lang="en-US" sz="1400" spc="-74" strike="noStrike" u="none">
                <a:solidFill>
                  <a:schemeClr val="dk1"/>
                </a:solidFill>
                <a:uFillTx/>
                <a:latin typeface="Microsoft Sans Serif"/>
              </a:rPr>
              <a:t>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2" name="object 5" descr=""/>
          <p:cNvPicPr/>
          <p:nvPr/>
        </p:nvPicPr>
        <p:blipFill>
          <a:blip r:embed="rId1"/>
          <a:stretch/>
        </p:blipFill>
        <p:spPr>
          <a:xfrm>
            <a:off x="1905120" y="3352680"/>
            <a:ext cx="4980960" cy="3466800"/>
          </a:xfrm>
          <a:prstGeom prst="rect">
            <a:avLst/>
          </a:prstGeom>
          <a:ln w="0">
            <a:noFill/>
          </a:ln>
        </p:spPr>
      </p:pic>
      <p:sp>
        <p:nvSpPr>
          <p:cNvPr id="293" name="PlaceHolder 2"/>
          <p:cNvSpPr>
            <a:spLocks noGrp="1"/>
          </p:cNvSpPr>
          <p:nvPr>
            <p:ph type="ftr" idx="39"/>
          </p:nvPr>
        </p:nvSpPr>
        <p:spPr>
          <a:xfrm>
            <a:off x="78840" y="6561000"/>
            <a:ext cx="1302120" cy="45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 indent="0" defTabSz="914400">
              <a:lnSpc>
                <a:spcPts val="1786"/>
              </a:lnSpc>
              <a:buNone/>
              <a:defRPr b="1" lang="en-US" sz="1600" spc="-230" strike="noStrike" u="none">
                <a:solidFill>
                  <a:schemeClr val="lt1"/>
                </a:solidFill>
                <a:uFillTx/>
                <a:latin typeface="Arial"/>
              </a:defRPr>
            </a:lvl1pPr>
          </a:lstStyle>
          <a:p>
            <a:pPr marL="12600" indent="0" defTabSz="914400">
              <a:lnSpc>
                <a:spcPts val="1786"/>
              </a:lnSpc>
              <a:buNone/>
            </a:pPr>
            <a:r>
              <a:rPr b="1" lang="en-US" sz="1600" spc="-230" strike="noStrike" u="none">
                <a:solidFill>
                  <a:schemeClr val="lt1"/>
                </a:solidFill>
                <a:uFillTx/>
                <a:latin typeface="Arial"/>
              </a:rPr>
              <a:t>E</a:t>
            </a:r>
            <a:r>
              <a:rPr b="1" lang="en-US" sz="1600" spc="-204" strike="noStrike" u="none">
                <a:solidFill>
                  <a:schemeClr val="lt1"/>
                </a:solidFill>
                <a:uFillTx/>
                <a:latin typeface="Arial"/>
              </a:rPr>
              <a:t>n</a:t>
            </a:r>
            <a:r>
              <a:rPr b="1" lang="en-US" sz="1600" spc="-159" strike="noStrike" u="none">
                <a:solidFill>
                  <a:schemeClr val="lt1"/>
                </a:solidFill>
                <a:uFillTx/>
                <a:latin typeface="Arial"/>
              </a:rPr>
              <a:t>gr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.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60" strike="noStrike" u="none">
                <a:solidFill>
                  <a:schemeClr val="lt1"/>
                </a:solidFill>
                <a:uFillTx/>
                <a:latin typeface="Arial"/>
              </a:rPr>
              <a:t>A</a:t>
            </a:r>
            <a:r>
              <a:rPr b="1" lang="en-US" sz="1600" spc="-31" strike="noStrike" u="none">
                <a:solidFill>
                  <a:schemeClr val="lt1"/>
                </a:solidFill>
                <a:uFillTx/>
                <a:latin typeface="Arial"/>
              </a:rPr>
              <a:t>li</a:t>
            </a:r>
            <a:r>
              <a:rPr b="1" lang="en-US" sz="1600" spc="-34" strike="noStrike" u="none">
                <a:solidFill>
                  <a:schemeClr val="lt1"/>
                </a:solidFill>
                <a:uFillTx/>
                <a:latin typeface="Arial"/>
              </a:rPr>
              <a:t> </a:t>
            </a:r>
            <a:r>
              <a:rPr b="1" lang="en-US" sz="1600" spc="-99" strike="noStrike" u="none">
                <a:solidFill>
                  <a:schemeClr val="lt1"/>
                </a:solidFill>
                <a:uFillTx/>
                <a:latin typeface="Arial"/>
              </a:rPr>
              <a:t>Ja</a:t>
            </a:r>
            <a:r>
              <a:rPr b="1" lang="en-US" sz="1600" spc="-111" strike="noStrike" u="none">
                <a:solidFill>
                  <a:schemeClr val="lt1"/>
                </a:solidFill>
                <a:uFillTx/>
                <a:latin typeface="Arial"/>
              </a:rPr>
              <a:t>v</a:t>
            </a:r>
            <a:r>
              <a:rPr b="1" lang="en-US" sz="1600" spc="-130" strike="noStrike" u="none">
                <a:solidFill>
                  <a:schemeClr val="lt1"/>
                </a:solidFill>
                <a:uFillTx/>
                <a:latin typeface="Arial"/>
              </a:rPr>
              <a:t>ed</a:t>
            </a:r>
            <a:endParaRPr b="0" lang="en-US" sz="16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</TotalTime>
  <Application>LibreOffice/24.8.2.1$Windows_X86_64 LibreOffice_project/0f794b6e29741098670a3b95d60478a65d05ef13</Application>
  <AppVersion>15.0000</AppVersion>
  <Words>1814</Words>
  <Paragraphs>259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2024-10-30T04:45:10Z</dcterms:created>
  <dc:creator>alijaved</dc:creator>
  <dc:description/>
  <dc:language>en-US</dc:language>
  <cp:lastModifiedBy/>
  <dcterms:modified xsi:type="dcterms:W3CDTF">2024-11-19T20:32:06Z</dcterms:modified>
  <cp:revision>13</cp:revision>
  <dc:subject/>
  <dc:title>SOFTWARE REQUIREMENTS ENGINEERING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2013-03-26T00:00:00Z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2024-10-30T00:00:00Z</vt:filetime>
  </property>
  <property fmtid="{D5CDD505-2E9C-101B-9397-08002B2CF9AE}" pid="5" name="PresentationFormat">
    <vt:lpwstr>On-screen Show (4:3)</vt:lpwstr>
  </property>
  <property fmtid="{D5CDD505-2E9C-101B-9397-08002B2CF9AE}" pid="6" name="Slides">
    <vt:i4>27</vt:i4>
  </property>
</Properties>
</file>