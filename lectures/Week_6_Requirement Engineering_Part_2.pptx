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  <Override PartName="/ppt/media/image53.jpeg" ContentType="image/jpeg"/>
  <Override PartName="/ppt/media/image28.png" ContentType="image/png"/>
  <Override PartName="/ppt/media/image1.jpeg" ContentType="image/jpeg"/>
  <Override PartName="/ppt/media/image3.png" ContentType="image/png"/>
  <Override PartName="/ppt/media/image2.png" ContentType="image/png"/>
  <Override PartName="/ppt/media/image58.jpeg" ContentType="image/jpeg"/>
  <Override PartName="/ppt/media/image21.png" ContentType="image/png"/>
  <Override PartName="/ppt/media/image6.jpeg" ContentType="image/jpeg"/>
  <Override PartName="/ppt/media/image4.png" ContentType="image/png"/>
  <Override PartName="/ppt/media/image5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29.jpeg" ContentType="image/jpe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52.jpeg" ContentType="image/jpeg"/>
  <Override PartName="/ppt/media/image19.png" ContentType="image/png"/>
  <Override PartName="/ppt/media/image20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36.jpeg" ContentType="image/jpeg"/>
  <Override PartName="/ppt/media/image26.png" ContentType="image/png"/>
  <Override PartName="/ppt/media/image27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48.jpeg" ContentType="image/jpeg"/>
  <Override PartName="/ppt/media/image34.png" ContentType="image/png"/>
  <Override PartName="/ppt/media/image35.png" ContentType="image/png"/>
  <Override PartName="/ppt/media/image37.jpeg" ContentType="image/jpeg"/>
  <Override PartName="/ppt/media/image38.png" ContentType="image/png"/>
  <Override PartName="/ppt/media/image54.jpeg" ContentType="image/jpeg"/>
  <Override PartName="/ppt/media/image39.jpeg" ContentType="image/jpe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9.jpeg" ContentType="image/jpe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50.png" ContentType="image/png"/>
  <Override PartName="/ppt/media/image51.png" ContentType="image/png"/>
  <Override PartName="/ppt/media/image55.jpeg" ContentType="image/jpeg"/>
  <Override PartName="/ppt/media/image56.png" ContentType="image/png"/>
  <Override PartName="/ppt/media/image5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5" r:id="rId5"/>
    <p:sldMasterId id="2147483657" r:id="rId6"/>
    <p:sldMasterId id="2147483659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68D374-C035-477A-A809-633D4EF275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A7F4C67-1F6A-4368-B508-F6AE15BC48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5C6485-C5B3-4D0F-A794-A85F5F0E56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44BE41F-CDCA-4534-8D41-7E752A3709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A8E81F2-E13F-4334-A4B6-F1C077D309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8173816-6511-4AAE-844C-699DBE475C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F3ADE1A-7CAF-4005-A74C-B63ED1B82B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/>
          <p:cNvSpPr/>
          <p:nvPr/>
        </p:nvSpPr>
        <p:spPr>
          <a:xfrm>
            <a:off x="0" y="1280160"/>
            <a:ext cx="532800" cy="227880"/>
          </a:xfrm>
          <a:custGeom>
            <a:avLst/>
            <a:gdLst>
              <a:gd name="textAreaLeft" fmla="*/ 0 w 532800"/>
              <a:gd name="textAreaRight" fmla="*/ 533520 w 532800"/>
              <a:gd name="textAreaTop" fmla="*/ 0 h 227880"/>
              <a:gd name="textAreaBottom" fmla="*/ 228600 h 227880"/>
            </a:gdLst>
            <a:ahLst/>
            <a:rect l="textAreaLeft" t="textAreaTop" r="textAreaRight" b="textAreaBottom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bg object 17"/>
          <p:cNvSpPr/>
          <p:nvPr/>
        </p:nvSpPr>
        <p:spPr>
          <a:xfrm>
            <a:off x="590400" y="1280160"/>
            <a:ext cx="8552880" cy="227880"/>
          </a:xfrm>
          <a:custGeom>
            <a:avLst/>
            <a:gdLst>
              <a:gd name="textAreaLeft" fmla="*/ 0 w 8552880"/>
              <a:gd name="textAreaRight" fmla="*/ 8553600 w 8552880"/>
              <a:gd name="textAreaTop" fmla="*/ 0 h 227880"/>
              <a:gd name="textAreaBottom" fmla="*/ 228600 h 227880"/>
            </a:gdLst>
            <a:ahLst/>
            <a:rect l="textAreaLeft" t="textAreaTop" r="textAreaRight" b="textAreaBottom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7d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78840" y="6561000"/>
            <a:ext cx="1301760" cy="24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lt1"/>
                </a:solidFill>
                <a:uFillTx/>
                <a:latin typeface="Arial"/>
              </a:rPr>
              <a:t>&lt;footer&gt;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69DE1D-E8F1-4285-A5F3-A013ABE25D4E}" type="slidenum"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 object 16"/>
          <p:cNvSpPr/>
          <p:nvPr/>
        </p:nvSpPr>
        <p:spPr>
          <a:xfrm>
            <a:off x="0" y="1280160"/>
            <a:ext cx="532800" cy="227880"/>
          </a:xfrm>
          <a:custGeom>
            <a:avLst/>
            <a:gdLst>
              <a:gd name="textAreaLeft" fmla="*/ 0 w 532800"/>
              <a:gd name="textAreaRight" fmla="*/ 533520 w 532800"/>
              <a:gd name="textAreaTop" fmla="*/ 0 h 227880"/>
              <a:gd name="textAreaBottom" fmla="*/ 228600 h 227880"/>
            </a:gdLst>
            <a:ahLst/>
            <a:rect l="textAreaLeft" t="textAreaTop" r="textAreaRight" b="textAreaBottom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" name="bg object 17"/>
          <p:cNvSpPr/>
          <p:nvPr/>
        </p:nvSpPr>
        <p:spPr>
          <a:xfrm>
            <a:off x="590400" y="1280160"/>
            <a:ext cx="8552880" cy="227880"/>
          </a:xfrm>
          <a:custGeom>
            <a:avLst/>
            <a:gdLst>
              <a:gd name="textAreaLeft" fmla="*/ 0 w 8552880"/>
              <a:gd name="textAreaRight" fmla="*/ 8553600 w 8552880"/>
              <a:gd name="textAreaTop" fmla="*/ 0 h 227880"/>
              <a:gd name="textAreaBottom" fmla="*/ 228600 h 227880"/>
            </a:gdLst>
            <a:ahLst/>
            <a:rect l="textAreaLeft" t="textAreaTop" r="textAreaRight" b="textAreaBottom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7d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4"/>
          </p:nvPr>
        </p:nvSpPr>
        <p:spPr>
          <a:xfrm>
            <a:off x="78840" y="6561000"/>
            <a:ext cx="1301760" cy="24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lt1"/>
                </a:solidFill>
                <a:uFillTx/>
                <a:latin typeface="Arial"/>
              </a:rPr>
              <a:t>&lt;footer&gt;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5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0931CF-0F81-4774-8979-A0A9120EEC8D}" type="slidenum"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6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g object 16"/>
          <p:cNvSpPr/>
          <p:nvPr/>
        </p:nvSpPr>
        <p:spPr>
          <a:xfrm>
            <a:off x="0" y="1280160"/>
            <a:ext cx="532800" cy="227880"/>
          </a:xfrm>
          <a:custGeom>
            <a:avLst/>
            <a:gdLst>
              <a:gd name="textAreaLeft" fmla="*/ 0 w 532800"/>
              <a:gd name="textAreaRight" fmla="*/ 533520 w 532800"/>
              <a:gd name="textAreaTop" fmla="*/ 0 h 227880"/>
              <a:gd name="textAreaBottom" fmla="*/ 228600 h 227880"/>
            </a:gdLst>
            <a:ahLst/>
            <a:rect l="textAreaLeft" t="textAreaTop" r="textAreaRight" b="textAreaBottom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1" name="bg object 17"/>
          <p:cNvSpPr/>
          <p:nvPr/>
        </p:nvSpPr>
        <p:spPr>
          <a:xfrm>
            <a:off x="590400" y="1280160"/>
            <a:ext cx="8552880" cy="227880"/>
          </a:xfrm>
          <a:custGeom>
            <a:avLst/>
            <a:gdLst>
              <a:gd name="textAreaLeft" fmla="*/ 0 w 8552880"/>
              <a:gd name="textAreaRight" fmla="*/ 8553600 w 8552880"/>
              <a:gd name="textAreaTop" fmla="*/ 0 h 227880"/>
              <a:gd name="textAreaBottom" fmla="*/ 228600 h 227880"/>
            </a:gdLst>
            <a:ahLst/>
            <a:rect l="textAreaLeft" t="textAreaTop" r="textAreaRight" b="textAreaBottom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7d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7"/>
          </p:nvPr>
        </p:nvSpPr>
        <p:spPr>
          <a:xfrm>
            <a:off x="78840" y="6561000"/>
            <a:ext cx="1301760" cy="24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lt1"/>
                </a:solidFill>
                <a:uFillTx/>
                <a:latin typeface="Arial"/>
              </a:rPr>
              <a:t>&lt;footer&gt;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8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F82B19-6F06-4272-9970-BA6A7B433CCE}" type="slidenum"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9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g object 16"/>
          <p:cNvSpPr/>
          <p:nvPr/>
        </p:nvSpPr>
        <p:spPr>
          <a:xfrm>
            <a:off x="0" y="1280160"/>
            <a:ext cx="532800" cy="227880"/>
          </a:xfrm>
          <a:custGeom>
            <a:avLst/>
            <a:gdLst>
              <a:gd name="textAreaLeft" fmla="*/ 0 w 532800"/>
              <a:gd name="textAreaRight" fmla="*/ 533520 w 532800"/>
              <a:gd name="textAreaTop" fmla="*/ 0 h 227880"/>
              <a:gd name="textAreaBottom" fmla="*/ 228600 h 227880"/>
            </a:gdLst>
            <a:ahLst/>
            <a:rect l="textAreaLeft" t="textAreaTop" r="textAreaRight" b="textAreaBottom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0" name="bg object 17"/>
          <p:cNvSpPr/>
          <p:nvPr/>
        </p:nvSpPr>
        <p:spPr>
          <a:xfrm>
            <a:off x="590400" y="1280160"/>
            <a:ext cx="8552880" cy="227880"/>
          </a:xfrm>
          <a:custGeom>
            <a:avLst/>
            <a:gdLst>
              <a:gd name="textAreaLeft" fmla="*/ 0 w 8552880"/>
              <a:gd name="textAreaRight" fmla="*/ 8553600 w 8552880"/>
              <a:gd name="textAreaTop" fmla="*/ 0 h 227880"/>
              <a:gd name="textAreaBottom" fmla="*/ 228600 h 227880"/>
            </a:gdLst>
            <a:ahLst/>
            <a:rect l="textAreaLeft" t="textAreaTop" r="textAreaRight" b="textAreaBottom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7d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0"/>
          </p:nvPr>
        </p:nvSpPr>
        <p:spPr>
          <a:xfrm>
            <a:off x="78840" y="6561000"/>
            <a:ext cx="1301760" cy="24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lt1"/>
                </a:solidFill>
                <a:uFillTx/>
                <a:latin typeface="Arial"/>
              </a:rPr>
              <a:t>&lt;footer&gt;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1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80B6A4-35F6-44A7-BB48-664730AFEF41}" type="slidenum"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dt" idx="12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g object 16"/>
          <p:cNvSpPr/>
          <p:nvPr/>
        </p:nvSpPr>
        <p:spPr>
          <a:xfrm>
            <a:off x="0" y="1280160"/>
            <a:ext cx="532800" cy="227880"/>
          </a:xfrm>
          <a:custGeom>
            <a:avLst/>
            <a:gdLst>
              <a:gd name="textAreaLeft" fmla="*/ 0 w 532800"/>
              <a:gd name="textAreaRight" fmla="*/ 533520 w 532800"/>
              <a:gd name="textAreaTop" fmla="*/ 0 h 227880"/>
              <a:gd name="textAreaBottom" fmla="*/ 228600 h 227880"/>
            </a:gdLst>
            <a:ahLst/>
            <a:rect l="textAreaLeft" t="textAreaTop" r="textAreaRight" b="textAreaBottom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bg object 17"/>
          <p:cNvSpPr/>
          <p:nvPr/>
        </p:nvSpPr>
        <p:spPr>
          <a:xfrm>
            <a:off x="590400" y="1280160"/>
            <a:ext cx="8552880" cy="227880"/>
          </a:xfrm>
          <a:custGeom>
            <a:avLst/>
            <a:gdLst>
              <a:gd name="textAreaLeft" fmla="*/ 0 w 8552880"/>
              <a:gd name="textAreaRight" fmla="*/ 8553600 w 8552880"/>
              <a:gd name="textAreaTop" fmla="*/ 0 h 227880"/>
              <a:gd name="textAreaBottom" fmla="*/ 228600 h 227880"/>
            </a:gdLst>
            <a:ahLst/>
            <a:rect l="textAreaLeft" t="textAreaTop" r="textAreaRight" b="textAreaBottom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7d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13"/>
          </p:nvPr>
        </p:nvSpPr>
        <p:spPr>
          <a:xfrm>
            <a:off x="78840" y="6561000"/>
            <a:ext cx="1301760" cy="24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lt1"/>
                </a:solidFill>
                <a:uFillTx/>
                <a:latin typeface="Arial"/>
              </a:rPr>
              <a:t>&lt;footer&gt;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14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7729E6-4E28-4A1C-8391-85764A5EDB27}" type="slidenum"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dt" idx="15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g object 16"/>
          <p:cNvSpPr/>
          <p:nvPr/>
        </p:nvSpPr>
        <p:spPr>
          <a:xfrm>
            <a:off x="0" y="1280160"/>
            <a:ext cx="532800" cy="227880"/>
          </a:xfrm>
          <a:custGeom>
            <a:avLst/>
            <a:gdLst>
              <a:gd name="textAreaLeft" fmla="*/ 0 w 532800"/>
              <a:gd name="textAreaRight" fmla="*/ 533520 w 532800"/>
              <a:gd name="textAreaTop" fmla="*/ 0 h 227880"/>
              <a:gd name="textAreaBottom" fmla="*/ 228600 h 227880"/>
            </a:gdLst>
            <a:ahLst/>
            <a:rect l="textAreaLeft" t="textAreaTop" r="textAreaRight" b="textAreaBottom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8" name="bg object 17"/>
          <p:cNvSpPr/>
          <p:nvPr/>
        </p:nvSpPr>
        <p:spPr>
          <a:xfrm>
            <a:off x="590400" y="1280160"/>
            <a:ext cx="8552880" cy="227880"/>
          </a:xfrm>
          <a:custGeom>
            <a:avLst/>
            <a:gdLst>
              <a:gd name="textAreaLeft" fmla="*/ 0 w 8552880"/>
              <a:gd name="textAreaRight" fmla="*/ 8553600 w 8552880"/>
              <a:gd name="textAreaTop" fmla="*/ 0 h 227880"/>
              <a:gd name="textAreaBottom" fmla="*/ 228600 h 227880"/>
            </a:gdLst>
            <a:ahLst/>
            <a:rect l="textAreaLeft" t="textAreaTop" r="textAreaRight" b="textAreaBottom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7d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63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6840" y="1621440"/>
            <a:ext cx="8229960" cy="28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16"/>
          </p:nvPr>
        </p:nvSpPr>
        <p:spPr>
          <a:xfrm>
            <a:off x="78840" y="6561000"/>
            <a:ext cx="1301760" cy="24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lt1"/>
                </a:solidFill>
                <a:uFillTx/>
                <a:latin typeface="Arial"/>
              </a:rPr>
              <a:t>&lt;footer&gt;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17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6084D0-34B2-4DA2-8316-A0C064B0E60F}" type="slidenum"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dt" idx="18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Relationship Id="rId19" Type="http://schemas.openxmlformats.org/officeDocument/2006/relationships/image" Target="../media/image25.png"/><Relationship Id="rId20" Type="http://schemas.openxmlformats.org/officeDocument/2006/relationships/image" Target="../media/image26.png"/><Relationship Id="rId21" Type="http://schemas.openxmlformats.org/officeDocument/2006/relationships/image" Target="../media/image27.png"/><Relationship Id="rId22" Type="http://schemas.openxmlformats.org/officeDocument/2006/relationships/image" Target="../media/image28.png"/><Relationship Id="rId2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jpeg"/><Relationship Id="rId9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png"/><Relationship Id="rId3" Type="http://schemas.openxmlformats.org/officeDocument/2006/relationships/image" Target="../media/image39.jpeg"/><Relationship Id="rId4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image" Target="../media/image49.jpeg"/><Relationship Id="rId3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image" Target="../media/image53.jpeg"/><Relationship Id="rId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image" Target="../media/image55.jpeg"/><Relationship Id="rId3" Type="http://schemas.openxmlformats.org/officeDocument/2006/relationships/image" Target="../media/image56.png"/><Relationship Id="rId4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://en.wikipedia.org/wiki/Functional_requirement" TargetMode="External"/><Relationship Id="rId2" Type="http://schemas.openxmlformats.org/officeDocument/2006/relationships/hyperlink" Target="http://en.wikipedia.org/wiki/Non-functional_requirement" TargetMode="External"/><Relationship Id="rId3" Type="http://schemas.openxmlformats.org/officeDocument/2006/relationships/hyperlink" Target="http://www.webopedia.com/TERM/O/open_source_tools.html" TargetMode="External"/><Relationship Id="rId4" Type="http://schemas.openxmlformats.org/officeDocument/2006/relationships/hyperlink" Target="http://www.sei.cmu.edu/reports/90cm019.pdf" TargetMode="External"/><Relationship Id="rId5" Type="http://schemas.openxmlformats.org/officeDocument/2006/relationships/hyperlink" Target="http://finntrack.co.uk/learners/business_society.htm" TargetMode="External"/><Relationship Id="rId6" Type="http://schemas.openxmlformats.org/officeDocument/2006/relationships/hyperlink" Target="http://en.wikipedia.org/wiki/Requirement" TargetMode="External"/><Relationship Id="rId7" Type="http://schemas.openxmlformats.org/officeDocument/2006/relationships/hyperlink" Target="http://www.cs.st-andrews.ac.uk/~ifs/Books/SE9/Web/Requirements/DomainReq.html" TargetMode="External"/><Relationship Id="rId8" Type="http://schemas.openxmlformats.org/officeDocument/2006/relationships/hyperlink" Target="http://faculty.salisbury.edu/~xswang/Research/Papers/SERelated/no-silver-bullet.pdf" TargetMode="External"/><Relationship Id="rId9" Type="http://schemas.openxmlformats.org/officeDocument/2006/relationships/hyperlink" Target="http://faculty.salisbury.edu/~xswang/Research/Papers/SERelated/no-silver-bullet.pdf" TargetMode="External"/><Relationship Id="rId10" Type="http://schemas.openxmlformats.org/officeDocument/2006/relationships/hyperlink" Target="http://en.wikipedia.org/wiki/Requirements_management" TargetMode="External"/><Relationship Id="rId1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bject 2"/>
          <p:cNvSpPr/>
          <p:nvPr/>
        </p:nvSpPr>
        <p:spPr>
          <a:xfrm>
            <a:off x="0" y="0"/>
            <a:ext cx="9143280" cy="15231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1523160"/>
              <a:gd name="textAreaBottom" fmla="*/ 1523880 h 1523160"/>
            </a:gdLst>
            <a:ahLst/>
            <a:rect l="textAreaLeft" t="textAreaTop" r="textAreaRight" b="textAreaBottom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object 3"/>
          <p:cNvSpPr/>
          <p:nvPr/>
        </p:nvSpPr>
        <p:spPr>
          <a:xfrm>
            <a:off x="0" y="2666880"/>
            <a:ext cx="9143280" cy="419040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4190400"/>
              <a:gd name="textAreaBottom" fmla="*/ 4191120 h 4190400"/>
            </a:gdLst>
            <a:ahLst/>
            <a:rect l="textAreaLeft" t="textAreaTop" r="textAreaRight" b="textAreaBottom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58" name="object 4"/>
          <p:cNvGrpSpPr/>
          <p:nvPr/>
        </p:nvGrpSpPr>
        <p:grpSpPr>
          <a:xfrm>
            <a:off x="0" y="1523880"/>
            <a:ext cx="9143280" cy="1142280"/>
            <a:chOff x="0" y="1523880"/>
            <a:chExt cx="9143280" cy="1142280"/>
          </a:xfrm>
        </p:grpSpPr>
        <p:sp>
          <p:nvSpPr>
            <p:cNvPr id="59" name="object 5"/>
            <p:cNvSpPr/>
            <p:nvPr/>
          </p:nvSpPr>
          <p:spPr>
            <a:xfrm>
              <a:off x="0" y="1523880"/>
              <a:ext cx="9143280" cy="114228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142280"/>
                <a:gd name="textAreaBottom" fmla="*/ 1143000 h 1142280"/>
              </a:gdLst>
              <a:ahLst/>
              <a:rect l="textAreaLeft" t="textAreaTop" r="textAreaRight" b="textAreaBottom"/>
              <a:pathLst>
                <a:path w="9144000" h="1143000">
                  <a:moveTo>
                    <a:pt x="91440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9144000" y="1143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60" name="object 6"/>
            <p:cNvSpPr/>
            <p:nvPr/>
          </p:nvSpPr>
          <p:spPr>
            <a:xfrm>
              <a:off x="0" y="1600200"/>
              <a:ext cx="1294560" cy="990000"/>
            </a:xfrm>
            <a:custGeom>
              <a:avLst/>
              <a:gdLst>
                <a:gd name="textAreaLeft" fmla="*/ 0 w 1294560"/>
                <a:gd name="textAreaRight" fmla="*/ 1295280 w 1294560"/>
                <a:gd name="textAreaTop" fmla="*/ 0 h 990000"/>
                <a:gd name="textAreaBottom" fmla="*/ 990720 h 990000"/>
              </a:gdLst>
              <a:ahLst/>
              <a:rect l="textAreaLeft" t="textAreaTop" r="textAreaRight" b="textAreaBottom"/>
              <a:pathLst>
                <a:path w="1295400" h="990600">
                  <a:moveTo>
                    <a:pt x="1295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295400" y="9906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cc8e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61" name="object 7"/>
            <p:cNvSpPr/>
            <p:nvPr/>
          </p:nvSpPr>
          <p:spPr>
            <a:xfrm>
              <a:off x="1371600" y="1600200"/>
              <a:ext cx="7771680" cy="990000"/>
            </a:xfrm>
            <a:custGeom>
              <a:avLst/>
              <a:gdLst>
                <a:gd name="textAreaLeft" fmla="*/ 0 w 7771680"/>
                <a:gd name="textAreaRight" fmla="*/ 7772400 w 7771680"/>
                <a:gd name="textAreaTop" fmla="*/ 0 h 990000"/>
                <a:gd name="textAreaBottom" fmla="*/ 990720 h 990000"/>
              </a:gdLst>
              <a:ahLst/>
              <a:rect l="textAreaLeft" t="textAreaTop" r="textAreaRight" b="textAreaBottom"/>
              <a:pathLst>
                <a:path w="7772400" h="990600">
                  <a:moveTo>
                    <a:pt x="7772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7772400" y="990600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2" name="object 8"/>
          <p:cNvSpPr/>
          <p:nvPr/>
        </p:nvSpPr>
        <p:spPr>
          <a:xfrm>
            <a:off x="1450440" y="3068640"/>
            <a:ext cx="41990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08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794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54960"/>
                <a:tab algn="l" pos="355680"/>
              </a:tabLst>
            </a:pPr>
            <a:r>
              <a:rPr b="0" lang="en-US" sz="2000" spc="-269" strike="noStrike" u="none">
                <a:solidFill>
                  <a:srgbClr val="ffffff"/>
                </a:solidFill>
                <a:uFillTx/>
                <a:latin typeface="Microsoft Sans Serif"/>
              </a:rPr>
              <a:t>Fun</a:t>
            </a:r>
            <a:r>
              <a:rPr b="0" lang="en-US" sz="2000" spc="-244" strike="noStrike" u="none">
                <a:solidFill>
                  <a:srgbClr val="ffffff"/>
                </a:solidFill>
                <a:uFillTx/>
                <a:latin typeface="Microsoft Sans Serif"/>
              </a:rPr>
              <a:t>c</a:t>
            </a:r>
            <a:r>
              <a:rPr b="0" lang="en-US" sz="2000" spc="-34" strike="noStrike" u="none">
                <a:solidFill>
                  <a:srgbClr val="ffffff"/>
                </a:solidFill>
                <a:uFillTx/>
                <a:latin typeface="Microsoft Sans Serif"/>
              </a:rPr>
              <a:t>ti</a:t>
            </a:r>
            <a:r>
              <a:rPr b="0" lang="en-US" sz="2000" spc="-71" strike="noStrike" u="none">
                <a:solidFill>
                  <a:srgbClr val="ffffff"/>
                </a:solidFill>
                <a:uFillTx/>
                <a:latin typeface="Microsoft Sans Serif"/>
              </a:rPr>
              <a:t>o</a:t>
            </a:r>
            <a:r>
              <a:rPr b="0" lang="en-US" sz="2000" spc="-91" strike="noStrike" u="none">
                <a:solidFill>
                  <a:srgbClr val="ffffff"/>
                </a:solidFill>
                <a:uFillTx/>
                <a:latin typeface="Microsoft Sans Serif"/>
              </a:rPr>
              <a:t>nal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2000" spc="-45" strike="noStrike" u="none">
                <a:solidFill>
                  <a:srgbClr val="ffffff"/>
                </a:solidFill>
                <a:uFillTx/>
                <a:latin typeface="Microsoft Sans Serif"/>
              </a:rPr>
              <a:t>r</a:t>
            </a:r>
            <a:r>
              <a:rPr b="0" lang="en-US" sz="2000" spc="-65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125" strike="noStrike" u="none">
                <a:solidFill>
                  <a:srgbClr val="ffffff"/>
                </a:solidFill>
                <a:uFillTx/>
                <a:latin typeface="Microsoft Sans Serif"/>
              </a:rPr>
              <a:t>quiremen</a:t>
            </a:r>
            <a:r>
              <a:rPr b="0" lang="en-US" sz="2000" spc="-91" strike="noStrike" u="none">
                <a:solidFill>
                  <a:srgbClr val="ffffff"/>
                </a:solidFill>
                <a:uFillTx/>
                <a:latin typeface="Microsoft Sans Serif"/>
              </a:rPr>
              <a:t>t</a:t>
            </a:r>
            <a:r>
              <a:rPr b="0" lang="en-US" sz="2000" spc="-334" strike="noStrike" u="none">
                <a:solidFill>
                  <a:srgbClr val="ffffff"/>
                </a:solidFill>
                <a:uFillTx/>
                <a:latin typeface="Microsoft Sans Serif"/>
              </a:rPr>
              <a:t>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94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54960"/>
                <a:tab algn="l" pos="355680"/>
              </a:tabLst>
            </a:pPr>
            <a:r>
              <a:rPr b="0" lang="en-US" sz="2000" spc="-159" strike="noStrike" u="none">
                <a:solidFill>
                  <a:srgbClr val="ffffff"/>
                </a:solidFill>
                <a:uFillTx/>
                <a:latin typeface="Microsoft Sans Serif"/>
              </a:rPr>
              <a:t>No</a:t>
            </a:r>
            <a:r>
              <a:rPr b="0" lang="en-US" sz="2000" spc="-145" strike="noStrike" u="none">
                <a:solidFill>
                  <a:srgbClr val="ffffff"/>
                </a:solidFill>
                <a:uFillTx/>
                <a:latin typeface="Microsoft Sans Serif"/>
              </a:rPr>
              <a:t>n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Microsoft Sans Serif"/>
              </a:rPr>
              <a:t>-</a:t>
            </a:r>
            <a:r>
              <a:rPr b="0" lang="en-US" sz="2000" spc="-99" strike="noStrike" u="none">
                <a:solidFill>
                  <a:srgbClr val="ffffff"/>
                </a:solidFill>
                <a:uFillTx/>
                <a:latin typeface="Microsoft Sans Serif"/>
              </a:rPr>
              <a:t>functional</a:t>
            </a:r>
            <a:r>
              <a:rPr b="0" lang="en-US" sz="2000" spc="-26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2000" spc="-45" strike="noStrike" u="none">
                <a:solidFill>
                  <a:srgbClr val="ffffff"/>
                </a:solidFill>
                <a:uFillTx/>
                <a:latin typeface="Microsoft Sans Serif"/>
              </a:rPr>
              <a:t>r</a:t>
            </a:r>
            <a:r>
              <a:rPr b="0" lang="en-US" sz="2000" spc="-65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139" strike="noStrike" u="none">
                <a:solidFill>
                  <a:srgbClr val="ffffff"/>
                </a:solidFill>
                <a:uFillTx/>
                <a:latin typeface="Microsoft Sans Serif"/>
              </a:rPr>
              <a:t>quirements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94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54960"/>
                <a:tab algn="l" pos="355680"/>
              </a:tabLst>
            </a:pPr>
            <a:r>
              <a:rPr b="0" lang="en-US" sz="2000" spc="-196" strike="noStrike" u="none">
                <a:solidFill>
                  <a:srgbClr val="ffffff"/>
                </a:solidFill>
                <a:uFillTx/>
                <a:latin typeface="Microsoft Sans Serif"/>
              </a:rPr>
              <a:t>D</a:t>
            </a:r>
            <a:r>
              <a:rPr b="0" lang="en-US" sz="2000" spc="-145" strike="noStrike" u="none">
                <a:solidFill>
                  <a:srgbClr val="ffffff"/>
                </a:solidFill>
                <a:uFillTx/>
                <a:latin typeface="Microsoft Sans Serif"/>
              </a:rPr>
              <a:t>o</a:t>
            </a:r>
            <a:r>
              <a:rPr b="0" lang="en-US" sz="2000" spc="-204" strike="noStrike" u="none">
                <a:solidFill>
                  <a:srgbClr val="ffffff"/>
                </a:solidFill>
                <a:uFillTx/>
                <a:latin typeface="Microsoft Sans Serif"/>
              </a:rPr>
              <a:t>m</a:t>
            </a:r>
            <a:r>
              <a:rPr b="0" lang="en-US" sz="2000" spc="-145" strike="noStrike" u="none">
                <a:solidFill>
                  <a:srgbClr val="ffffff"/>
                </a:solidFill>
                <a:uFillTx/>
                <a:latin typeface="Microsoft Sans Serif"/>
              </a:rPr>
              <a:t>a</a:t>
            </a:r>
            <a:r>
              <a:rPr b="0" lang="en-US" sz="2000" spc="-79" strike="noStrike" u="none">
                <a:solidFill>
                  <a:srgbClr val="ffffff"/>
                </a:solidFill>
                <a:uFillTx/>
                <a:latin typeface="Microsoft Sans Serif"/>
              </a:rPr>
              <a:t>i</a:t>
            </a:r>
            <a:r>
              <a:rPr b="0" lang="en-US" sz="2000" spc="-181" strike="noStrike" u="none">
                <a:solidFill>
                  <a:srgbClr val="ffffff"/>
                </a:solidFill>
                <a:uFillTx/>
                <a:latin typeface="Microsoft Sans Serif"/>
              </a:rPr>
              <a:t>n</a:t>
            </a:r>
            <a:r>
              <a:rPr b="0" lang="en-US" sz="2000" spc="11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2000" spc="-45" strike="noStrike" u="none">
                <a:solidFill>
                  <a:srgbClr val="ffffff"/>
                </a:solidFill>
                <a:uFillTx/>
                <a:latin typeface="Microsoft Sans Serif"/>
              </a:rPr>
              <a:t>r</a:t>
            </a:r>
            <a:r>
              <a:rPr b="0" lang="en-US" sz="2000" spc="-65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71" strike="noStrike" u="none">
                <a:solidFill>
                  <a:srgbClr val="ffffff"/>
                </a:solidFill>
                <a:uFillTx/>
                <a:latin typeface="Microsoft Sans Serif"/>
              </a:rPr>
              <a:t>qui</a:t>
            </a:r>
            <a:r>
              <a:rPr b="0" lang="en-US" sz="2000" spc="-65" strike="noStrike" u="none">
                <a:solidFill>
                  <a:srgbClr val="ffffff"/>
                </a:solidFill>
                <a:uFillTx/>
                <a:latin typeface="Microsoft Sans Serif"/>
              </a:rPr>
              <a:t>r</a:t>
            </a:r>
            <a:r>
              <a:rPr b="0" lang="en-US" sz="2000" spc="-201" strike="noStrike" u="none">
                <a:solidFill>
                  <a:srgbClr val="ffffff"/>
                </a:solidFill>
                <a:uFillTx/>
                <a:latin typeface="Microsoft Sans Serif"/>
              </a:rPr>
              <a:t>em</a:t>
            </a:r>
            <a:r>
              <a:rPr b="0" lang="en-US" sz="2000" spc="-156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164" strike="noStrike" u="none">
                <a:solidFill>
                  <a:srgbClr val="ffffff"/>
                </a:solidFill>
                <a:uFillTx/>
                <a:latin typeface="Microsoft Sans Serif"/>
              </a:rPr>
              <a:t>n</a:t>
            </a:r>
            <a:r>
              <a:rPr b="0" lang="en-US" sz="2000" spc="-105" strike="noStrike" u="none">
                <a:solidFill>
                  <a:srgbClr val="ffffff"/>
                </a:solidFill>
                <a:uFillTx/>
                <a:latin typeface="Microsoft Sans Serif"/>
              </a:rPr>
              <a:t>t</a:t>
            </a:r>
            <a:r>
              <a:rPr b="0" lang="en-US" sz="2000" spc="-334" strike="noStrike" u="none">
                <a:solidFill>
                  <a:srgbClr val="ffffff"/>
                </a:solidFill>
                <a:uFillTx/>
                <a:latin typeface="Microsoft Sans Serif"/>
              </a:rPr>
              <a:t>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709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54960"/>
                <a:tab algn="l" pos="355680"/>
              </a:tabLst>
            </a:pPr>
            <a:r>
              <a:rPr b="0" lang="en-US" sz="2000" spc="-156" strike="noStrike" u="none">
                <a:solidFill>
                  <a:srgbClr val="ffffff"/>
                </a:solidFill>
                <a:uFillTx/>
                <a:latin typeface="Microsoft Sans Serif"/>
              </a:rPr>
              <a:t>In</a:t>
            </a:r>
            <a:r>
              <a:rPr b="0" lang="en-US" sz="2000" spc="-221" strike="noStrike" u="none">
                <a:solidFill>
                  <a:srgbClr val="ffffff"/>
                </a:solidFill>
                <a:uFillTx/>
                <a:latin typeface="Microsoft Sans Serif"/>
              </a:rPr>
              <a:t>v</a:t>
            </a:r>
            <a:r>
              <a:rPr b="0" lang="en-US" sz="2000" spc="-71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40" strike="noStrike" u="none">
                <a:solidFill>
                  <a:srgbClr val="ffffff"/>
                </a:solidFill>
                <a:uFillTx/>
                <a:latin typeface="Microsoft Sans Serif"/>
              </a:rPr>
              <a:t>r</a:t>
            </a:r>
            <a:r>
              <a:rPr b="0" lang="en-US" sz="2000" spc="-224" strike="noStrike" u="none">
                <a:solidFill>
                  <a:srgbClr val="ffffff"/>
                </a:solidFill>
                <a:uFillTx/>
                <a:latin typeface="Microsoft Sans Serif"/>
              </a:rPr>
              <a:t>se</a:t>
            </a:r>
            <a:r>
              <a:rPr b="0" lang="en-US" sz="2000" spc="-20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2000" spc="-45" strike="noStrike" u="none">
                <a:solidFill>
                  <a:srgbClr val="ffffff"/>
                </a:solidFill>
                <a:uFillTx/>
                <a:latin typeface="Microsoft Sans Serif"/>
              </a:rPr>
              <a:t>r</a:t>
            </a:r>
            <a:r>
              <a:rPr b="0" lang="en-US" sz="2000" spc="-65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119" strike="noStrike" u="none">
                <a:solidFill>
                  <a:srgbClr val="ffffff"/>
                </a:solidFill>
                <a:uFillTx/>
                <a:latin typeface="Microsoft Sans Serif"/>
              </a:rPr>
              <a:t>q</a:t>
            </a:r>
            <a:r>
              <a:rPr b="0" lang="en-US" sz="2000" spc="-130" strike="noStrike" u="none">
                <a:solidFill>
                  <a:srgbClr val="ffffff"/>
                </a:solidFill>
                <a:uFillTx/>
                <a:latin typeface="Microsoft Sans Serif"/>
              </a:rPr>
              <a:t>u</a:t>
            </a:r>
            <a:r>
              <a:rPr b="0" lang="en-US" sz="2000" spc="-14" strike="noStrike" u="none">
                <a:solidFill>
                  <a:srgbClr val="ffffff"/>
                </a:solidFill>
                <a:uFillTx/>
                <a:latin typeface="Microsoft Sans Serif"/>
              </a:rPr>
              <a:t>i</a:t>
            </a:r>
            <a:r>
              <a:rPr b="0" lang="en-US" sz="2000" spc="-6" strike="noStrike" u="none">
                <a:solidFill>
                  <a:srgbClr val="ffffff"/>
                </a:solidFill>
                <a:uFillTx/>
                <a:latin typeface="Microsoft Sans Serif"/>
              </a:rPr>
              <a:t>r</a:t>
            </a:r>
            <a:r>
              <a:rPr b="0" lang="en-US" sz="2000" spc="-119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340" strike="noStrike" u="none">
                <a:solidFill>
                  <a:srgbClr val="ffffff"/>
                </a:solidFill>
                <a:uFillTx/>
                <a:latin typeface="Microsoft Sans Serif"/>
              </a:rPr>
              <a:t>m</a:t>
            </a:r>
            <a:r>
              <a:rPr b="0" lang="en-US" sz="2000" spc="-176" strike="noStrike" u="none">
                <a:solidFill>
                  <a:srgbClr val="ffffff"/>
                </a:solidFill>
                <a:uFillTx/>
                <a:latin typeface="Microsoft Sans Serif"/>
              </a:rPr>
              <a:t>ents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700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54960"/>
                <a:tab algn="l" pos="355680"/>
              </a:tabLst>
            </a:pPr>
            <a:r>
              <a:rPr b="0" lang="en-US" sz="2000" spc="-196" strike="noStrike" u="none">
                <a:solidFill>
                  <a:srgbClr val="ffffff"/>
                </a:solidFill>
                <a:uFillTx/>
                <a:latin typeface="Microsoft Sans Serif"/>
              </a:rPr>
              <a:t>D</a:t>
            </a:r>
            <a:r>
              <a:rPr b="0" lang="en-US" sz="2000" spc="-145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241" strike="noStrike" u="none">
                <a:solidFill>
                  <a:srgbClr val="ffffff"/>
                </a:solidFill>
                <a:uFillTx/>
                <a:latin typeface="Microsoft Sans Serif"/>
              </a:rPr>
              <a:t>s</a:t>
            </a:r>
            <a:r>
              <a:rPr b="0" lang="en-US" sz="2000" spc="-105" strike="noStrike" u="none">
                <a:solidFill>
                  <a:srgbClr val="ffffff"/>
                </a:solidFill>
                <a:uFillTx/>
                <a:latin typeface="Microsoft Sans Serif"/>
              </a:rPr>
              <a:t>i</a:t>
            </a:r>
            <a:r>
              <a:rPr b="0" lang="en-US" sz="2000" spc="-125" strike="noStrike" u="none">
                <a:solidFill>
                  <a:srgbClr val="ffffff"/>
                </a:solidFill>
                <a:uFillTx/>
                <a:latin typeface="Microsoft Sans Serif"/>
              </a:rPr>
              <a:t>gn</a:t>
            </a:r>
            <a:r>
              <a:rPr b="0" lang="en-US" sz="2000" spc="-20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2000" spc="-85" strike="noStrike" u="none">
                <a:solidFill>
                  <a:srgbClr val="ffffff"/>
                </a:solidFill>
                <a:uFillTx/>
                <a:latin typeface="Microsoft Sans Serif"/>
              </a:rPr>
              <a:t>and</a:t>
            </a:r>
            <a:r>
              <a:rPr b="0" lang="en-US" sz="2000" spc="14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rgbClr val="ffffff"/>
                </a:solidFill>
                <a:uFillTx/>
                <a:latin typeface="Microsoft Sans Serif"/>
              </a:rPr>
              <a:t>impl</a:t>
            </a:r>
            <a:r>
              <a:rPr b="0" lang="en-US" sz="2000" spc="-111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130" strike="noStrike" u="none">
                <a:solidFill>
                  <a:srgbClr val="ffffff"/>
                </a:solidFill>
                <a:uFillTx/>
                <a:latin typeface="Microsoft Sans Serif"/>
              </a:rPr>
              <a:t>menta</a:t>
            </a:r>
            <a:r>
              <a:rPr b="0" lang="en-US" sz="2000" spc="-74" strike="noStrike" u="none">
                <a:solidFill>
                  <a:srgbClr val="ffffff"/>
                </a:solidFill>
                <a:uFillTx/>
                <a:latin typeface="Microsoft Sans Serif"/>
              </a:rPr>
              <a:t>t</a:t>
            </a:r>
            <a:r>
              <a:rPr b="0" lang="en-US" sz="2000" spc="-31" strike="noStrike" u="none">
                <a:solidFill>
                  <a:srgbClr val="ffffff"/>
                </a:solidFill>
                <a:uFillTx/>
                <a:latin typeface="Microsoft Sans Serif"/>
              </a:rPr>
              <a:t>i</a:t>
            </a:r>
            <a:r>
              <a:rPr b="0" lang="en-US" sz="2000" spc="-176" strike="noStrike" u="none">
                <a:solidFill>
                  <a:srgbClr val="ffffff"/>
                </a:solidFill>
                <a:uFillTx/>
                <a:latin typeface="Microsoft Sans Serif"/>
              </a:rPr>
              <a:t>on</a:t>
            </a:r>
            <a:r>
              <a:rPr b="0" lang="en-US" sz="2000" spc="-26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2000" spc="-164" strike="noStrike" u="none">
                <a:solidFill>
                  <a:srgbClr val="ffffff"/>
                </a:solidFill>
                <a:uFillTx/>
                <a:latin typeface="Microsoft Sans Serif"/>
              </a:rPr>
              <a:t>const</a:t>
            </a:r>
            <a:r>
              <a:rPr b="0" lang="en-US" sz="2000" spc="-136" strike="noStrike" u="none">
                <a:solidFill>
                  <a:srgbClr val="ffffff"/>
                </a:solidFill>
                <a:uFillTx/>
                <a:latin typeface="Microsoft Sans Serif"/>
              </a:rPr>
              <a:t>r</a:t>
            </a:r>
            <a:r>
              <a:rPr b="0" lang="en-US" sz="2000" spc="-125" strike="noStrike" u="none">
                <a:solidFill>
                  <a:srgbClr val="ffffff"/>
                </a:solidFill>
                <a:uFillTx/>
                <a:latin typeface="Microsoft Sans Serif"/>
              </a:rPr>
              <a:t>aints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94920" y="1715760"/>
            <a:ext cx="7848720" cy="1353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US" sz="4400" spc="-941" strike="noStrike" u="none">
                <a:solidFill>
                  <a:srgbClr val="ffffff"/>
                </a:solidFill>
                <a:uFillTx/>
                <a:latin typeface="Microsoft Sans Serif"/>
              </a:rPr>
              <a:t>T</a:t>
            </a:r>
            <a:r>
              <a:rPr b="0" lang="en-US" sz="4400" spc="-249" strike="noStrike" u="none">
                <a:solidFill>
                  <a:srgbClr val="ffffff"/>
                </a:solidFill>
                <a:uFillTx/>
                <a:latin typeface="Microsoft Sans Serif"/>
              </a:rPr>
              <a:t>ypes</a:t>
            </a:r>
            <a:r>
              <a:rPr b="0" lang="en-US" sz="4400" spc="14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4400" strike="noStrike" u="none">
                <a:solidFill>
                  <a:srgbClr val="ffffff"/>
                </a:solidFill>
                <a:uFillTx/>
                <a:latin typeface="Microsoft Sans Serif"/>
              </a:rPr>
              <a:t>of</a:t>
            </a:r>
            <a:r>
              <a:rPr b="0" lang="en-US" sz="4400" spc="176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4400" spc="-190" strike="noStrike" u="none">
                <a:solidFill>
                  <a:srgbClr val="ffffff"/>
                </a:solidFill>
                <a:uFillTx/>
                <a:latin typeface="Microsoft Sans Serif"/>
              </a:rPr>
              <a:t>Soft</a:t>
            </a:r>
            <a:r>
              <a:rPr b="0" lang="en-US" sz="4400" spc="-431" strike="noStrike" u="none">
                <a:solidFill>
                  <a:srgbClr val="ffffff"/>
                </a:solidFill>
                <a:uFillTx/>
                <a:latin typeface="Microsoft Sans Serif"/>
              </a:rPr>
              <a:t>w</a:t>
            </a:r>
            <a:r>
              <a:rPr b="0" lang="en-US" sz="4400" spc="-91" strike="noStrike" u="none">
                <a:solidFill>
                  <a:srgbClr val="ffffff"/>
                </a:solidFill>
                <a:uFillTx/>
                <a:latin typeface="Microsoft Sans Serif"/>
              </a:rPr>
              <a:t>are</a:t>
            </a:r>
            <a:r>
              <a:rPr b="0" lang="en-US" sz="4400" spc="11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4400" spc="-1106" strike="noStrike" u="none">
                <a:solidFill>
                  <a:srgbClr val="ffffff"/>
                </a:solidFill>
                <a:uFillTx/>
                <a:latin typeface="Microsoft Sans Serif"/>
              </a:rPr>
              <a:t>R</a:t>
            </a:r>
            <a:r>
              <a:rPr b="0" lang="en-US" sz="4400" spc="-269" strike="noStrike" u="none">
                <a:solidFill>
                  <a:srgbClr val="ffffff"/>
                </a:solidFill>
                <a:uFillTx/>
                <a:latin typeface="Microsoft Sans Serif"/>
              </a:rPr>
              <a:t>equiremen</a:t>
            </a:r>
            <a:r>
              <a:rPr b="0" lang="en-US" sz="4400" spc="-164" strike="noStrike" u="none">
                <a:solidFill>
                  <a:srgbClr val="ffffff"/>
                </a:solidFill>
                <a:uFillTx/>
                <a:latin typeface="Microsoft Sans Serif"/>
              </a:rPr>
              <a:t>t</a:t>
            </a:r>
            <a:r>
              <a:rPr b="0" lang="en-US" sz="4400" spc="-734" strike="noStrike" u="none">
                <a:solidFill>
                  <a:srgbClr val="ffffff"/>
                </a:solidFill>
                <a:uFillTx/>
                <a:latin typeface="Microsoft Sans Serif"/>
              </a:rPr>
              <a:t>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object 10"/>
          <p:cNvSpPr/>
          <p:nvPr/>
        </p:nvSpPr>
        <p:spPr>
          <a:xfrm>
            <a:off x="472680" y="1891800"/>
            <a:ext cx="3477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2400" spc="-71" strike="noStrike" u="none">
                <a:solidFill>
                  <a:srgbClr val="ffffff"/>
                </a:solidFill>
                <a:uFillTx/>
                <a:latin typeface="Arial"/>
              </a:rPr>
              <a:t>33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5756040" cy="8002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US" sz="4400" spc="-320" strike="noStrike" u="none">
                <a:solidFill>
                  <a:srgbClr val="1f2022"/>
                </a:solidFill>
                <a:uFillTx/>
                <a:latin typeface="Microsoft Sans Serif"/>
              </a:rPr>
              <a:t>Functional</a:t>
            </a:r>
            <a:r>
              <a:rPr b="0" lang="en-US" sz="4400" spc="-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366" strike="noStrike" u="none">
                <a:solidFill>
                  <a:srgbClr val="1f2022"/>
                </a:solidFill>
                <a:uFillTx/>
                <a:latin typeface="Microsoft Sans Serif"/>
              </a:rPr>
              <a:t>n</a:t>
            </a:r>
            <a:r>
              <a:rPr b="0" lang="en-US" sz="4400" spc="-201" strike="noStrike" u="none">
                <a:solidFill>
                  <a:srgbClr val="1f2022"/>
                </a:solidFill>
                <a:uFillTx/>
                <a:latin typeface="Microsoft Sans Serif"/>
              </a:rPr>
              <a:t>t</a:t>
            </a:r>
            <a:r>
              <a:rPr b="0" lang="en-US" sz="4400" spc="-734" strike="noStrike" u="none">
                <a:solidFill>
                  <a:srgbClr val="1f2022"/>
                </a:solidFill>
                <a:uFillTx/>
                <a:latin typeface="Microsoft Sans Serif"/>
              </a:rPr>
              <a:t>s</a:t>
            </a:r>
            <a:r>
              <a:rPr b="0" lang="en-US" sz="4400" spc="-1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object 3"/>
          <p:cNvSpPr/>
          <p:nvPr/>
        </p:nvSpPr>
        <p:spPr>
          <a:xfrm>
            <a:off x="172440" y="1266120"/>
            <a:ext cx="8516520" cy="40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35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31"/>
              </a:spcBef>
            </a:pP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51400" indent="-320760" defTabSz="914400">
              <a:lnSpc>
                <a:spcPct val="100000"/>
              </a:lnSpc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851400"/>
                <a:tab algn="l" pos="852120"/>
              </a:tabLst>
            </a:pP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Functional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can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stated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from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either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static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18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dynamic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perspective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171440" indent="-275040" defTabSz="914400">
              <a:lnSpc>
                <a:spcPct val="100000"/>
              </a:lnSpc>
              <a:spcBef>
                <a:spcPts val="621"/>
              </a:spcBef>
              <a:buClr>
                <a:srgbClr val="7d96ac"/>
              </a:buClr>
              <a:buSzPct val="68000"/>
              <a:buFont typeface="Wingdings" charset="2"/>
              <a:buChar char=""/>
              <a:tabLst>
                <a:tab algn="l" pos="1171440"/>
                <a:tab algn="l" pos="1172160"/>
              </a:tabLst>
            </a:pPr>
            <a:r>
              <a:rPr b="0" lang="en-US" sz="1400" spc="-164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4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dynamic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4" strike="noStrike" u="none">
                <a:solidFill>
                  <a:schemeClr val="dk1"/>
                </a:solidFill>
                <a:uFillTx/>
                <a:latin typeface="Microsoft Sans Serif"/>
              </a:rPr>
              <a:t>perspective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describes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4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54" strike="noStrike" u="none">
                <a:solidFill>
                  <a:schemeClr val="dk1"/>
                </a:solidFill>
                <a:uFillTx/>
                <a:latin typeface="Microsoft Sans Serif"/>
              </a:rPr>
              <a:t>behavior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4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4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30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4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05" strike="noStrike" u="none">
                <a:solidFill>
                  <a:schemeClr val="dk1"/>
                </a:solidFill>
                <a:uFillTx/>
                <a:latin typeface="Microsoft Sans Serif"/>
              </a:rPr>
              <a:t>terms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400" spc="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05" strike="noStrike" u="none">
                <a:solidFill>
                  <a:schemeClr val="dk1"/>
                </a:solidFill>
                <a:uFillTx/>
                <a:latin typeface="Microsoft Sans Serif"/>
              </a:rPr>
              <a:t>results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171440" indent="-274320" defTabSz="914400">
              <a:lnSpc>
                <a:spcPct val="100000"/>
              </a:lnSpc>
              <a:spcBef>
                <a:spcPts val="601"/>
              </a:spcBef>
              <a:buClr>
                <a:srgbClr val="7d96ac"/>
              </a:buClr>
              <a:buSzPct val="68000"/>
              <a:buFont typeface="Wingdings" charset="2"/>
              <a:buChar char=""/>
              <a:tabLst>
                <a:tab algn="l" pos="1171440"/>
                <a:tab algn="l" pos="1172160"/>
              </a:tabLst>
            </a:pPr>
            <a:r>
              <a:rPr b="0" lang="en-US" sz="1400" spc="-164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400" spc="-15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4" strike="noStrike" u="none">
                <a:solidFill>
                  <a:schemeClr val="dk1"/>
                </a:solidFill>
                <a:uFillTx/>
                <a:latin typeface="Microsoft Sans Serif"/>
              </a:rPr>
              <a:t>static</a:t>
            </a:r>
            <a:r>
              <a:rPr b="0" lang="en-US" sz="14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4" strike="noStrike" u="none">
                <a:solidFill>
                  <a:schemeClr val="dk1"/>
                </a:solidFill>
                <a:uFillTx/>
                <a:latin typeface="Microsoft Sans Serif"/>
              </a:rPr>
              <a:t>perspective</a:t>
            </a:r>
            <a:r>
              <a:rPr b="0" lang="en-US" sz="14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6" strike="noStrike" u="none">
                <a:solidFill>
                  <a:schemeClr val="dk1"/>
                </a:solidFill>
                <a:uFillTx/>
                <a:latin typeface="Microsoft Sans Serif"/>
              </a:rPr>
              <a:t>describes</a:t>
            </a:r>
            <a:r>
              <a:rPr b="0" lang="en-US" sz="14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4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05" strike="noStrike" u="none">
                <a:solidFill>
                  <a:schemeClr val="dk1"/>
                </a:solidFill>
                <a:uFillTx/>
                <a:latin typeface="Microsoft Sans Serif"/>
              </a:rPr>
              <a:t>functions</a:t>
            </a:r>
            <a:r>
              <a:rPr b="0" lang="en-US" sz="14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51" strike="noStrike" u="none">
                <a:solidFill>
                  <a:schemeClr val="dk1"/>
                </a:solidFill>
                <a:uFillTx/>
                <a:latin typeface="Microsoft Sans Serif"/>
              </a:rPr>
              <a:t>performed</a:t>
            </a:r>
            <a:r>
              <a:rPr b="0" lang="en-US" sz="14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45" strike="noStrike" u="none">
                <a:solidFill>
                  <a:schemeClr val="dk1"/>
                </a:solidFill>
                <a:uFillTx/>
                <a:latin typeface="Microsoft Sans Serif"/>
              </a:rPr>
              <a:t>by</a:t>
            </a:r>
            <a:r>
              <a:rPr b="0" lang="en-US" sz="14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6" strike="noStrike" u="none">
                <a:solidFill>
                  <a:schemeClr val="dk1"/>
                </a:solidFill>
                <a:uFillTx/>
                <a:latin typeface="Microsoft Sans Serif"/>
              </a:rPr>
              <a:t>each</a:t>
            </a:r>
            <a:r>
              <a:rPr b="0" lang="en-US" sz="14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51" strike="noStrike" u="none">
                <a:solidFill>
                  <a:schemeClr val="dk1"/>
                </a:solidFill>
                <a:uFillTx/>
                <a:latin typeface="Microsoft Sans Serif"/>
              </a:rPr>
              <a:t>entity</a:t>
            </a:r>
            <a:r>
              <a:rPr b="0" lang="en-US" sz="14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4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4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way</a:t>
            </a:r>
            <a:r>
              <a:rPr b="0" lang="en-US" sz="14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each</a:t>
            </a:r>
            <a:r>
              <a:rPr b="0" lang="en-US" sz="14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9" strike="noStrike" u="none">
                <a:solidFill>
                  <a:schemeClr val="dk1"/>
                </a:solidFill>
                <a:uFillTx/>
                <a:latin typeface="Microsoft Sans Serif"/>
              </a:rPr>
              <a:t>interacts</a:t>
            </a:r>
            <a:r>
              <a:rPr b="0" lang="en-US" sz="14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1" strike="noStrike" u="none">
                <a:solidFill>
                  <a:schemeClr val="dk1"/>
                </a:solidFill>
                <a:uFillTx/>
                <a:latin typeface="Microsoft Sans Serif"/>
              </a:rPr>
              <a:t>with </a:t>
            </a:r>
            <a:r>
              <a:rPr b="0" lang="en-US" sz="1400" spc="-3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5" strike="noStrike" u="none">
                <a:solidFill>
                  <a:schemeClr val="dk1"/>
                </a:solidFill>
                <a:uFillTx/>
                <a:latin typeface="Microsoft Sans Serif"/>
              </a:rPr>
              <a:t>other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4" strike="noStrike" u="none">
                <a:solidFill>
                  <a:schemeClr val="dk1"/>
                </a:solidFill>
                <a:uFillTx/>
                <a:latin typeface="Microsoft Sans Serif"/>
              </a:rPr>
              <a:t>entities</a:t>
            </a:r>
            <a:r>
              <a:rPr b="0" lang="en-US" sz="14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4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9" strike="noStrike" u="none">
                <a:solidFill>
                  <a:schemeClr val="dk1"/>
                </a:solidFill>
                <a:uFillTx/>
                <a:latin typeface="Microsoft Sans Serif"/>
              </a:rPr>
              <a:t>environment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1171440"/>
                <a:tab algn="l" pos="1172160"/>
              </a:tabLst>
            </a:pPr>
            <a:endParaRPr b="0" lang="en-US" sz="2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51400" indent="-320760" defTabSz="914400">
              <a:lnSpc>
                <a:spcPct val="100000"/>
              </a:lnSpc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851400"/>
                <a:tab algn="l" pos="852120"/>
              </a:tabLst>
            </a:pP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Abnormal</a:t>
            </a:r>
            <a:r>
              <a:rPr b="0" lang="en-US" sz="1800" spc="29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behavior</a:t>
            </a:r>
            <a:r>
              <a:rPr b="0" lang="en-US" sz="1800" spc="30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1800" spc="30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also</a:t>
            </a:r>
            <a:r>
              <a:rPr b="0" lang="en-US" sz="1800" spc="30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documented</a:t>
            </a:r>
            <a:r>
              <a:rPr b="0" lang="en-US" sz="1800" spc="29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as</a:t>
            </a:r>
            <a:r>
              <a:rPr b="0" lang="en-US" sz="1800" spc="29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functional</a:t>
            </a:r>
            <a:r>
              <a:rPr b="0" lang="en-US" sz="1800" spc="3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800" spc="3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800" spc="30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30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form</a:t>
            </a:r>
            <a:r>
              <a:rPr b="0" lang="en-US" sz="1800" spc="30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51400" defTabSz="914400">
              <a:lnSpc>
                <a:spcPct val="100000"/>
              </a:lnSpc>
              <a:tabLst>
                <a:tab algn="l" pos="851400"/>
                <a:tab algn="l" pos="852120"/>
              </a:tabLst>
            </a:pP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x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cep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io</a:t>
            </a:r>
            <a:r>
              <a:rPr b="0" lang="en-US" sz="1800" spc="-139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hand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li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51400" defTabSz="914400">
              <a:lnSpc>
                <a:spcPct val="100000"/>
              </a:lnSpc>
              <a:spcBef>
                <a:spcPts val="40"/>
              </a:spcBef>
              <a:tabLst>
                <a:tab algn="l" pos="851400"/>
                <a:tab algn="l" pos="852120"/>
              </a:tabLst>
            </a:pPr>
            <a:endParaRPr b="0" lang="en-US" sz="2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51400" indent="-320760" defTabSz="914400">
              <a:lnSpc>
                <a:spcPct val="100000"/>
              </a:lnSpc>
              <a:spcBef>
                <a:spcPts val="6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851400"/>
                <a:tab algn="l" pos="852120"/>
              </a:tabLst>
            </a:pP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Functional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should</a:t>
            </a:r>
            <a:r>
              <a:rPr b="0" lang="en-US" sz="18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complete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0" strike="noStrike" u="none">
                <a:solidFill>
                  <a:schemeClr val="dk1"/>
                </a:solidFill>
                <a:uFillTx/>
                <a:latin typeface="Microsoft Sans Serif"/>
              </a:rPr>
              <a:t>consistent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5"/>
              </a:spcBef>
              <a:tabLst>
                <a:tab algn="l" pos="851400"/>
                <a:tab algn="l" pos="852120"/>
              </a:tabLst>
            </a:pPr>
            <a:endParaRPr b="0" lang="en-US" sz="2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51400" indent="-320760" defTabSz="914400">
              <a:lnSpc>
                <a:spcPct val="100000"/>
              </a:lnSpc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851400"/>
                <a:tab algn="l" pos="852120"/>
              </a:tabLst>
            </a:pPr>
            <a:r>
              <a:rPr b="0" lang="en-US" sz="1800" spc="-176" strike="noStrike" u="none">
                <a:solidFill>
                  <a:schemeClr val="dk1"/>
                </a:solidFill>
                <a:uFillTx/>
                <a:latin typeface="Microsoft Sans Serif"/>
              </a:rPr>
              <a:t>Customers</a:t>
            </a:r>
            <a:r>
              <a:rPr b="0" lang="en-US" sz="18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developers</a:t>
            </a:r>
            <a:r>
              <a:rPr b="0" lang="en-US" sz="18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usually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focus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all</a:t>
            </a:r>
            <a:r>
              <a:rPr b="0" lang="en-US" sz="18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1" strike="noStrike" u="none">
                <a:solidFill>
                  <a:schemeClr val="dk1"/>
                </a:solidFill>
                <a:uFillTx/>
                <a:latin typeface="Microsoft Sans Serif"/>
              </a:rPr>
              <a:t>their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attention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on</a:t>
            </a:r>
            <a:r>
              <a:rPr b="0" lang="en-US" sz="18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functional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7" name="object 4" descr=""/>
          <p:cNvPicPr/>
          <p:nvPr/>
        </p:nvPicPr>
        <p:blipFill>
          <a:blip r:embed="rId1"/>
          <a:stretch/>
        </p:blipFill>
        <p:spPr>
          <a:xfrm>
            <a:off x="6843600" y="5494680"/>
            <a:ext cx="1874880" cy="1300320"/>
          </a:xfrm>
          <a:prstGeom prst="rect">
            <a:avLst/>
          </a:prstGeom>
          <a:ln w="0">
            <a:noFill/>
          </a:ln>
        </p:spPr>
      </p:pic>
      <p:sp>
        <p:nvSpPr>
          <p:cNvPr id="68" name="PlaceHolder 2"/>
          <p:cNvSpPr>
            <a:spLocks noGrp="1"/>
          </p:cNvSpPr>
          <p:nvPr>
            <p:ph type="ftr" idx="19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5756040" cy="8002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US" sz="4400" spc="-320" strike="noStrike" u="none">
                <a:solidFill>
                  <a:srgbClr val="1f2022"/>
                </a:solidFill>
                <a:uFillTx/>
                <a:latin typeface="Microsoft Sans Serif"/>
              </a:rPr>
              <a:t>Functional</a:t>
            </a:r>
            <a:r>
              <a:rPr b="0" lang="en-US" sz="4400" spc="-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366" strike="noStrike" u="none">
                <a:solidFill>
                  <a:srgbClr val="1f2022"/>
                </a:solidFill>
                <a:uFillTx/>
                <a:latin typeface="Microsoft Sans Serif"/>
              </a:rPr>
              <a:t>n</a:t>
            </a:r>
            <a:r>
              <a:rPr b="0" lang="en-US" sz="4400" spc="-201" strike="noStrike" u="none">
                <a:solidFill>
                  <a:srgbClr val="1f2022"/>
                </a:solidFill>
                <a:uFillTx/>
                <a:latin typeface="Microsoft Sans Serif"/>
              </a:rPr>
              <a:t>t</a:t>
            </a:r>
            <a:r>
              <a:rPr b="0" lang="en-US" sz="4400" spc="-734" strike="noStrike" u="none">
                <a:solidFill>
                  <a:srgbClr val="1f2022"/>
                </a:solidFill>
                <a:uFillTx/>
                <a:latin typeface="Microsoft Sans Serif"/>
              </a:rPr>
              <a:t>s</a:t>
            </a:r>
            <a:r>
              <a:rPr b="0" lang="en-US" sz="4400" spc="-1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object 3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34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object 4"/>
          <p:cNvSpPr/>
          <p:nvPr/>
        </p:nvSpPr>
        <p:spPr>
          <a:xfrm>
            <a:off x="691560" y="1621440"/>
            <a:ext cx="799452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99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800" spc="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r>
              <a:rPr b="0" lang="en-US" sz="1800" spc="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9" strike="noStrike" u="none">
                <a:solidFill>
                  <a:schemeClr val="dk1"/>
                </a:solidFill>
                <a:uFillTx/>
                <a:latin typeface="Microsoft Sans Serif"/>
              </a:rPr>
              <a:t>engineering,</a:t>
            </a:r>
            <a:r>
              <a:rPr b="0" lang="en-US" sz="1800" spc="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1" lang="en-US" sz="1800" spc="-119" strike="noStrike" u="none">
                <a:solidFill>
                  <a:schemeClr val="dk1"/>
                </a:solidFill>
                <a:uFillTx/>
                <a:latin typeface="Arial"/>
              </a:rPr>
              <a:t>functional</a:t>
            </a:r>
            <a:r>
              <a:rPr b="1" lang="en-US" sz="1800" spc="85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800" spc="-136" strike="noStrike" u="none">
                <a:solidFill>
                  <a:schemeClr val="dk1"/>
                </a:solidFill>
                <a:uFillTx/>
                <a:latin typeface="Arial"/>
              </a:rPr>
              <a:t>requirement</a:t>
            </a:r>
            <a:r>
              <a:rPr b="1" lang="en-US" sz="1800" spc="79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defines</a:t>
            </a:r>
            <a:r>
              <a:rPr b="0" lang="en-US" sz="1800" spc="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function</a:t>
            </a:r>
            <a:r>
              <a:rPr b="0" lang="en-US" sz="1800" spc="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800" spc="1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object 5"/>
          <p:cNvSpPr/>
          <p:nvPr/>
        </p:nvSpPr>
        <p:spPr>
          <a:xfrm>
            <a:off x="1011600" y="1896120"/>
            <a:ext cx="22154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syst</a:t>
            </a:r>
            <a:r>
              <a:rPr b="0" lang="en-US" sz="1800" spc="-201" strike="noStrike" u="none">
                <a:solidFill>
                  <a:schemeClr val="dk1"/>
                </a:solidFill>
                <a:uFillTx/>
                <a:latin typeface="Microsoft Sans Serif"/>
              </a:rPr>
              <a:t>em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20" strike="noStrike" u="none">
                <a:solidFill>
                  <a:schemeClr val="dk1"/>
                </a:solidFill>
                <a:uFillTx/>
                <a:latin typeface="Microsoft Sans Serif"/>
              </a:rPr>
              <a:t>it</a:t>
            </a:r>
            <a:r>
              <a:rPr b="0" lang="en-US" sz="1800" spc="-306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compo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en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object 6"/>
          <p:cNvSpPr/>
          <p:nvPr/>
        </p:nvSpPr>
        <p:spPr>
          <a:xfrm>
            <a:off x="691560" y="2468880"/>
            <a:ext cx="7997040" cy="30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99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function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described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as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9" strike="noStrike" u="none">
                <a:solidFill>
                  <a:schemeClr val="dk1"/>
                </a:solidFill>
                <a:uFillTx/>
                <a:latin typeface="Microsoft Sans Serif"/>
              </a:rPr>
              <a:t>set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800" spc="8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inputs,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behavior,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25" strike="noStrike" u="none">
                <a:solidFill>
                  <a:schemeClr val="dk1"/>
                </a:solidFill>
                <a:uFillTx/>
                <a:latin typeface="Microsoft Sans Serif"/>
              </a:rPr>
              <a:t>outputs.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5"/>
              </a:spcBef>
              <a:tabLst>
                <a:tab algn="l" pos="332640"/>
                <a:tab algn="l" pos="333360"/>
              </a:tabLst>
            </a:pPr>
            <a:endParaRPr b="0" lang="en-US" sz="2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algn="just" defTabSz="914400">
              <a:lnSpc>
                <a:spcPct val="100000"/>
              </a:lnSpc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3360"/>
              </a:tabLst>
            </a:pP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Functional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may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1800" spc="-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calculations,</a:t>
            </a:r>
            <a:r>
              <a:rPr b="0" lang="en-US" sz="1800" spc="24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technical</a:t>
            </a:r>
            <a:r>
              <a:rPr b="0" lang="en-US" sz="1800" spc="26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details,</a:t>
            </a:r>
            <a:r>
              <a:rPr b="0" lang="en-US" sz="1800" spc="31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data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manipulation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processing</a:t>
            </a:r>
            <a:r>
              <a:rPr b="0" lang="en-US" sz="1800" spc="-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other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9" strike="noStrike" u="none">
                <a:solidFill>
                  <a:schemeClr val="dk1"/>
                </a:solidFill>
                <a:uFillTx/>
                <a:latin typeface="Microsoft Sans Serif"/>
              </a:rPr>
              <a:t>specific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functionality</a:t>
            </a:r>
            <a:r>
              <a:rPr b="0" lang="en-US" sz="1800" spc="-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 define</a:t>
            </a:r>
            <a:r>
              <a:rPr b="0" lang="en-US" sz="1800" spc="3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i="1" lang="en-US" sz="1800" spc="-125" strike="noStrike" u="none">
                <a:solidFill>
                  <a:schemeClr val="dk1"/>
                </a:solidFill>
                <a:uFillTx/>
                <a:latin typeface="Arial"/>
              </a:rPr>
              <a:t>what</a:t>
            </a:r>
            <a:r>
              <a:rPr b="0" i="1" lang="en-US" sz="1800" spc="255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45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70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r>
              <a:rPr b="0" lang="en-US" sz="1800" spc="4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is 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76" strike="noStrike" u="none">
                <a:solidFill>
                  <a:schemeClr val="dk1"/>
                </a:solidFill>
                <a:uFillTx/>
                <a:latin typeface="Microsoft Sans Serif"/>
              </a:rPr>
              <a:t>sup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posed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ac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comp</a:t>
            </a:r>
            <a:r>
              <a:rPr b="0" lang="en-US" sz="1800" spc="-51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1800" spc="-221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5"/>
              </a:spcBef>
              <a:tabLst>
                <a:tab algn="l" pos="333360"/>
              </a:tabLst>
            </a:pPr>
            <a:endParaRPr b="0" lang="en-US" sz="2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algn="just" defTabSz="914400">
              <a:lnSpc>
                <a:spcPct val="100000"/>
              </a:lnSpc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3360"/>
              </a:tabLst>
            </a:pP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Functional</a:t>
            </a:r>
            <a:r>
              <a:rPr b="0" lang="en-US" sz="1800" spc="20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requirements 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are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statements</a:t>
            </a:r>
            <a:r>
              <a:rPr b="0" lang="en-US" sz="1800" spc="21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 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services</a:t>
            </a:r>
            <a:r>
              <a:rPr b="0" lang="en-US" sz="1800" spc="20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that </a:t>
            </a:r>
            <a:r>
              <a:rPr b="0" lang="en-US" sz="1800" spc="-170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r>
              <a:rPr b="0" lang="en-US" sz="1800" spc="1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should</a:t>
            </a:r>
            <a:r>
              <a:rPr b="0" lang="en-US" sz="1800" spc="19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provide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two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1" strike="noStrike" u="none">
                <a:solidFill>
                  <a:schemeClr val="dk1"/>
                </a:solidFill>
                <a:uFillTx/>
                <a:latin typeface="Microsoft Sans Serif"/>
              </a:rPr>
              <a:t>clearly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described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external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9" strike="noStrike" u="none">
                <a:solidFill>
                  <a:schemeClr val="dk1"/>
                </a:solidFill>
                <a:uFillTx/>
                <a:latin typeface="Microsoft Sans Serif"/>
              </a:rPr>
              <a:t>behaviors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5040" defTabSz="914400">
              <a:lnSpc>
                <a:spcPct val="100000"/>
              </a:lnSpc>
              <a:spcBef>
                <a:spcPts val="615"/>
              </a:spcBef>
              <a:buClr>
                <a:srgbClr val="7d96ac"/>
              </a:buClr>
              <a:buSzPct val="68000"/>
              <a:buFont typeface="Wingdings" charset="2"/>
              <a:buChar char=""/>
              <a:tabLst>
                <a:tab algn="l" pos="652680"/>
                <a:tab algn="l" pos="653400"/>
              </a:tabLst>
            </a:pPr>
            <a:r>
              <a:rPr b="0" lang="en-US" sz="1400" spc="-111" strike="noStrike" u="none">
                <a:solidFill>
                  <a:schemeClr val="dk1"/>
                </a:solidFill>
                <a:uFillTx/>
                <a:latin typeface="Microsoft Sans Serif"/>
              </a:rPr>
              <a:t>Reaction</a:t>
            </a:r>
            <a:r>
              <a:rPr b="0" lang="en-US" sz="14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45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34" strike="noStrike" u="none">
                <a:solidFill>
                  <a:schemeClr val="dk1"/>
                </a:solidFill>
                <a:uFillTx/>
                <a:latin typeface="Microsoft Sans Serif"/>
              </a:rPr>
              <a:t>particular</a:t>
            </a:r>
            <a:r>
              <a:rPr b="0" lang="en-US" sz="14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4" strike="noStrike" u="none">
                <a:solidFill>
                  <a:schemeClr val="dk1"/>
                </a:solidFill>
                <a:uFillTx/>
                <a:latin typeface="Microsoft Sans Serif"/>
              </a:rPr>
              <a:t>input</a:t>
            </a:r>
            <a:r>
              <a:rPr b="0" lang="en-US" sz="14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5" strike="noStrike" u="none">
                <a:solidFill>
                  <a:schemeClr val="dk1"/>
                </a:solidFill>
                <a:uFillTx/>
                <a:latin typeface="Microsoft Sans Serif"/>
              </a:rPr>
              <a:t>(e.g</a:t>
            </a:r>
            <a:r>
              <a:rPr b="0" lang="en-US" sz="14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54" strike="noStrike" u="none">
                <a:solidFill>
                  <a:schemeClr val="dk1"/>
                </a:solidFill>
                <a:uFillTx/>
                <a:latin typeface="Microsoft Sans Serif"/>
              </a:rPr>
              <a:t>give</a:t>
            </a:r>
            <a:r>
              <a:rPr b="0" lang="en-US" sz="14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56" strike="noStrike" u="none">
                <a:solidFill>
                  <a:schemeClr val="dk1"/>
                </a:solidFill>
                <a:uFillTx/>
                <a:latin typeface="Microsoft Sans Serif"/>
              </a:rPr>
              <a:t>some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4" strike="noStrike" u="none">
                <a:solidFill>
                  <a:schemeClr val="dk1"/>
                </a:solidFill>
                <a:uFillTx/>
                <a:latin typeface="Microsoft Sans Serif"/>
              </a:rPr>
              <a:t>input</a:t>
            </a:r>
            <a:r>
              <a:rPr b="0" lang="en-US" sz="14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45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4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1" strike="noStrike" u="none">
                <a:solidFill>
                  <a:schemeClr val="dk1"/>
                </a:solidFill>
                <a:uFillTx/>
                <a:latin typeface="Microsoft Sans Serif"/>
              </a:rPr>
              <a:t>it</a:t>
            </a:r>
            <a:r>
              <a:rPr b="0" lang="en-US" sz="14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6" strike="noStrike" u="none">
                <a:solidFill>
                  <a:schemeClr val="dk1"/>
                </a:solidFill>
                <a:uFillTx/>
                <a:latin typeface="Microsoft Sans Serif"/>
              </a:rPr>
              <a:t>produces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 a</a:t>
            </a:r>
            <a:r>
              <a:rPr b="0" lang="en-US" sz="14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result)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5040" defTabSz="914400">
              <a:lnSpc>
                <a:spcPct val="100000"/>
              </a:lnSpc>
              <a:spcBef>
                <a:spcPts val="601"/>
              </a:spcBef>
              <a:buClr>
                <a:srgbClr val="7d96ac"/>
              </a:buClr>
              <a:buSzPct val="68000"/>
              <a:buFont typeface="Wingdings" charset="2"/>
              <a:buChar char=""/>
              <a:tabLst>
                <a:tab algn="l" pos="652680"/>
                <a:tab algn="l" pos="653400"/>
              </a:tabLst>
            </a:pP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Behavior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4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34" strike="noStrike" u="none">
                <a:solidFill>
                  <a:schemeClr val="dk1"/>
                </a:solidFill>
                <a:uFillTx/>
                <a:latin typeface="Microsoft Sans Serif"/>
              </a:rPr>
              <a:t>particular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6" strike="noStrike" u="none">
                <a:solidFill>
                  <a:schemeClr val="dk1"/>
                </a:solidFill>
                <a:uFillTx/>
                <a:latin typeface="Microsoft Sans Serif"/>
              </a:rPr>
              <a:t>situations</a:t>
            </a:r>
            <a:r>
              <a:rPr b="0" lang="en-US" sz="14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1" strike="noStrike" u="none">
                <a:solidFill>
                  <a:schemeClr val="dk1"/>
                </a:solidFill>
                <a:uFillTx/>
                <a:latin typeface="Microsoft Sans Serif"/>
              </a:rPr>
              <a:t>(e.g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If</a:t>
            </a:r>
            <a:r>
              <a:rPr b="0" lang="en-US" sz="1400" spc="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4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click</a:t>
            </a:r>
            <a:r>
              <a:rPr b="0" lang="en-US" sz="14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19" strike="noStrike" u="none">
                <a:solidFill>
                  <a:schemeClr val="dk1"/>
                </a:solidFill>
                <a:uFillTx/>
                <a:latin typeface="Microsoft Sans Serif"/>
              </a:rPr>
              <a:t>on</a:t>
            </a:r>
            <a:r>
              <a:rPr b="0" lang="en-US" sz="14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an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34" strike="noStrike" u="none">
                <a:solidFill>
                  <a:schemeClr val="dk1"/>
                </a:solidFill>
                <a:uFillTx/>
                <a:latin typeface="Microsoft Sans Serif"/>
              </a:rPr>
              <a:t>exit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1" strike="noStrike" u="none">
                <a:solidFill>
                  <a:schemeClr val="dk1"/>
                </a:solidFill>
                <a:uFillTx/>
                <a:latin typeface="Microsoft Sans Serif"/>
              </a:rPr>
              <a:t>button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05" strike="noStrike" u="none">
                <a:solidFill>
                  <a:schemeClr val="dk1"/>
                </a:solidFill>
                <a:uFillTx/>
                <a:latin typeface="Microsoft Sans Serif"/>
              </a:rPr>
              <a:t>then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30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r>
              <a:rPr b="0" lang="en-US" sz="14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9" strike="noStrike" u="none">
                <a:solidFill>
                  <a:schemeClr val="dk1"/>
                </a:solidFill>
                <a:uFillTx/>
                <a:latin typeface="Microsoft Sans Serif"/>
              </a:rPr>
              <a:t>behaves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4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4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34" strike="noStrike" u="none">
                <a:solidFill>
                  <a:schemeClr val="dk1"/>
                </a:solidFill>
                <a:uFillTx/>
                <a:latin typeface="Microsoft Sans Serif"/>
              </a:rPr>
              <a:t>particular</a:t>
            </a:r>
            <a:r>
              <a:rPr b="0" lang="en-US" sz="14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5" strike="noStrike" u="none">
                <a:solidFill>
                  <a:schemeClr val="dk1"/>
                </a:solidFill>
                <a:uFillTx/>
                <a:latin typeface="Microsoft Sans Serif"/>
              </a:rPr>
              <a:t>way)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4" name="object 7" descr=""/>
          <p:cNvPicPr/>
          <p:nvPr/>
        </p:nvPicPr>
        <p:blipFill>
          <a:blip r:embed="rId1"/>
          <a:stretch/>
        </p:blipFill>
        <p:spPr>
          <a:xfrm>
            <a:off x="6843600" y="5494680"/>
            <a:ext cx="1874880" cy="1300320"/>
          </a:xfrm>
          <a:prstGeom prst="rect">
            <a:avLst/>
          </a:prstGeom>
          <a:ln w="0">
            <a:noFill/>
          </a:ln>
        </p:spPr>
      </p:pic>
      <p:grpSp>
        <p:nvGrpSpPr>
          <p:cNvPr id="75" name="object 8"/>
          <p:cNvGrpSpPr/>
          <p:nvPr/>
        </p:nvGrpSpPr>
        <p:grpSpPr>
          <a:xfrm>
            <a:off x="4521240" y="1854720"/>
            <a:ext cx="33480" cy="33480"/>
            <a:chOff x="4521240" y="1854720"/>
            <a:chExt cx="33480" cy="33480"/>
          </a:xfrm>
        </p:grpSpPr>
        <p:sp>
          <p:nvSpPr>
            <p:cNvPr id="76" name="object 9"/>
            <p:cNvSpPr/>
            <p:nvPr/>
          </p:nvSpPr>
          <p:spPr>
            <a:xfrm>
              <a:off x="4521240" y="1854720"/>
              <a:ext cx="33480" cy="33480"/>
            </a:xfrm>
            <a:custGeom>
              <a:avLst/>
              <a:gdLst>
                <a:gd name="textAreaLeft" fmla="*/ 0 w 33480"/>
                <a:gd name="textAreaRight" fmla="*/ 34200 w 33480"/>
                <a:gd name="textAreaTop" fmla="*/ 0 h 33480"/>
                <a:gd name="textAreaBottom" fmla="*/ 34200 h 33480"/>
              </a:gdLst>
              <a:ahLst/>
              <a:rect l="textAreaLeft" t="textAreaTop" r="textAreaRight" b="textAreaBottom"/>
              <a:pathLst>
                <a:path w="34289" h="34289">
                  <a:moveTo>
                    <a:pt x="26288" y="0"/>
                  </a:moveTo>
                  <a:lnTo>
                    <a:pt x="7620" y="0"/>
                  </a:lnTo>
                  <a:lnTo>
                    <a:pt x="0" y="7620"/>
                  </a:lnTo>
                  <a:lnTo>
                    <a:pt x="0" y="26289"/>
                  </a:lnTo>
                  <a:lnTo>
                    <a:pt x="7620" y="33909"/>
                  </a:lnTo>
                  <a:lnTo>
                    <a:pt x="26288" y="33909"/>
                  </a:lnTo>
                  <a:lnTo>
                    <a:pt x="33909" y="26289"/>
                  </a:lnTo>
                  <a:lnTo>
                    <a:pt x="33909" y="17018"/>
                  </a:lnTo>
                  <a:lnTo>
                    <a:pt x="33909" y="7620"/>
                  </a:lnTo>
                  <a:lnTo>
                    <a:pt x="26288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77" name="object 10"/>
            <p:cNvSpPr/>
            <p:nvPr/>
          </p:nvSpPr>
          <p:spPr>
            <a:xfrm>
              <a:off x="4521240" y="1854720"/>
              <a:ext cx="33480" cy="33480"/>
            </a:xfrm>
            <a:custGeom>
              <a:avLst/>
              <a:gdLst>
                <a:gd name="textAreaLeft" fmla="*/ 0 w 33480"/>
                <a:gd name="textAreaRight" fmla="*/ 34200 w 33480"/>
                <a:gd name="textAreaTop" fmla="*/ 0 h 33480"/>
                <a:gd name="textAreaBottom" fmla="*/ 34200 h 33480"/>
              </a:gdLst>
              <a:ahLst/>
              <a:rect l="textAreaLeft" t="textAreaTop" r="textAreaRight" b="textAreaBottom"/>
              <a:pathLst>
                <a:path w="34289" h="34289">
                  <a:moveTo>
                    <a:pt x="33909" y="17018"/>
                  </a:moveTo>
                  <a:lnTo>
                    <a:pt x="33909" y="26289"/>
                  </a:lnTo>
                  <a:lnTo>
                    <a:pt x="26288" y="33909"/>
                  </a:lnTo>
                  <a:lnTo>
                    <a:pt x="16890" y="33909"/>
                  </a:lnTo>
                  <a:lnTo>
                    <a:pt x="7620" y="33909"/>
                  </a:lnTo>
                  <a:lnTo>
                    <a:pt x="0" y="26289"/>
                  </a:lnTo>
                  <a:lnTo>
                    <a:pt x="0" y="17018"/>
                  </a:lnTo>
                  <a:lnTo>
                    <a:pt x="0" y="7620"/>
                  </a:lnTo>
                  <a:lnTo>
                    <a:pt x="7620" y="0"/>
                  </a:lnTo>
                  <a:lnTo>
                    <a:pt x="16890" y="0"/>
                  </a:lnTo>
                  <a:lnTo>
                    <a:pt x="26288" y="0"/>
                  </a:lnTo>
                  <a:lnTo>
                    <a:pt x="33909" y="7620"/>
                  </a:lnTo>
                  <a:lnTo>
                    <a:pt x="33909" y="17018"/>
                  </a:lnTo>
                  <a:close/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8" name="object 11"/>
          <p:cNvGrpSpPr/>
          <p:nvPr/>
        </p:nvGrpSpPr>
        <p:grpSpPr>
          <a:xfrm>
            <a:off x="4755240" y="1877400"/>
            <a:ext cx="86040" cy="86040"/>
            <a:chOff x="4755240" y="1877400"/>
            <a:chExt cx="86040" cy="86040"/>
          </a:xfrm>
        </p:grpSpPr>
        <p:pic>
          <p:nvPicPr>
            <p:cNvPr id="79" name="object 12" descr=""/>
            <p:cNvPicPr/>
            <p:nvPr/>
          </p:nvPicPr>
          <p:blipFill>
            <a:blip r:embed="rId2"/>
            <a:stretch/>
          </p:blipFill>
          <p:spPr>
            <a:xfrm>
              <a:off x="4764960" y="1887120"/>
              <a:ext cx="66960" cy="66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0" name="object 13" descr=""/>
            <p:cNvPicPr/>
            <p:nvPr/>
          </p:nvPicPr>
          <p:blipFill>
            <a:blip r:embed="rId3"/>
            <a:stretch/>
          </p:blipFill>
          <p:spPr>
            <a:xfrm>
              <a:off x="4755240" y="1877400"/>
              <a:ext cx="86040" cy="860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81" name="object 14"/>
          <p:cNvGrpSpPr/>
          <p:nvPr/>
        </p:nvGrpSpPr>
        <p:grpSpPr>
          <a:xfrm>
            <a:off x="6447960" y="534600"/>
            <a:ext cx="2511720" cy="609480"/>
            <a:chOff x="6447960" y="534600"/>
            <a:chExt cx="2511720" cy="609480"/>
          </a:xfrm>
        </p:grpSpPr>
        <p:sp>
          <p:nvSpPr>
            <p:cNvPr id="82" name="object 15"/>
            <p:cNvSpPr/>
            <p:nvPr/>
          </p:nvSpPr>
          <p:spPr>
            <a:xfrm>
              <a:off x="6520680" y="534600"/>
              <a:ext cx="2439000" cy="609480"/>
            </a:xfrm>
            <a:custGeom>
              <a:avLst/>
              <a:gdLst>
                <a:gd name="textAreaLeft" fmla="*/ 0 w 2439000"/>
                <a:gd name="textAreaRight" fmla="*/ 2439720 w 2439000"/>
                <a:gd name="textAreaTop" fmla="*/ 0 h 609480"/>
                <a:gd name="textAreaBottom" fmla="*/ 610200 h 609480"/>
              </a:gdLst>
              <a:ahLst/>
              <a:rect l="textAreaLeft" t="textAreaTop" r="textAreaRight" b="textAreaBottom"/>
              <a:pathLst>
                <a:path w="2439670" h="610235">
                  <a:moveTo>
                    <a:pt x="1490588" y="0"/>
                  </a:moveTo>
                  <a:lnTo>
                    <a:pt x="1436680" y="1911"/>
                  </a:lnTo>
                  <a:lnTo>
                    <a:pt x="1385505" y="7739"/>
                  </a:lnTo>
                  <a:lnTo>
                    <a:pt x="1339046" y="17254"/>
                  </a:lnTo>
                  <a:lnTo>
                    <a:pt x="1299287" y="30229"/>
                  </a:lnTo>
                  <a:lnTo>
                    <a:pt x="1268212" y="46434"/>
                  </a:lnTo>
                  <a:lnTo>
                    <a:pt x="1252173" y="41465"/>
                  </a:lnTo>
                  <a:lnTo>
                    <a:pt x="1198362" y="29035"/>
                  </a:lnTo>
                  <a:lnTo>
                    <a:pt x="1141920" y="21185"/>
                  </a:lnTo>
                  <a:lnTo>
                    <a:pt x="1083792" y="17428"/>
                  </a:lnTo>
                  <a:lnTo>
                    <a:pt x="1025618" y="17598"/>
                  </a:lnTo>
                  <a:lnTo>
                    <a:pt x="969032" y="21526"/>
                  </a:lnTo>
                  <a:lnTo>
                    <a:pt x="915673" y="29044"/>
                  </a:lnTo>
                  <a:lnTo>
                    <a:pt x="867178" y="39983"/>
                  </a:lnTo>
                  <a:lnTo>
                    <a:pt x="825184" y="54175"/>
                  </a:lnTo>
                  <a:lnTo>
                    <a:pt x="791327" y="71453"/>
                  </a:lnTo>
                  <a:lnTo>
                    <a:pt x="745764" y="63688"/>
                  </a:lnTo>
                  <a:lnTo>
                    <a:pt x="697908" y="58099"/>
                  </a:lnTo>
                  <a:lnTo>
                    <a:pt x="648425" y="54729"/>
                  </a:lnTo>
                  <a:lnTo>
                    <a:pt x="597978" y="53620"/>
                  </a:lnTo>
                  <a:lnTo>
                    <a:pt x="547233" y="54816"/>
                  </a:lnTo>
                  <a:lnTo>
                    <a:pt x="480152" y="60030"/>
                  </a:lnTo>
                  <a:lnTo>
                    <a:pt x="418628" y="68960"/>
                  </a:lnTo>
                  <a:lnTo>
                    <a:pt x="363582" y="81194"/>
                  </a:lnTo>
                  <a:lnTo>
                    <a:pt x="315933" y="96320"/>
                  </a:lnTo>
                  <a:lnTo>
                    <a:pt x="276601" y="113924"/>
                  </a:lnTo>
                  <a:lnTo>
                    <a:pt x="226569" y="154916"/>
                  </a:lnTo>
                  <a:lnTo>
                    <a:pt x="217708" y="177478"/>
                  </a:lnTo>
                  <a:lnTo>
                    <a:pt x="220843" y="200866"/>
                  </a:lnTo>
                  <a:lnTo>
                    <a:pt x="218811" y="202771"/>
                  </a:lnTo>
                  <a:lnTo>
                    <a:pt x="162445" y="207055"/>
                  </a:lnTo>
                  <a:lnTo>
                    <a:pt x="111258" y="215614"/>
                  </a:lnTo>
                  <a:lnTo>
                    <a:pt x="67239" y="228006"/>
                  </a:lnTo>
                  <a:lnTo>
                    <a:pt x="32375" y="243792"/>
                  </a:lnTo>
                  <a:lnTo>
                    <a:pt x="0" y="294720"/>
                  </a:lnTo>
                  <a:lnTo>
                    <a:pt x="18970" y="319559"/>
                  </a:lnTo>
                  <a:lnTo>
                    <a:pt x="59454" y="341478"/>
                  </a:lnTo>
                  <a:lnTo>
                    <a:pt x="120005" y="358600"/>
                  </a:lnTo>
                  <a:lnTo>
                    <a:pt x="87866" y="373146"/>
                  </a:lnTo>
                  <a:lnTo>
                    <a:pt x="65967" y="389525"/>
                  </a:lnTo>
                  <a:lnTo>
                    <a:pt x="54926" y="407142"/>
                  </a:lnTo>
                  <a:lnTo>
                    <a:pt x="55362" y="425402"/>
                  </a:lnTo>
                  <a:lnTo>
                    <a:pt x="103152" y="465873"/>
                  </a:lnTo>
                  <a:lnTo>
                    <a:pt x="147167" y="481123"/>
                  </a:lnTo>
                  <a:lnTo>
                    <a:pt x="201121" y="492119"/>
                  </a:lnTo>
                  <a:lnTo>
                    <a:pt x="262405" y="498163"/>
                  </a:lnTo>
                  <a:lnTo>
                    <a:pt x="328412" y="498554"/>
                  </a:lnTo>
                  <a:lnTo>
                    <a:pt x="366878" y="517838"/>
                  </a:lnTo>
                  <a:lnTo>
                    <a:pt x="406044" y="532404"/>
                  </a:lnTo>
                  <a:lnTo>
                    <a:pt x="449771" y="544861"/>
                  </a:lnTo>
                  <a:lnTo>
                    <a:pt x="497346" y="555149"/>
                  </a:lnTo>
                  <a:lnTo>
                    <a:pt x="548057" y="563207"/>
                  </a:lnTo>
                  <a:lnTo>
                    <a:pt x="601192" y="568976"/>
                  </a:lnTo>
                  <a:lnTo>
                    <a:pt x="656040" y="572395"/>
                  </a:lnTo>
                  <a:lnTo>
                    <a:pt x="711887" y="573404"/>
                  </a:lnTo>
                  <a:lnTo>
                    <a:pt x="768021" y="571944"/>
                  </a:lnTo>
                  <a:lnTo>
                    <a:pt x="823731" y="567955"/>
                  </a:lnTo>
                  <a:lnTo>
                    <a:pt x="878303" y="561376"/>
                  </a:lnTo>
                  <a:lnTo>
                    <a:pt x="931027" y="552148"/>
                  </a:lnTo>
                  <a:lnTo>
                    <a:pt x="972078" y="569626"/>
                  </a:lnTo>
                  <a:lnTo>
                    <a:pt x="1020927" y="584343"/>
                  </a:lnTo>
                  <a:lnTo>
                    <a:pt x="1076421" y="596011"/>
                  </a:lnTo>
                  <a:lnTo>
                    <a:pt x="1137402" y="604345"/>
                  </a:lnTo>
                  <a:lnTo>
                    <a:pt x="1198005" y="608802"/>
                  </a:lnTo>
                  <a:lnTo>
                    <a:pt x="1258308" y="609868"/>
                  </a:lnTo>
                  <a:lnTo>
                    <a:pt x="1317335" y="607720"/>
                  </a:lnTo>
                  <a:lnTo>
                    <a:pt x="1374106" y="602535"/>
                  </a:lnTo>
                  <a:lnTo>
                    <a:pt x="1427645" y="594487"/>
                  </a:lnTo>
                  <a:lnTo>
                    <a:pt x="1476974" y="583753"/>
                  </a:lnTo>
                  <a:lnTo>
                    <a:pt x="1521115" y="570509"/>
                  </a:lnTo>
                  <a:lnTo>
                    <a:pt x="1559091" y="554931"/>
                  </a:lnTo>
                  <a:lnTo>
                    <a:pt x="1612636" y="517477"/>
                  </a:lnTo>
                  <a:lnTo>
                    <a:pt x="1652300" y="524706"/>
                  </a:lnTo>
                  <a:lnTo>
                    <a:pt x="1694297" y="529971"/>
                  </a:lnTo>
                  <a:lnTo>
                    <a:pt x="1738009" y="533211"/>
                  </a:lnTo>
                  <a:lnTo>
                    <a:pt x="1782816" y="534368"/>
                  </a:lnTo>
                  <a:lnTo>
                    <a:pt x="1848681" y="532299"/>
                  </a:lnTo>
                  <a:lnTo>
                    <a:pt x="1910136" y="526004"/>
                  </a:lnTo>
                  <a:lnTo>
                    <a:pt x="1965855" y="515926"/>
                  </a:lnTo>
                  <a:lnTo>
                    <a:pt x="2014512" y="502507"/>
                  </a:lnTo>
                  <a:lnTo>
                    <a:pt x="2054781" y="486189"/>
                  </a:lnTo>
                  <a:lnTo>
                    <a:pt x="2104851" y="446623"/>
                  </a:lnTo>
                  <a:lnTo>
                    <a:pt x="2112000" y="424259"/>
                  </a:lnTo>
                  <a:lnTo>
                    <a:pt x="2160104" y="420840"/>
                  </a:lnTo>
                  <a:lnTo>
                    <a:pt x="2206314" y="415385"/>
                  </a:lnTo>
                  <a:lnTo>
                    <a:pt x="2250071" y="407953"/>
                  </a:lnTo>
                  <a:lnTo>
                    <a:pt x="2290816" y="398605"/>
                  </a:lnTo>
                  <a:lnTo>
                    <a:pt x="2347211" y="380559"/>
                  </a:lnTo>
                  <a:lnTo>
                    <a:pt x="2390571" y="359680"/>
                  </a:lnTo>
                  <a:lnTo>
                    <a:pt x="2437057" y="312372"/>
                  </a:lnTo>
                  <a:lnTo>
                    <a:pt x="2439617" y="287421"/>
                  </a:lnTo>
                  <a:lnTo>
                    <a:pt x="2428012" y="262588"/>
                  </a:lnTo>
                  <a:lnTo>
                    <a:pt x="2401959" y="238613"/>
                  </a:lnTo>
                  <a:lnTo>
                    <a:pt x="2361174" y="216233"/>
                  </a:lnTo>
                  <a:lnTo>
                    <a:pt x="2366635" y="211788"/>
                  </a:lnTo>
                  <a:lnTo>
                    <a:pt x="2371334" y="207343"/>
                  </a:lnTo>
                  <a:lnTo>
                    <a:pt x="2374890" y="202771"/>
                  </a:lnTo>
                  <a:lnTo>
                    <a:pt x="2385358" y="179337"/>
                  </a:lnTo>
                  <a:lnTo>
                    <a:pt x="2380158" y="156456"/>
                  </a:lnTo>
                  <a:lnTo>
                    <a:pt x="2327834" y="115376"/>
                  </a:lnTo>
                  <a:lnTo>
                    <a:pt x="2283247" y="98687"/>
                  </a:lnTo>
                  <a:lnTo>
                    <a:pt x="2228067" y="85572"/>
                  </a:lnTo>
                  <a:lnTo>
                    <a:pt x="2163562" y="76787"/>
                  </a:lnTo>
                  <a:lnTo>
                    <a:pt x="2151170" y="61218"/>
                  </a:lnTo>
                  <a:lnTo>
                    <a:pt x="2104430" y="33603"/>
                  </a:lnTo>
                  <a:lnTo>
                    <a:pt x="2025336" y="11520"/>
                  </a:lnTo>
                  <a:lnTo>
                    <a:pt x="1975735" y="4381"/>
                  </a:lnTo>
                  <a:lnTo>
                    <a:pt x="1923858" y="719"/>
                  </a:lnTo>
                  <a:lnTo>
                    <a:pt x="1871256" y="492"/>
                  </a:lnTo>
                  <a:lnTo>
                    <a:pt x="1819481" y="3658"/>
                  </a:lnTo>
                  <a:lnTo>
                    <a:pt x="1770087" y="10176"/>
                  </a:lnTo>
                  <a:lnTo>
                    <a:pt x="1724624" y="20003"/>
                  </a:lnTo>
                  <a:lnTo>
                    <a:pt x="1684645" y="33099"/>
                  </a:lnTo>
                  <a:lnTo>
                    <a:pt x="1666318" y="25773"/>
                  </a:lnTo>
                  <a:lnTo>
                    <a:pt x="1645752" y="19256"/>
                  </a:lnTo>
                  <a:lnTo>
                    <a:pt x="1623138" y="13597"/>
                  </a:lnTo>
                  <a:lnTo>
                    <a:pt x="1598666" y="8842"/>
                  </a:lnTo>
                  <a:lnTo>
                    <a:pt x="1545245" y="2234"/>
                  </a:lnTo>
                  <a:lnTo>
                    <a:pt x="1490588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83" name="object 16" descr=""/>
            <p:cNvPicPr/>
            <p:nvPr/>
          </p:nvPicPr>
          <p:blipFill>
            <a:blip r:embed="rId4"/>
            <a:stretch/>
          </p:blipFill>
          <p:spPr>
            <a:xfrm>
              <a:off x="6457320" y="553320"/>
              <a:ext cx="100800" cy="100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4" name="object 17"/>
            <p:cNvSpPr/>
            <p:nvPr/>
          </p:nvSpPr>
          <p:spPr>
            <a:xfrm>
              <a:off x="6520680" y="534600"/>
              <a:ext cx="2439000" cy="609480"/>
            </a:xfrm>
            <a:custGeom>
              <a:avLst/>
              <a:gdLst>
                <a:gd name="textAreaLeft" fmla="*/ 0 w 2439000"/>
                <a:gd name="textAreaRight" fmla="*/ 2439720 w 2439000"/>
                <a:gd name="textAreaTop" fmla="*/ 0 h 609480"/>
                <a:gd name="textAreaBottom" fmla="*/ 610200 h 609480"/>
              </a:gdLst>
              <a:ahLst/>
              <a:rect l="textAreaLeft" t="textAreaTop" r="textAreaRight" b="textAreaBottom"/>
              <a:pathLst>
                <a:path w="2439670" h="610235">
                  <a:moveTo>
                    <a:pt x="220843" y="200866"/>
                  </a:moveTo>
                  <a:lnTo>
                    <a:pt x="226569" y="154916"/>
                  </a:lnTo>
                  <a:lnTo>
                    <a:pt x="276601" y="113924"/>
                  </a:lnTo>
                  <a:lnTo>
                    <a:pt x="315933" y="96320"/>
                  </a:lnTo>
                  <a:lnTo>
                    <a:pt x="363582" y="81194"/>
                  </a:lnTo>
                  <a:lnTo>
                    <a:pt x="418628" y="68960"/>
                  </a:lnTo>
                  <a:lnTo>
                    <a:pt x="480152" y="60030"/>
                  </a:lnTo>
                  <a:lnTo>
                    <a:pt x="547233" y="54816"/>
                  </a:lnTo>
                  <a:lnTo>
                    <a:pt x="597978" y="53620"/>
                  </a:lnTo>
                  <a:lnTo>
                    <a:pt x="648425" y="54729"/>
                  </a:lnTo>
                  <a:lnTo>
                    <a:pt x="697908" y="58099"/>
                  </a:lnTo>
                  <a:lnTo>
                    <a:pt x="745764" y="63688"/>
                  </a:lnTo>
                  <a:lnTo>
                    <a:pt x="791327" y="71453"/>
                  </a:lnTo>
                  <a:lnTo>
                    <a:pt x="825184" y="54175"/>
                  </a:lnTo>
                  <a:lnTo>
                    <a:pt x="867178" y="39983"/>
                  </a:lnTo>
                  <a:lnTo>
                    <a:pt x="915673" y="29044"/>
                  </a:lnTo>
                  <a:lnTo>
                    <a:pt x="969032" y="21526"/>
                  </a:lnTo>
                  <a:lnTo>
                    <a:pt x="1025618" y="17598"/>
                  </a:lnTo>
                  <a:lnTo>
                    <a:pt x="1083792" y="17428"/>
                  </a:lnTo>
                  <a:lnTo>
                    <a:pt x="1141920" y="21185"/>
                  </a:lnTo>
                  <a:lnTo>
                    <a:pt x="1198362" y="29035"/>
                  </a:lnTo>
                  <a:lnTo>
                    <a:pt x="1252173" y="41465"/>
                  </a:lnTo>
                  <a:lnTo>
                    <a:pt x="1268212" y="46434"/>
                  </a:lnTo>
                  <a:lnTo>
                    <a:pt x="1299287" y="30229"/>
                  </a:lnTo>
                  <a:lnTo>
                    <a:pt x="1339046" y="17254"/>
                  </a:lnTo>
                  <a:lnTo>
                    <a:pt x="1385505" y="7739"/>
                  </a:lnTo>
                  <a:lnTo>
                    <a:pt x="1436680" y="1911"/>
                  </a:lnTo>
                  <a:lnTo>
                    <a:pt x="1490588" y="0"/>
                  </a:lnTo>
                  <a:lnTo>
                    <a:pt x="1545245" y="2234"/>
                  </a:lnTo>
                  <a:lnTo>
                    <a:pt x="1598666" y="8842"/>
                  </a:lnTo>
                  <a:lnTo>
                    <a:pt x="1645752" y="19256"/>
                  </a:lnTo>
                  <a:lnTo>
                    <a:pt x="1684645" y="33099"/>
                  </a:lnTo>
                  <a:lnTo>
                    <a:pt x="1724624" y="20003"/>
                  </a:lnTo>
                  <a:lnTo>
                    <a:pt x="1770087" y="10176"/>
                  </a:lnTo>
                  <a:lnTo>
                    <a:pt x="1819481" y="3658"/>
                  </a:lnTo>
                  <a:lnTo>
                    <a:pt x="1871256" y="492"/>
                  </a:lnTo>
                  <a:lnTo>
                    <a:pt x="1923858" y="719"/>
                  </a:lnTo>
                  <a:lnTo>
                    <a:pt x="1975735" y="4381"/>
                  </a:lnTo>
                  <a:lnTo>
                    <a:pt x="2025336" y="11520"/>
                  </a:lnTo>
                  <a:lnTo>
                    <a:pt x="2071106" y="22177"/>
                  </a:lnTo>
                  <a:lnTo>
                    <a:pt x="2131288" y="46720"/>
                  </a:lnTo>
                  <a:lnTo>
                    <a:pt x="2163562" y="76787"/>
                  </a:lnTo>
                  <a:lnTo>
                    <a:pt x="2228067" y="85572"/>
                  </a:lnTo>
                  <a:lnTo>
                    <a:pt x="2283247" y="98687"/>
                  </a:lnTo>
                  <a:lnTo>
                    <a:pt x="2327834" y="115376"/>
                  </a:lnTo>
                  <a:lnTo>
                    <a:pt x="2360561" y="134884"/>
                  </a:lnTo>
                  <a:lnTo>
                    <a:pt x="2385358" y="179337"/>
                  </a:lnTo>
                  <a:lnTo>
                    <a:pt x="2374890" y="202771"/>
                  </a:lnTo>
                  <a:lnTo>
                    <a:pt x="2371334" y="207343"/>
                  </a:lnTo>
                  <a:lnTo>
                    <a:pt x="2366635" y="211788"/>
                  </a:lnTo>
                  <a:lnTo>
                    <a:pt x="2361174" y="216233"/>
                  </a:lnTo>
                  <a:lnTo>
                    <a:pt x="2401959" y="238613"/>
                  </a:lnTo>
                  <a:lnTo>
                    <a:pt x="2428012" y="262588"/>
                  </a:lnTo>
                  <a:lnTo>
                    <a:pt x="2439617" y="287421"/>
                  </a:lnTo>
                  <a:lnTo>
                    <a:pt x="2437057" y="312372"/>
                  </a:lnTo>
                  <a:lnTo>
                    <a:pt x="2390571" y="359680"/>
                  </a:lnTo>
                  <a:lnTo>
                    <a:pt x="2347211" y="380559"/>
                  </a:lnTo>
                  <a:lnTo>
                    <a:pt x="2290816" y="398605"/>
                  </a:lnTo>
                  <a:lnTo>
                    <a:pt x="2250071" y="407953"/>
                  </a:lnTo>
                  <a:lnTo>
                    <a:pt x="2206314" y="415385"/>
                  </a:lnTo>
                  <a:lnTo>
                    <a:pt x="2160104" y="420840"/>
                  </a:lnTo>
                  <a:lnTo>
                    <a:pt x="2112000" y="424259"/>
                  </a:lnTo>
                  <a:lnTo>
                    <a:pt x="2104851" y="446623"/>
                  </a:lnTo>
                  <a:lnTo>
                    <a:pt x="2054781" y="486189"/>
                  </a:lnTo>
                  <a:lnTo>
                    <a:pt x="2014512" y="502507"/>
                  </a:lnTo>
                  <a:lnTo>
                    <a:pt x="1965855" y="515926"/>
                  </a:lnTo>
                  <a:lnTo>
                    <a:pt x="1910136" y="526004"/>
                  </a:lnTo>
                  <a:lnTo>
                    <a:pt x="1848681" y="532299"/>
                  </a:lnTo>
                  <a:lnTo>
                    <a:pt x="1782816" y="534368"/>
                  </a:lnTo>
                  <a:lnTo>
                    <a:pt x="1738009" y="533211"/>
                  </a:lnTo>
                  <a:lnTo>
                    <a:pt x="1694297" y="529971"/>
                  </a:lnTo>
                  <a:lnTo>
                    <a:pt x="1652300" y="524706"/>
                  </a:lnTo>
                  <a:lnTo>
                    <a:pt x="1612636" y="517477"/>
                  </a:lnTo>
                  <a:lnTo>
                    <a:pt x="1589924" y="537195"/>
                  </a:lnTo>
                  <a:lnTo>
                    <a:pt x="1521115" y="570509"/>
                  </a:lnTo>
                  <a:lnTo>
                    <a:pt x="1476974" y="583753"/>
                  </a:lnTo>
                  <a:lnTo>
                    <a:pt x="1427645" y="594487"/>
                  </a:lnTo>
                  <a:lnTo>
                    <a:pt x="1374106" y="602535"/>
                  </a:lnTo>
                  <a:lnTo>
                    <a:pt x="1317335" y="607720"/>
                  </a:lnTo>
                  <a:lnTo>
                    <a:pt x="1258308" y="609868"/>
                  </a:lnTo>
                  <a:lnTo>
                    <a:pt x="1198005" y="608802"/>
                  </a:lnTo>
                  <a:lnTo>
                    <a:pt x="1137402" y="604345"/>
                  </a:lnTo>
                  <a:lnTo>
                    <a:pt x="1076421" y="596011"/>
                  </a:lnTo>
                  <a:lnTo>
                    <a:pt x="1020927" y="584343"/>
                  </a:lnTo>
                  <a:lnTo>
                    <a:pt x="972078" y="569626"/>
                  </a:lnTo>
                  <a:lnTo>
                    <a:pt x="931027" y="552148"/>
                  </a:lnTo>
                  <a:lnTo>
                    <a:pt x="878303" y="561376"/>
                  </a:lnTo>
                  <a:lnTo>
                    <a:pt x="823731" y="567955"/>
                  </a:lnTo>
                  <a:lnTo>
                    <a:pt x="768021" y="571944"/>
                  </a:lnTo>
                  <a:lnTo>
                    <a:pt x="711887" y="573404"/>
                  </a:lnTo>
                  <a:lnTo>
                    <a:pt x="656040" y="572395"/>
                  </a:lnTo>
                  <a:lnTo>
                    <a:pt x="601192" y="568976"/>
                  </a:lnTo>
                  <a:lnTo>
                    <a:pt x="548057" y="563207"/>
                  </a:lnTo>
                  <a:lnTo>
                    <a:pt x="497346" y="555149"/>
                  </a:lnTo>
                  <a:lnTo>
                    <a:pt x="449771" y="544861"/>
                  </a:lnTo>
                  <a:lnTo>
                    <a:pt x="406044" y="532404"/>
                  </a:lnTo>
                  <a:lnTo>
                    <a:pt x="366878" y="517838"/>
                  </a:lnTo>
                  <a:lnTo>
                    <a:pt x="331460" y="500332"/>
                  </a:lnTo>
                  <a:lnTo>
                    <a:pt x="329936" y="499443"/>
                  </a:lnTo>
                  <a:lnTo>
                    <a:pt x="328412" y="498554"/>
                  </a:lnTo>
                  <a:lnTo>
                    <a:pt x="262405" y="498163"/>
                  </a:lnTo>
                  <a:lnTo>
                    <a:pt x="201121" y="492119"/>
                  </a:lnTo>
                  <a:lnTo>
                    <a:pt x="147167" y="481123"/>
                  </a:lnTo>
                  <a:lnTo>
                    <a:pt x="103152" y="465873"/>
                  </a:lnTo>
                  <a:lnTo>
                    <a:pt x="55362" y="425402"/>
                  </a:lnTo>
                  <a:lnTo>
                    <a:pt x="54926" y="407142"/>
                  </a:lnTo>
                  <a:lnTo>
                    <a:pt x="65967" y="389525"/>
                  </a:lnTo>
                  <a:lnTo>
                    <a:pt x="87866" y="373146"/>
                  </a:lnTo>
                  <a:lnTo>
                    <a:pt x="120005" y="358600"/>
                  </a:lnTo>
                  <a:lnTo>
                    <a:pt x="59454" y="341478"/>
                  </a:lnTo>
                  <a:lnTo>
                    <a:pt x="18970" y="319559"/>
                  </a:lnTo>
                  <a:lnTo>
                    <a:pt x="0" y="294720"/>
                  </a:lnTo>
                  <a:lnTo>
                    <a:pt x="3986" y="268839"/>
                  </a:lnTo>
                  <a:lnTo>
                    <a:pt x="67239" y="228006"/>
                  </a:lnTo>
                  <a:lnTo>
                    <a:pt x="111258" y="215614"/>
                  </a:lnTo>
                  <a:lnTo>
                    <a:pt x="162445" y="207055"/>
                  </a:lnTo>
                  <a:lnTo>
                    <a:pt x="218811" y="202771"/>
                  </a:lnTo>
                  <a:lnTo>
                    <a:pt x="220843" y="200866"/>
                  </a:lnTo>
                  <a:close/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85" name="object 18" descr=""/>
            <p:cNvPicPr/>
            <p:nvPr/>
          </p:nvPicPr>
          <p:blipFill>
            <a:blip r:embed="rId5"/>
            <a:stretch/>
          </p:blipFill>
          <p:spPr>
            <a:xfrm>
              <a:off x="6447960" y="543960"/>
              <a:ext cx="119880" cy="119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6" name="object 19"/>
            <p:cNvSpPr/>
            <p:nvPr/>
          </p:nvSpPr>
          <p:spPr>
            <a:xfrm>
              <a:off x="6643080" y="565560"/>
              <a:ext cx="2237040" cy="518040"/>
            </a:xfrm>
            <a:custGeom>
              <a:avLst/>
              <a:gdLst>
                <a:gd name="textAreaLeft" fmla="*/ 0 w 2237040"/>
                <a:gd name="textAreaRight" fmla="*/ 2237760 w 2237040"/>
                <a:gd name="textAreaTop" fmla="*/ 0 h 518040"/>
                <a:gd name="textAreaBottom" fmla="*/ 518760 h 518040"/>
              </a:gdLst>
              <a:ahLst/>
              <a:rect l="textAreaLeft" t="textAreaTop" r="textAreaRight" b="textAreaBottom"/>
              <a:pathLst>
                <a:path w="2237740" h="518794">
                  <a:moveTo>
                    <a:pt x="143001" y="336422"/>
                  </a:moveTo>
                  <a:lnTo>
                    <a:pt x="105673" y="336407"/>
                  </a:lnTo>
                  <a:lnTo>
                    <a:pt x="68976" y="334486"/>
                  </a:lnTo>
                  <a:lnTo>
                    <a:pt x="33541" y="330707"/>
                  </a:lnTo>
                  <a:lnTo>
                    <a:pt x="0" y="325119"/>
                  </a:lnTo>
                </a:path>
                <a:path w="2237740" h="518794">
                  <a:moveTo>
                    <a:pt x="269113" y="459485"/>
                  </a:moveTo>
                  <a:lnTo>
                    <a:pt x="253884" y="461319"/>
                  </a:lnTo>
                  <a:lnTo>
                    <a:pt x="238347" y="462819"/>
                  </a:lnTo>
                  <a:lnTo>
                    <a:pt x="222571" y="463986"/>
                  </a:lnTo>
                  <a:lnTo>
                    <a:pt x="206628" y="464819"/>
                  </a:lnTo>
                </a:path>
                <a:path w="2237740" h="518794">
                  <a:moveTo>
                    <a:pt x="808227" y="518540"/>
                  </a:moveTo>
                  <a:lnTo>
                    <a:pt x="797351" y="512710"/>
                  </a:lnTo>
                  <a:lnTo>
                    <a:pt x="787415" y="506666"/>
                  </a:lnTo>
                  <a:lnTo>
                    <a:pt x="778456" y="500431"/>
                  </a:lnTo>
                  <a:lnTo>
                    <a:pt x="770508" y="494029"/>
                  </a:lnTo>
                </a:path>
                <a:path w="2237740" h="518794">
                  <a:moveTo>
                    <a:pt x="1505203" y="457326"/>
                  </a:moveTo>
                  <a:lnTo>
                    <a:pt x="1503039" y="464159"/>
                  </a:lnTo>
                  <a:lnTo>
                    <a:pt x="1499790" y="470931"/>
                  </a:lnTo>
                  <a:lnTo>
                    <a:pt x="1495470" y="477633"/>
                  </a:lnTo>
                  <a:lnTo>
                    <a:pt x="1490090" y="484250"/>
                  </a:lnTo>
                </a:path>
                <a:path w="2237740" h="518794">
                  <a:moveTo>
                    <a:pt x="1804415" y="290829"/>
                  </a:moveTo>
                  <a:lnTo>
                    <a:pt x="1867052" y="304412"/>
                  </a:lnTo>
                  <a:lnTo>
                    <a:pt x="1918197" y="322074"/>
                  </a:lnTo>
                  <a:lnTo>
                    <a:pt x="1956389" y="343014"/>
                  </a:lnTo>
                  <a:lnTo>
                    <a:pt x="1980163" y="366436"/>
                  </a:lnTo>
                  <a:lnTo>
                    <a:pt x="1988057" y="391540"/>
                  </a:lnTo>
                </a:path>
                <a:path w="2237740" h="518794">
                  <a:moveTo>
                    <a:pt x="2237358" y="183641"/>
                  </a:moveTo>
                  <a:lnTo>
                    <a:pt x="2221847" y="194250"/>
                  </a:lnTo>
                  <a:lnTo>
                    <a:pt x="2202894" y="204120"/>
                  </a:lnTo>
                  <a:lnTo>
                    <a:pt x="2180726" y="213181"/>
                  </a:lnTo>
                  <a:lnTo>
                    <a:pt x="2155571" y="221360"/>
                  </a:lnTo>
                </a:path>
                <a:path w="2237740" h="518794">
                  <a:moveTo>
                    <a:pt x="2041271" y="43560"/>
                  </a:moveTo>
                  <a:lnTo>
                    <a:pt x="2044319" y="49402"/>
                  </a:lnTo>
                  <a:lnTo>
                    <a:pt x="2045843" y="55371"/>
                  </a:lnTo>
                  <a:lnTo>
                    <a:pt x="2045588" y="61340"/>
                  </a:lnTo>
                </a:path>
                <a:path w="2237740" h="518794">
                  <a:moveTo>
                    <a:pt x="1519427" y="22732"/>
                  </a:moveTo>
                  <a:lnTo>
                    <a:pt x="1527992" y="16662"/>
                  </a:lnTo>
                  <a:lnTo>
                    <a:pt x="1537843" y="10842"/>
                  </a:lnTo>
                  <a:lnTo>
                    <a:pt x="1548931" y="5284"/>
                  </a:lnTo>
                  <a:lnTo>
                    <a:pt x="1561210" y="0"/>
                  </a:lnTo>
                </a:path>
                <a:path w="2237740" h="518794">
                  <a:moveTo>
                    <a:pt x="1127759" y="33527"/>
                  </a:moveTo>
                  <a:lnTo>
                    <a:pt x="1131524" y="28507"/>
                  </a:lnTo>
                  <a:lnTo>
                    <a:pt x="1136157" y="23558"/>
                  </a:lnTo>
                  <a:lnTo>
                    <a:pt x="1141672" y="18704"/>
                  </a:lnTo>
                  <a:lnTo>
                    <a:pt x="1148079" y="13969"/>
                  </a:lnTo>
                </a:path>
                <a:path w="2237740" h="518794">
                  <a:moveTo>
                    <a:pt x="668274" y="40258"/>
                  </a:moveTo>
                  <a:lnTo>
                    <a:pt x="687887" y="44449"/>
                  </a:lnTo>
                  <a:lnTo>
                    <a:pt x="706691" y="49021"/>
                  </a:lnTo>
                  <a:lnTo>
                    <a:pt x="724638" y="53974"/>
                  </a:lnTo>
                  <a:lnTo>
                    <a:pt x="741679" y="59308"/>
                  </a:lnTo>
                </a:path>
                <a:path w="2237740" h="518794">
                  <a:moveTo>
                    <a:pt x="110997" y="189737"/>
                  </a:moveTo>
                  <a:lnTo>
                    <a:pt x="105155" y="183260"/>
                  </a:lnTo>
                  <a:lnTo>
                    <a:pt x="100964" y="176529"/>
                  </a:lnTo>
                  <a:lnTo>
                    <a:pt x="98170" y="169799"/>
                  </a:lnTo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87" name="object 20"/>
          <p:cNvSpPr/>
          <p:nvPr/>
        </p:nvSpPr>
        <p:spPr>
          <a:xfrm>
            <a:off x="7116840" y="340920"/>
            <a:ext cx="1174680" cy="7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9760" defTabSz="914400">
              <a:lnSpc>
                <a:spcPct val="100000"/>
              </a:lnSpc>
              <a:spcBef>
                <a:spcPts val="96"/>
              </a:spcBef>
            </a:pPr>
            <a:r>
              <a:rPr b="1" lang="en-US" sz="1600" spc="-320" strike="noStrike" u="none">
                <a:solidFill>
                  <a:srgbClr val="ffffff"/>
                </a:solidFill>
                <a:uFillTx/>
                <a:latin typeface="Arial"/>
              </a:rPr>
              <a:t>B</a:t>
            </a:r>
            <a:r>
              <a:rPr b="1" lang="en-US" sz="1600" spc="-136" strike="noStrike" u="none">
                <a:solidFill>
                  <a:srgbClr val="ffffff"/>
                </a:solidFill>
                <a:uFillTx/>
                <a:latin typeface="Arial"/>
              </a:rPr>
              <a:t>ack</a:t>
            </a:r>
            <a:r>
              <a:rPr b="1" lang="en-US" sz="1600" spc="-145" strike="noStrike" u="none">
                <a:solidFill>
                  <a:srgbClr val="ffffff"/>
                </a:solidFill>
                <a:uFillTx/>
                <a:latin typeface="Arial"/>
              </a:rPr>
              <a:t>b</a:t>
            </a:r>
            <a:r>
              <a:rPr b="1" lang="en-US" sz="1600" spc="-136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600" spc="-130" strike="noStrike" u="none">
                <a:solidFill>
                  <a:srgbClr val="ffffff"/>
                </a:solidFill>
                <a:uFillTx/>
                <a:latin typeface="Arial"/>
              </a:rPr>
              <a:t>ne</a:t>
            </a:r>
            <a:r>
              <a:rPr b="1" lang="en-US" sz="1600" spc="-14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85" strike="noStrike" u="none">
                <a:solidFill>
                  <a:srgbClr val="ffffff"/>
                </a:solidFill>
                <a:uFillTx/>
                <a:latin typeface="Arial"/>
              </a:rPr>
              <a:t>of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</a:pPr>
            <a:r>
              <a:rPr b="1" lang="en-US" sz="1600" spc="-139" strike="noStrike" u="none">
                <a:solidFill>
                  <a:srgbClr val="ffffff"/>
                </a:solidFill>
                <a:uFillTx/>
                <a:latin typeface="Arial"/>
              </a:rPr>
              <a:t>Requirements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ftr" idx="20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6840000" cy="8002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US" sz="4400" spc="-349" strike="noStrike" u="none">
                <a:solidFill>
                  <a:srgbClr val="1f2022"/>
                </a:solidFill>
                <a:uFillTx/>
                <a:latin typeface="Microsoft Sans Serif"/>
              </a:rPr>
              <a:t>No</a:t>
            </a:r>
            <a:r>
              <a:rPr b="0" lang="en-US" sz="4400" spc="-300" strike="noStrike" u="none">
                <a:solidFill>
                  <a:srgbClr val="1f2022"/>
                </a:solidFill>
                <a:uFillTx/>
                <a:latin typeface="Microsoft Sans Serif"/>
              </a:rPr>
              <a:t>n</a:t>
            </a:r>
            <a:r>
              <a:rPr b="0" lang="en-US" sz="4400" spc="-6" strike="noStrike" u="none">
                <a:solidFill>
                  <a:srgbClr val="1f2022"/>
                </a:solidFill>
                <a:uFillTx/>
                <a:latin typeface="Microsoft Sans Serif"/>
              </a:rPr>
              <a:t>-</a:t>
            </a:r>
            <a:r>
              <a:rPr b="0" lang="en-US" sz="4400" spc="-434" strike="noStrike" u="none">
                <a:solidFill>
                  <a:srgbClr val="1f2022"/>
                </a:solidFill>
                <a:uFillTx/>
                <a:latin typeface="Microsoft Sans Serif"/>
              </a:rPr>
              <a:t>Funct</a:t>
            </a:r>
            <a:r>
              <a:rPr b="0" lang="en-US" sz="4400" spc="-215" strike="noStrike" u="none">
                <a:solidFill>
                  <a:srgbClr val="1f2022"/>
                </a:solidFill>
                <a:uFillTx/>
                <a:latin typeface="Microsoft Sans Serif"/>
              </a:rPr>
              <a:t>i</a:t>
            </a:r>
            <a:r>
              <a:rPr b="0" lang="en-US" sz="4400" spc="-204" strike="noStrike" u="none">
                <a:solidFill>
                  <a:srgbClr val="1f2022"/>
                </a:solidFill>
                <a:uFillTx/>
                <a:latin typeface="Microsoft Sans Serif"/>
              </a:rPr>
              <a:t>onal</a:t>
            </a:r>
            <a:r>
              <a:rPr b="0" lang="en-US" sz="4400" spc="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306" strike="noStrike" u="none">
                <a:solidFill>
                  <a:srgbClr val="1f2022"/>
                </a:solidFill>
                <a:uFillTx/>
                <a:latin typeface="Microsoft Sans Serif"/>
              </a:rPr>
              <a:t>equirements</a:t>
            </a:r>
            <a:r>
              <a:rPr b="0" lang="en-US" sz="4400" spc="-2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object 3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36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object 4"/>
          <p:cNvSpPr/>
          <p:nvPr/>
        </p:nvSpPr>
        <p:spPr>
          <a:xfrm>
            <a:off x="691560" y="1746360"/>
            <a:ext cx="4337640" cy="437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4280" bIns="0" anchor="t">
            <a:spAutoFit/>
          </a:bodyPr>
          <a:p>
            <a:pPr marL="332640" indent="-320760" algn="just" defTabSz="914400">
              <a:lnSpc>
                <a:spcPts val="1939"/>
              </a:lnSpc>
              <a:spcBef>
                <a:spcPts val="349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3360"/>
                <a:tab algn="l" pos="2166480"/>
                <a:tab algn="l" pos="4194720"/>
              </a:tabLst>
            </a:pP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engineering,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1" lang="en-US" sz="1800" spc="-119" strike="noStrike" u="none">
                <a:solidFill>
                  <a:schemeClr val="dk1"/>
                </a:solidFill>
                <a:uFillTx/>
                <a:latin typeface="Arial"/>
              </a:rPr>
              <a:t>non- </a:t>
            </a:r>
            <a:r>
              <a:rPr b="1" lang="en-US" sz="1800" spc="-490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800" spc="-65" strike="noStrike" u="none">
                <a:solidFill>
                  <a:schemeClr val="dk1"/>
                </a:solidFill>
                <a:uFillTx/>
                <a:latin typeface="Arial"/>
              </a:rPr>
              <a:t>f</a:t>
            </a:r>
            <a:r>
              <a:rPr b="1" lang="en-US" sz="1800" spc="-130" strike="noStrike" u="none">
                <a:solidFill>
                  <a:schemeClr val="dk1"/>
                </a:solidFill>
                <a:uFillTx/>
                <a:latin typeface="Arial"/>
              </a:rPr>
              <a:t>u</a:t>
            </a:r>
            <a:r>
              <a:rPr b="1" lang="en-US" sz="1800" spc="-164" strike="noStrike" u="none">
                <a:solidFill>
                  <a:schemeClr val="dk1"/>
                </a:solidFill>
                <a:uFillTx/>
                <a:latin typeface="Arial"/>
              </a:rPr>
              <a:t>nct</a:t>
            </a:r>
            <a:r>
              <a:rPr b="1" lang="en-US" sz="1800" spc="-111" strike="noStrike" u="none">
                <a:solidFill>
                  <a:schemeClr val="dk1"/>
                </a:solidFill>
                <a:uFillTx/>
                <a:latin typeface="Arial"/>
              </a:rPr>
              <a:t>i</a:t>
            </a:r>
            <a:r>
              <a:rPr b="1" lang="en-US" sz="1800" spc="-156" strike="noStrike" u="none">
                <a:solidFill>
                  <a:schemeClr val="dk1"/>
                </a:solidFill>
                <a:uFillTx/>
                <a:latin typeface="Arial"/>
              </a:rPr>
              <a:t>o</a:t>
            </a:r>
            <a:r>
              <a:rPr b="1" lang="en-US" sz="1800" spc="-79" strike="noStrike" u="none">
                <a:solidFill>
                  <a:schemeClr val="dk1"/>
                </a:solidFill>
                <a:uFillTx/>
                <a:latin typeface="Arial"/>
              </a:rPr>
              <a:t>nal</a:t>
            </a:r>
            <a:r>
              <a:rPr b="1" lang="en-US" sz="1800" strike="noStrike" u="none">
                <a:solidFill>
                  <a:schemeClr val="dk1"/>
                </a:solidFill>
                <a:uFillTx/>
                <a:latin typeface="Arial"/>
              </a:rPr>
              <a:t>	</a:t>
            </a:r>
            <a:r>
              <a:rPr b="1" lang="en-US" sz="1800" spc="-111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1800" spc="-139" strike="noStrike" u="none">
                <a:solidFill>
                  <a:schemeClr val="dk1"/>
                </a:solidFill>
                <a:uFillTx/>
                <a:latin typeface="Arial"/>
              </a:rPr>
              <a:t>e</a:t>
            </a:r>
            <a:r>
              <a:rPr b="1" lang="en-US" sz="1800" spc="-170" strike="noStrike" u="none">
                <a:solidFill>
                  <a:schemeClr val="dk1"/>
                </a:solidFill>
                <a:uFillTx/>
                <a:latin typeface="Arial"/>
              </a:rPr>
              <a:t>q</a:t>
            </a:r>
            <a:r>
              <a:rPr b="1" lang="en-US" sz="1800" spc="-111" strike="noStrike" u="none">
                <a:solidFill>
                  <a:schemeClr val="dk1"/>
                </a:solidFill>
                <a:uFillTx/>
                <a:latin typeface="Arial"/>
              </a:rPr>
              <a:t>ui</a:t>
            </a:r>
            <a:r>
              <a:rPr b="1" lang="en-US" sz="1800" spc="-74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1800" spc="-156" strike="noStrike" u="none">
                <a:solidFill>
                  <a:schemeClr val="dk1"/>
                </a:solidFill>
                <a:uFillTx/>
                <a:latin typeface="Arial"/>
              </a:rPr>
              <a:t>emen</a:t>
            </a:r>
            <a:r>
              <a:rPr b="1" lang="en-US" sz="1800" spc="-136" strike="noStrike" u="none">
                <a:solidFill>
                  <a:schemeClr val="dk1"/>
                </a:solidFill>
                <a:uFillTx/>
                <a:latin typeface="Arial"/>
              </a:rPr>
              <a:t>t</a:t>
            </a:r>
            <a:r>
              <a:rPr b="1" lang="en-US" sz="1800" strike="noStrike" u="none">
                <a:solidFill>
                  <a:schemeClr val="dk1"/>
                </a:solidFill>
                <a:uFillTx/>
                <a:latin typeface="Arial"/>
              </a:rPr>
              <a:t>	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is 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9" strike="noStrike" u="none">
                <a:solidFill>
                  <a:schemeClr val="dk1"/>
                </a:solidFill>
                <a:uFillTx/>
                <a:latin typeface="Microsoft Sans Serif"/>
              </a:rPr>
              <a:t>requirement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800" spc="34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specifies</a:t>
            </a:r>
            <a:r>
              <a:rPr b="0" lang="en-US" sz="1800" spc="26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criteria</a:t>
            </a:r>
            <a:r>
              <a:rPr b="0" lang="en-US" sz="1800" spc="3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that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0" strike="noStrike" u="none">
                <a:solidFill>
                  <a:schemeClr val="dk1"/>
                </a:solidFill>
                <a:uFillTx/>
                <a:latin typeface="Microsoft Sans Serif"/>
              </a:rPr>
              <a:t>can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1800" spc="-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used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judge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operation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of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syst</a:t>
            </a:r>
            <a:r>
              <a:rPr b="0" lang="en-US" sz="1800" spc="-170" strike="noStrike" u="none">
                <a:solidFill>
                  <a:schemeClr val="dk1"/>
                </a:solidFill>
                <a:uFillTx/>
                <a:latin typeface="Microsoft Sans Serif"/>
              </a:rPr>
              <a:t>em,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ra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her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an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spec</a:t>
            </a:r>
            <a:r>
              <a:rPr b="0" lang="en-US" sz="1800" spc="-34" strike="noStrike" u="none">
                <a:solidFill>
                  <a:schemeClr val="dk1"/>
                </a:solidFill>
                <a:uFillTx/>
                <a:latin typeface="Microsoft Sans Serif"/>
              </a:rPr>
              <a:t>ifi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beh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av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iors.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333360"/>
                <a:tab algn="l" pos="2166480"/>
                <a:tab algn="l" pos="4194720"/>
              </a:tabLst>
            </a:pP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algn="just" defTabSz="914400">
              <a:lnSpc>
                <a:spcPct val="90000"/>
              </a:lnSpc>
              <a:spcBef>
                <a:spcPts val="1176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3360"/>
              </a:tabLst>
            </a:pP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Non-functional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are</a:t>
            </a:r>
            <a:r>
              <a:rPr b="0" lang="en-US" sz="1800" spc="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1" strike="noStrike" u="none">
                <a:solidFill>
                  <a:schemeClr val="dk1"/>
                </a:solidFill>
                <a:uFillTx/>
                <a:latin typeface="Microsoft Sans Serif"/>
              </a:rPr>
              <a:t>often </a:t>
            </a:r>
            <a:r>
              <a:rPr b="0" lang="en-US" sz="1800" spc="-4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called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1" lang="en-US" sz="1800" spc="-113" strike="noStrike" u="none">
                <a:solidFill>
                  <a:schemeClr val="dk1"/>
                </a:solidFill>
                <a:uFillTx/>
                <a:latin typeface="Arial"/>
              </a:rPr>
              <a:t>qualities</a:t>
            </a:r>
            <a:r>
              <a:rPr b="1" lang="en-US" sz="1800" spc="269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of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system.</a:t>
            </a:r>
            <a:r>
              <a:rPr b="0" lang="en-US" sz="1800" spc="1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1" strike="noStrike" u="none">
                <a:solidFill>
                  <a:schemeClr val="dk1"/>
                </a:solidFill>
                <a:uFillTx/>
                <a:latin typeface="Microsoft Sans Serif"/>
              </a:rPr>
              <a:t>Other</a:t>
            </a:r>
            <a:r>
              <a:rPr b="0" lang="en-US" sz="1800" spc="3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9" strike="noStrike" u="none">
                <a:solidFill>
                  <a:schemeClr val="dk1"/>
                </a:solidFill>
                <a:uFillTx/>
                <a:latin typeface="Microsoft Sans Serif"/>
              </a:rPr>
              <a:t>terms 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for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non-functional</a:t>
            </a:r>
            <a:r>
              <a:rPr b="0" lang="en-US" sz="1800" spc="-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are </a:t>
            </a:r>
            <a:r>
              <a:rPr b="0" lang="en-US" sz="1800" spc="-4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"constraints",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34" strike="noStrike" u="none">
                <a:solidFill>
                  <a:schemeClr val="dk1"/>
                </a:solidFill>
                <a:uFillTx/>
                <a:latin typeface="Microsoft Sans Serif"/>
              </a:rPr>
              <a:t>"quality</a:t>
            </a:r>
            <a:r>
              <a:rPr b="0" lang="en-US" sz="1800" spc="-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1" strike="noStrike" u="none">
                <a:solidFill>
                  <a:schemeClr val="dk1"/>
                </a:solidFill>
                <a:uFillTx/>
                <a:latin typeface="Microsoft Sans Serif"/>
              </a:rPr>
              <a:t>attributes",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34" strike="noStrike" u="none">
                <a:solidFill>
                  <a:schemeClr val="dk1"/>
                </a:solidFill>
                <a:uFillTx/>
                <a:latin typeface="Microsoft Sans Serif"/>
              </a:rPr>
              <a:t>"quality </a:t>
            </a:r>
            <a:r>
              <a:rPr b="0" lang="en-US" sz="1800" spc="-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goals",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"quality</a:t>
            </a:r>
            <a:r>
              <a:rPr b="0" lang="en-US" sz="1800" spc="-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800" spc="4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service</a:t>
            </a:r>
            <a:r>
              <a:rPr b="0" lang="en-US" sz="1800" spc="26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requirements" 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"non-behavioral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requirements".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333360"/>
              </a:tabLst>
            </a:pP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algn="just" defTabSz="914400">
              <a:lnSpc>
                <a:spcPct val="90000"/>
              </a:lnSpc>
              <a:spcBef>
                <a:spcPts val="1196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3360"/>
              </a:tabLst>
            </a:pPr>
            <a:r>
              <a:rPr b="0" lang="en-US" sz="1800" spc="-71" strike="noStrike" u="none">
                <a:solidFill>
                  <a:schemeClr val="dk1"/>
                </a:solidFill>
                <a:uFillTx/>
                <a:latin typeface="Microsoft Sans Serif"/>
              </a:rPr>
              <a:t>Informally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these</a:t>
            </a:r>
            <a:r>
              <a:rPr b="0" lang="en-US" sz="1800" spc="-1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are</a:t>
            </a:r>
            <a:r>
              <a:rPr b="0" lang="en-US" sz="1800" spc="-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70" strike="noStrike" u="none">
                <a:solidFill>
                  <a:schemeClr val="dk1"/>
                </a:solidFill>
                <a:uFillTx/>
                <a:latin typeface="Microsoft Sans Serif"/>
              </a:rPr>
              <a:t>sometimes</a:t>
            </a:r>
            <a:r>
              <a:rPr b="0" lang="en-US" sz="1800" spc="-16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called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"ilities",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from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1" strike="noStrike" u="none">
                <a:solidFill>
                  <a:schemeClr val="dk1"/>
                </a:solidFill>
                <a:uFillTx/>
                <a:latin typeface="Microsoft Sans Serif"/>
              </a:rPr>
              <a:t>attributes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like</a:t>
            </a:r>
            <a:r>
              <a:rPr b="0" lang="en-US" sz="1800" spc="-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stability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34" strike="noStrike" u="none">
                <a:solidFill>
                  <a:schemeClr val="dk1"/>
                </a:solidFill>
                <a:uFillTx/>
                <a:latin typeface="Microsoft Sans Serif"/>
              </a:rPr>
              <a:t>portability.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2" name="object 5" descr=""/>
          <p:cNvPicPr/>
          <p:nvPr/>
        </p:nvPicPr>
        <p:blipFill>
          <a:blip r:embed="rId1"/>
          <a:stretch/>
        </p:blipFill>
        <p:spPr>
          <a:xfrm>
            <a:off x="5943600" y="2010600"/>
            <a:ext cx="2285280" cy="3768840"/>
          </a:xfrm>
          <a:prstGeom prst="rect">
            <a:avLst/>
          </a:prstGeom>
          <a:ln w="0">
            <a:noFill/>
          </a:ln>
        </p:spPr>
      </p:pic>
      <p:sp>
        <p:nvSpPr>
          <p:cNvPr id="93" name="PlaceHolder 2"/>
          <p:cNvSpPr>
            <a:spLocks noGrp="1"/>
          </p:cNvSpPr>
          <p:nvPr>
            <p:ph type="ftr" idx="21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6815160" cy="1353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US" sz="4400" spc="-349" strike="noStrike" u="none">
                <a:solidFill>
                  <a:srgbClr val="1f2022"/>
                </a:solidFill>
                <a:uFillTx/>
                <a:latin typeface="Microsoft Sans Serif"/>
              </a:rPr>
              <a:t>No</a:t>
            </a:r>
            <a:r>
              <a:rPr b="0" lang="en-US" sz="4400" spc="-300" strike="noStrike" u="none">
                <a:solidFill>
                  <a:srgbClr val="1f2022"/>
                </a:solidFill>
                <a:uFillTx/>
                <a:latin typeface="Microsoft Sans Serif"/>
              </a:rPr>
              <a:t>n</a:t>
            </a:r>
            <a:r>
              <a:rPr b="0" lang="en-US" sz="4400" spc="-6" strike="noStrike" u="none">
                <a:solidFill>
                  <a:srgbClr val="1f2022"/>
                </a:solidFill>
                <a:uFillTx/>
                <a:latin typeface="Microsoft Sans Serif"/>
              </a:rPr>
              <a:t>-</a:t>
            </a:r>
            <a:r>
              <a:rPr b="0" lang="en-US" sz="4400" spc="-434" strike="noStrike" u="none">
                <a:solidFill>
                  <a:srgbClr val="1f2022"/>
                </a:solidFill>
                <a:uFillTx/>
                <a:latin typeface="Microsoft Sans Serif"/>
              </a:rPr>
              <a:t>Funct</a:t>
            </a:r>
            <a:r>
              <a:rPr b="0" lang="en-US" sz="4400" spc="-215" strike="noStrike" u="none">
                <a:solidFill>
                  <a:srgbClr val="1f2022"/>
                </a:solidFill>
                <a:uFillTx/>
                <a:latin typeface="Microsoft Sans Serif"/>
              </a:rPr>
              <a:t>i</a:t>
            </a:r>
            <a:r>
              <a:rPr b="0" lang="en-US" sz="4400" spc="-204" strike="noStrike" u="none">
                <a:solidFill>
                  <a:srgbClr val="1f2022"/>
                </a:solidFill>
                <a:uFillTx/>
                <a:latin typeface="Microsoft Sans Serif"/>
              </a:rPr>
              <a:t>onal</a:t>
            </a:r>
            <a:r>
              <a:rPr b="0" lang="en-US" sz="4400" spc="-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306" strike="noStrike" u="none">
                <a:solidFill>
                  <a:srgbClr val="1f2022"/>
                </a:solidFill>
                <a:uFillTx/>
                <a:latin typeface="Microsoft Sans Serif"/>
              </a:rPr>
              <a:t>equirements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 idx="22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6" name="object 3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37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97" name="object 4"/>
          <p:cNvGraphicFramePr/>
          <p:nvPr/>
        </p:nvGraphicFramePr>
        <p:xfrm>
          <a:off x="533520" y="2159280"/>
          <a:ext cx="8075880" cy="3412440"/>
        </p:xfrm>
        <a:graphic>
          <a:graphicData uri="http://schemas.openxmlformats.org/drawingml/2006/table">
            <a:tbl>
              <a:tblPr/>
              <a:tblGrid>
                <a:gridCol w="1820880"/>
                <a:gridCol w="6255360"/>
              </a:tblGrid>
              <a:tr h="507600">
                <a:tc>
                  <a:txBody>
                    <a:bodyPr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624"/>
                        </a:spcBef>
                      </a:pPr>
                      <a:r>
                        <a:rPr b="1" i="1" lang="en-US" sz="2000" spc="-309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Types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89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b="1" lang="en-US" sz="2000" spc="-125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Explanation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670320">
                <a:tc>
                  <a:txBody>
                    <a:bodyPr anchor="t">
                      <a:noAutofit/>
                    </a:bodyPr>
                    <a:p>
                      <a:pPr marL="91440">
                        <a:lnSpc>
                          <a:spcPts val="2341"/>
                        </a:lnSpc>
                        <a:spcBef>
                          <a:spcPts val="130"/>
                        </a:spcBef>
                      </a:pPr>
                      <a:r>
                        <a:rPr b="1" i="1" lang="en-US" sz="2000" spc="-24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Product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91440">
                        <a:lnSpc>
                          <a:spcPts val="2341"/>
                        </a:lnSpc>
                      </a:pPr>
                      <a:r>
                        <a:rPr b="1" i="1" lang="en-US" sz="2000" spc="-24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requirements: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89080">
                        <a:lnSpc>
                          <a:spcPts val="2341"/>
                        </a:lnSpc>
                        <a:spcBef>
                          <a:spcPts val="130"/>
                        </a:spcBef>
                        <a:tabLst>
                          <a:tab algn="l" pos="1168920"/>
                          <a:tab algn="l" pos="1719000"/>
                          <a:tab algn="l" pos="2187000"/>
                          <a:tab algn="l" pos="3310200"/>
                          <a:tab algn="l" pos="4237200"/>
                          <a:tab algn="l" pos="4831560"/>
                          <a:tab algn="l" pos="5695920"/>
                          <a:tab algn="l" pos="6025680"/>
                        </a:tabLst>
                      </a:pPr>
                      <a:r>
                        <a:rPr b="0" lang="en-US" sz="2000" spc="-91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specify</a:t>
                      </a:r>
                      <a:r>
                        <a:rPr b="0" lang="en-US" sz="2000" spc="-91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	</a:t>
                      </a:r>
                      <a:r>
                        <a:rPr b="0" lang="en-US" sz="2000" spc="-74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that</a:t>
                      </a:r>
                      <a:r>
                        <a:rPr b="0" lang="en-US" sz="2000" spc="-74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	</a:t>
                      </a:r>
                      <a:r>
                        <a:rPr b="0" lang="en-US" sz="2000" spc="-130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the</a:t>
                      </a:r>
                      <a:r>
                        <a:rPr b="0" lang="en-US" sz="2000" spc="-130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	</a:t>
                      </a:r>
                      <a:r>
                        <a:rPr b="0" lang="en-US" sz="2000" spc="-65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delivered</a:t>
                      </a:r>
                      <a:r>
                        <a:rPr b="0" lang="en-US" sz="2000" spc="-65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	</a:t>
                      </a:r>
                      <a:r>
                        <a:rPr b="0" lang="en-US" sz="2000" spc="-96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product</a:t>
                      </a:r>
                      <a:r>
                        <a:rPr b="0" lang="en-US" sz="2000" spc="-96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	</a:t>
                      </a:r>
                      <a:r>
                        <a:rPr b="0" i="1" lang="en-US" sz="2000" spc="-23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must</a:t>
                      </a:r>
                      <a:r>
                        <a:rPr b="0" i="1" lang="en-US" sz="2000" spc="-23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	</a:t>
                      </a:r>
                      <a:r>
                        <a:rPr b="0" i="1" lang="en-US" sz="2000" spc="-17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behave</a:t>
                      </a:r>
                      <a:r>
                        <a:rPr b="0" i="1" lang="en-US" sz="2000" spc="-17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	</a:t>
                      </a:r>
                      <a:r>
                        <a:rPr b="0" lang="en-US" sz="2000" spc="-130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in</a:t>
                      </a:r>
                      <a:r>
                        <a:rPr b="0" lang="en-US" sz="2000" spc="-130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	</a:t>
                      </a:r>
                      <a:r>
                        <a:rPr b="0" lang="en-US" sz="2000" spc="-130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  </a:t>
                      </a:r>
                      <a:r>
                        <a:rPr b="0" lang="en-US" sz="2000" spc="-11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a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289080">
                        <a:lnSpc>
                          <a:spcPts val="2341"/>
                        </a:lnSpc>
                        <a:tabLst>
                          <a:tab algn="l" pos="1168920"/>
                          <a:tab algn="l" pos="1719000"/>
                          <a:tab algn="l" pos="2187000"/>
                          <a:tab algn="l" pos="3310200"/>
                          <a:tab algn="l" pos="4237200"/>
                          <a:tab algn="l" pos="4831560"/>
                          <a:tab algn="l" pos="5695920"/>
                          <a:tab algn="l" pos="6025680"/>
                        </a:tabLst>
                      </a:pPr>
                      <a:r>
                        <a:rPr b="0" lang="en-US" sz="2000" spc="-54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particular</a:t>
                      </a:r>
                      <a:r>
                        <a:rPr b="0" lang="en-US" sz="2000" spc="-11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</a:t>
                      </a:r>
                      <a:r>
                        <a:rPr b="0" lang="en-US" sz="2000" spc="-79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way</a:t>
                      </a:r>
                      <a:r>
                        <a:rPr b="0" lang="en-US" sz="2000" spc="14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</a:t>
                      </a:r>
                      <a:r>
                        <a:rPr b="0" i="1" lang="en-US" sz="2000" spc="-139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e.g.</a:t>
                      </a:r>
                      <a:r>
                        <a:rPr b="0" i="1" lang="en-US" sz="2000" spc="-2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pc="-15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execution</a:t>
                      </a:r>
                      <a:r>
                        <a:rPr b="0" i="1" lang="en-US" sz="2000" spc="-1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pc="-17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speed,</a:t>
                      </a:r>
                      <a:r>
                        <a:rPr b="0" i="1" lang="en-US" sz="2000" spc="-45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pc="-74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reliability,</a:t>
                      </a:r>
                      <a:r>
                        <a:rPr b="0" i="1" lang="en-US" sz="2000" spc="-34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pc="-15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etc.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960840">
                <a:tc>
                  <a:txBody>
                    <a:bodyPr anchor="t">
                      <a:noAutofit/>
                    </a:bodyPr>
                    <a:p>
                      <a:pPr marL="91440">
                        <a:lnSpc>
                          <a:spcPts val="2279"/>
                        </a:lnSpc>
                        <a:spcBef>
                          <a:spcPts val="1446"/>
                        </a:spcBef>
                      </a:pPr>
                      <a:r>
                        <a:rPr b="1" i="1" lang="en-US" sz="2000" spc="-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O</a:t>
                      </a:r>
                      <a:r>
                        <a:rPr b="1" i="1" lang="en-US" sz="2000" spc="34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r</a:t>
                      </a:r>
                      <a:r>
                        <a:rPr b="1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ganiz</a:t>
                      </a:r>
                      <a:r>
                        <a:rPr b="1" i="1" lang="en-US" sz="2000" spc="34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a</a:t>
                      </a:r>
                      <a:r>
                        <a:rPr b="1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tion</a:t>
                      </a:r>
                      <a:r>
                        <a:rPr b="1" i="1" lang="en-US" sz="2000" spc="-14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a</a:t>
                      </a:r>
                      <a:r>
                        <a:rPr b="1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l  </a:t>
                      </a:r>
                      <a:r>
                        <a:rPr b="1" i="1" lang="en-US" sz="2000" spc="-235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requirements: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89080" algn="just">
                        <a:lnSpc>
                          <a:spcPts val="2279"/>
                        </a:lnSpc>
                        <a:spcBef>
                          <a:spcPts val="306"/>
                        </a:spcBef>
                      </a:pPr>
                      <a:r>
                        <a:rPr b="0" lang="en-US" sz="2000" spc="-45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are</a:t>
                      </a:r>
                      <a:r>
                        <a:rPr b="0" lang="en-US" sz="2000" spc="-40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</a:t>
                      </a:r>
                      <a:r>
                        <a:rPr b="0" lang="en-US" sz="2000" spc="-11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a</a:t>
                      </a:r>
                      <a:r>
                        <a:rPr b="0" lang="en-US" sz="2000" spc="-6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</a:t>
                      </a:r>
                      <a:r>
                        <a:rPr b="0" lang="en-US" sz="2000" spc="-181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consequence</a:t>
                      </a:r>
                      <a:r>
                        <a:rPr b="0" lang="en-US" sz="2000" spc="-176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</a:t>
                      </a: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of</a:t>
                      </a:r>
                      <a:r>
                        <a:rPr b="0" lang="en-US" sz="2000" spc="6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</a:t>
                      </a:r>
                      <a:r>
                        <a:rPr b="0" i="1" lang="en-US" sz="2000" spc="-9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organizational</a:t>
                      </a:r>
                      <a:r>
                        <a:rPr b="0" i="1" lang="en-US" sz="2000" spc="-9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pc="-13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policies</a:t>
                      </a:r>
                      <a:r>
                        <a:rPr b="0" i="1" lang="en-US" sz="2000" spc="-13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lang="en-US" sz="2000" spc="-91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and </a:t>
                      </a:r>
                      <a:r>
                        <a:rPr b="0" lang="en-US" sz="2000" spc="-85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</a:t>
                      </a:r>
                      <a:r>
                        <a:rPr b="0" lang="en-US" sz="2000" spc="-119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procedures</a:t>
                      </a:r>
                      <a:r>
                        <a:rPr b="0" lang="en-US" sz="2000" spc="-113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</a:t>
                      </a:r>
                      <a:r>
                        <a:rPr b="0" i="1" lang="en-US" sz="2000" spc="-145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e.g.</a:t>
                      </a:r>
                      <a:r>
                        <a:rPr b="0" i="1" lang="en-US" sz="2000" spc="-139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pc="-20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process</a:t>
                      </a:r>
                      <a:r>
                        <a:rPr b="0" i="1" lang="en-US" sz="2000" spc="-19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pc="-15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standards</a:t>
                      </a:r>
                      <a:r>
                        <a:rPr b="0" i="1" lang="en-US" sz="2000" spc="-15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pc="-19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used,</a:t>
                      </a:r>
                      <a:r>
                        <a:rPr b="0" i="1" lang="en-US" sz="2000" spc="-184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pc="-145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implementation </a:t>
                      </a:r>
                      <a:r>
                        <a:rPr b="0" i="1" lang="en-US" sz="2000" spc="-544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re</a:t>
                      </a:r>
                      <a:r>
                        <a:rPr b="0" i="1" lang="en-US" sz="2000" spc="1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q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ui</a:t>
                      </a:r>
                      <a:r>
                        <a:rPr b="0" i="1" lang="en-US" sz="2000" spc="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r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ement</a:t>
                      </a:r>
                      <a:r>
                        <a:rPr b="0" i="1" lang="en-US" sz="2000" spc="-17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s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,</a:t>
                      </a:r>
                      <a:r>
                        <a:rPr b="0" i="1" lang="en-US" sz="2000" spc="-45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et</a:t>
                      </a:r>
                      <a:r>
                        <a:rPr b="0" i="1" lang="en-US" sz="2000" spc="-1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c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.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959040">
                <a:tc>
                  <a:txBody>
                    <a:bodyPr anchor="t">
                      <a:noAutofit/>
                    </a:bodyPr>
                    <a:p>
                      <a:pPr marL="91440">
                        <a:lnSpc>
                          <a:spcPts val="2279"/>
                        </a:lnSpc>
                        <a:spcBef>
                          <a:spcPts val="1440"/>
                        </a:spcBef>
                      </a:pPr>
                      <a:r>
                        <a:rPr b="1" i="1" lang="en-US" sz="2000" spc="-215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External </a:t>
                      </a:r>
                      <a:r>
                        <a:rPr b="1" i="1" lang="en-US" sz="2000" spc="-21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1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requirements: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89080" algn="just">
                        <a:lnSpc>
                          <a:spcPts val="2279"/>
                        </a:lnSpc>
                        <a:spcBef>
                          <a:spcPts val="300"/>
                        </a:spcBef>
                      </a:pPr>
                      <a:r>
                        <a:rPr b="0" lang="en-US" sz="2000" spc="-99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arise </a:t>
                      </a:r>
                      <a:r>
                        <a:rPr b="0" lang="en-US" sz="2000" spc="-96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from </a:t>
                      </a:r>
                      <a:r>
                        <a:rPr b="0" i="1" lang="en-US" sz="2000" spc="-119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factors </a:t>
                      </a:r>
                      <a:r>
                        <a:rPr b="0" i="1" lang="en-US" sz="2000" spc="-18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which </a:t>
                      </a:r>
                      <a:r>
                        <a:rPr b="0" i="1" lang="en-US" sz="2000" spc="-113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are external </a:t>
                      </a:r>
                      <a:r>
                        <a:rPr b="0" lang="en-US" sz="2000" spc="-65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to </a:t>
                      </a:r>
                      <a:r>
                        <a:rPr b="0" lang="en-US" sz="2000" spc="-130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the </a:t>
                      </a:r>
                      <a:r>
                        <a:rPr b="0" lang="en-US" sz="2000" spc="-190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system</a:t>
                      </a:r>
                      <a:r>
                        <a:rPr b="0" lang="en-US" sz="2000" spc="-184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</a:t>
                      </a:r>
                      <a:r>
                        <a:rPr b="0" lang="en-US" sz="2000" spc="-85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and </a:t>
                      </a:r>
                      <a:r>
                        <a:rPr b="0" lang="en-US" sz="2000" spc="-130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its </a:t>
                      </a:r>
                      <a:r>
                        <a:rPr b="0" lang="en-US" sz="2000" spc="-125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</a:t>
                      </a:r>
                      <a:r>
                        <a:rPr b="0" lang="en-US" sz="2000" spc="-113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development</a:t>
                      </a:r>
                      <a:r>
                        <a:rPr b="0" lang="en-US" sz="2000" spc="-111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</a:t>
                      </a:r>
                      <a:r>
                        <a:rPr b="0" lang="en-US" sz="2000" spc="-170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process</a:t>
                      </a:r>
                      <a:r>
                        <a:rPr b="0" lang="en-US" sz="2000" spc="-164" strike="noStrike" u="none">
                          <a:solidFill>
                            <a:schemeClr val="dk1"/>
                          </a:solidFill>
                          <a:uFillTx/>
                          <a:latin typeface="Microsoft Sans Serif"/>
                        </a:rPr>
                        <a:t> </a:t>
                      </a:r>
                      <a:r>
                        <a:rPr b="0" i="1" lang="en-US" sz="2000" spc="-139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e.g.</a:t>
                      </a:r>
                      <a:r>
                        <a:rPr b="0" i="1" lang="en-US" sz="2000" spc="-13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pc="-9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interoperability</a:t>
                      </a:r>
                      <a:r>
                        <a:rPr b="0" i="1" lang="en-US" sz="2000" spc="-85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pc="-17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requirements, </a:t>
                      </a:r>
                      <a:r>
                        <a:rPr b="0" i="1" lang="en-US" sz="2000" spc="-164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pc="-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l</a:t>
                      </a:r>
                      <a:r>
                        <a:rPr b="0" i="1" lang="en-US" sz="2000" spc="-2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e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gi</a:t>
                      </a:r>
                      <a:r>
                        <a:rPr b="0" i="1" lang="en-US" sz="2000" spc="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s</a:t>
                      </a:r>
                      <a:r>
                        <a:rPr b="0" i="1" lang="en-US" sz="2000" spc="-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l</a:t>
                      </a:r>
                      <a:r>
                        <a:rPr b="0" i="1" lang="en-US" sz="2000" spc="45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a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t</a:t>
                      </a:r>
                      <a:r>
                        <a:rPr b="0" i="1" lang="en-US" sz="2000" spc="-1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i</a:t>
                      </a:r>
                      <a:r>
                        <a:rPr b="0" i="1" lang="en-US" sz="2000" spc="-3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v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e</a:t>
                      </a:r>
                      <a:r>
                        <a:rPr b="0" i="1" lang="en-US" sz="2000" spc="-45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re</a:t>
                      </a:r>
                      <a:r>
                        <a:rPr b="0" i="1" lang="en-US" sz="2000" spc="1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q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ui</a:t>
                      </a:r>
                      <a:r>
                        <a:rPr b="0" i="1" lang="en-US" sz="2000" spc="6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r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ement</a:t>
                      </a:r>
                      <a:r>
                        <a:rPr b="0" i="1" lang="en-US" sz="2000" spc="-17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s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,</a:t>
                      </a:r>
                      <a:r>
                        <a:rPr b="0" i="1" lang="en-US" sz="2000" spc="-45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 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et</a:t>
                      </a:r>
                      <a:r>
                        <a:rPr b="0" i="1" lang="en-US" sz="2000" spc="-11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c</a:t>
                      </a:r>
                      <a:r>
                        <a:rPr b="0" i="1" lang="en-US" sz="20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.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6903000" cy="1353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US" sz="4400" spc="-349" strike="noStrike" u="none">
                <a:solidFill>
                  <a:srgbClr val="1f2022"/>
                </a:solidFill>
                <a:uFillTx/>
                <a:latin typeface="Microsoft Sans Serif"/>
              </a:rPr>
              <a:t>No</a:t>
            </a:r>
            <a:r>
              <a:rPr b="0" lang="en-US" sz="4400" spc="-300" strike="noStrike" u="none">
                <a:solidFill>
                  <a:srgbClr val="1f2022"/>
                </a:solidFill>
                <a:uFillTx/>
                <a:latin typeface="Microsoft Sans Serif"/>
              </a:rPr>
              <a:t>n</a:t>
            </a:r>
            <a:r>
              <a:rPr b="0" lang="en-US" sz="4400" spc="-6" strike="noStrike" u="none">
                <a:solidFill>
                  <a:srgbClr val="1f2022"/>
                </a:solidFill>
                <a:uFillTx/>
                <a:latin typeface="Microsoft Sans Serif"/>
              </a:rPr>
              <a:t>-</a:t>
            </a:r>
            <a:r>
              <a:rPr b="0" lang="en-US" sz="4400" spc="-434" strike="noStrike" u="none">
                <a:solidFill>
                  <a:srgbClr val="1f2022"/>
                </a:solidFill>
                <a:uFillTx/>
                <a:latin typeface="Microsoft Sans Serif"/>
              </a:rPr>
              <a:t>Funct</a:t>
            </a:r>
            <a:r>
              <a:rPr b="0" lang="en-US" sz="4400" spc="-215" strike="noStrike" u="none">
                <a:solidFill>
                  <a:srgbClr val="1f2022"/>
                </a:solidFill>
                <a:uFillTx/>
                <a:latin typeface="Microsoft Sans Serif"/>
              </a:rPr>
              <a:t>i</a:t>
            </a:r>
            <a:r>
              <a:rPr b="0" lang="en-US" sz="4400" spc="-204" strike="noStrike" u="none">
                <a:solidFill>
                  <a:srgbClr val="1f2022"/>
                </a:solidFill>
                <a:uFillTx/>
                <a:latin typeface="Microsoft Sans Serif"/>
              </a:rPr>
              <a:t>onal</a:t>
            </a:r>
            <a:r>
              <a:rPr b="0" lang="en-US" sz="4400" spc="-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306" strike="noStrike" u="none">
                <a:solidFill>
                  <a:srgbClr val="1f2022"/>
                </a:solidFill>
                <a:uFillTx/>
                <a:latin typeface="Microsoft Sans Serif"/>
              </a:rPr>
              <a:t>equirements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object 3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38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00" name="object 4"/>
          <p:cNvGrpSpPr/>
          <p:nvPr/>
        </p:nvGrpSpPr>
        <p:grpSpPr>
          <a:xfrm>
            <a:off x="632520" y="1837800"/>
            <a:ext cx="7961400" cy="4267080"/>
            <a:chOff x="632520" y="1837800"/>
            <a:chExt cx="7961400" cy="4267080"/>
          </a:xfrm>
        </p:grpSpPr>
        <p:sp>
          <p:nvSpPr>
            <p:cNvPr id="101" name="object 5"/>
            <p:cNvSpPr/>
            <p:nvPr/>
          </p:nvSpPr>
          <p:spPr>
            <a:xfrm>
              <a:off x="740880" y="1837800"/>
              <a:ext cx="7293600" cy="4266360"/>
            </a:xfrm>
            <a:custGeom>
              <a:avLst/>
              <a:gdLst>
                <a:gd name="textAreaLeft" fmla="*/ 0 w 7293600"/>
                <a:gd name="textAreaRight" fmla="*/ 7294320 w 7293600"/>
                <a:gd name="textAreaTop" fmla="*/ 0 h 4266360"/>
                <a:gd name="textAreaBottom" fmla="*/ 4267080 h 4266360"/>
              </a:gdLst>
              <a:ahLst/>
              <a:rect l="textAreaLeft" t="textAreaTop" r="textAreaRight" b="textAreaBottom"/>
              <a:pathLst>
                <a:path w="7294245" h="4267200">
                  <a:moveTo>
                    <a:pt x="1119251" y="3842169"/>
                  </a:moveTo>
                  <a:lnTo>
                    <a:pt x="0" y="3842169"/>
                  </a:lnTo>
                  <a:lnTo>
                    <a:pt x="0" y="4267162"/>
                  </a:lnTo>
                  <a:lnTo>
                    <a:pt x="1119251" y="4267162"/>
                  </a:lnTo>
                  <a:lnTo>
                    <a:pt x="1119251" y="3842169"/>
                  </a:lnTo>
                  <a:close/>
                </a:path>
                <a:path w="7294245" h="4267200">
                  <a:moveTo>
                    <a:pt x="1787385" y="1904263"/>
                  </a:moveTo>
                  <a:lnTo>
                    <a:pt x="649668" y="1904263"/>
                  </a:lnTo>
                  <a:lnTo>
                    <a:pt x="649668" y="2346185"/>
                  </a:lnTo>
                  <a:lnTo>
                    <a:pt x="1787385" y="2346185"/>
                  </a:lnTo>
                  <a:lnTo>
                    <a:pt x="1787385" y="1904263"/>
                  </a:lnTo>
                  <a:close/>
                </a:path>
                <a:path w="7294245" h="4267200">
                  <a:moveTo>
                    <a:pt x="2455507" y="3842169"/>
                  </a:moveTo>
                  <a:lnTo>
                    <a:pt x="1317802" y="3842169"/>
                  </a:lnTo>
                  <a:lnTo>
                    <a:pt x="1317802" y="4267162"/>
                  </a:lnTo>
                  <a:lnTo>
                    <a:pt x="2455507" y="4267162"/>
                  </a:lnTo>
                  <a:lnTo>
                    <a:pt x="2455507" y="3842169"/>
                  </a:lnTo>
                  <a:close/>
                </a:path>
                <a:path w="7294245" h="4267200">
                  <a:moveTo>
                    <a:pt x="3105200" y="1904263"/>
                  </a:moveTo>
                  <a:lnTo>
                    <a:pt x="1985949" y="1904263"/>
                  </a:lnTo>
                  <a:lnTo>
                    <a:pt x="1985949" y="2346185"/>
                  </a:lnTo>
                  <a:lnTo>
                    <a:pt x="3105200" y="2346185"/>
                  </a:lnTo>
                  <a:lnTo>
                    <a:pt x="3105200" y="1904263"/>
                  </a:lnTo>
                  <a:close/>
                </a:path>
                <a:path w="7294245" h="4267200">
                  <a:moveTo>
                    <a:pt x="4423499" y="1938134"/>
                  </a:moveTo>
                  <a:lnTo>
                    <a:pt x="3321812" y="1938134"/>
                  </a:lnTo>
                  <a:lnTo>
                    <a:pt x="3321812" y="2363114"/>
                  </a:lnTo>
                  <a:lnTo>
                    <a:pt x="4423499" y="2363114"/>
                  </a:lnTo>
                  <a:lnTo>
                    <a:pt x="4423499" y="1938134"/>
                  </a:lnTo>
                  <a:close/>
                </a:path>
                <a:path w="7294245" h="4267200">
                  <a:moveTo>
                    <a:pt x="5199659" y="969264"/>
                  </a:moveTo>
                  <a:lnTo>
                    <a:pt x="4062399" y="969264"/>
                  </a:lnTo>
                  <a:lnTo>
                    <a:pt x="4062399" y="1394256"/>
                  </a:lnTo>
                  <a:lnTo>
                    <a:pt x="5199659" y="1394256"/>
                  </a:lnTo>
                  <a:lnTo>
                    <a:pt x="5199659" y="969264"/>
                  </a:lnTo>
                  <a:close/>
                </a:path>
                <a:path w="7294245" h="4267200">
                  <a:moveTo>
                    <a:pt x="5217579" y="0"/>
                  </a:moveTo>
                  <a:lnTo>
                    <a:pt x="4043857" y="0"/>
                  </a:lnTo>
                  <a:lnTo>
                    <a:pt x="4043857" y="442328"/>
                  </a:lnTo>
                  <a:lnTo>
                    <a:pt x="5217579" y="442328"/>
                  </a:lnTo>
                  <a:lnTo>
                    <a:pt x="5217579" y="0"/>
                  </a:lnTo>
                  <a:close/>
                </a:path>
                <a:path w="7294245" h="4267200">
                  <a:moveTo>
                    <a:pt x="5253609" y="2873260"/>
                  </a:moveTo>
                  <a:lnTo>
                    <a:pt x="4025849" y="2873260"/>
                  </a:lnTo>
                  <a:lnTo>
                    <a:pt x="4025849" y="3298253"/>
                  </a:lnTo>
                  <a:lnTo>
                    <a:pt x="5253609" y="3298253"/>
                  </a:lnTo>
                  <a:lnTo>
                    <a:pt x="5253609" y="2873260"/>
                  </a:lnTo>
                  <a:close/>
                </a:path>
                <a:path w="7294245" h="4267200">
                  <a:moveTo>
                    <a:pt x="6012192" y="1938134"/>
                  </a:moveTo>
                  <a:lnTo>
                    <a:pt x="4784445" y="1938134"/>
                  </a:lnTo>
                  <a:lnTo>
                    <a:pt x="4784445" y="2363114"/>
                  </a:lnTo>
                  <a:lnTo>
                    <a:pt x="6012192" y="2363114"/>
                  </a:lnTo>
                  <a:lnTo>
                    <a:pt x="6012192" y="1938134"/>
                  </a:lnTo>
                  <a:close/>
                </a:path>
                <a:path w="7294245" h="4267200">
                  <a:moveTo>
                    <a:pt x="7294004" y="1938134"/>
                  </a:moveTo>
                  <a:lnTo>
                    <a:pt x="6174321" y="1938134"/>
                  </a:lnTo>
                  <a:lnTo>
                    <a:pt x="6174321" y="2363114"/>
                  </a:lnTo>
                  <a:lnTo>
                    <a:pt x="7294004" y="2363114"/>
                  </a:lnTo>
                  <a:lnTo>
                    <a:pt x="7294004" y="1938134"/>
                  </a:lnTo>
                  <a:close/>
                </a:path>
              </a:pathLst>
            </a:custGeom>
            <a:solidFill>
              <a:srgbClr val="6d796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02" name="object 6"/>
            <p:cNvSpPr/>
            <p:nvPr/>
          </p:nvSpPr>
          <p:spPr>
            <a:xfrm>
              <a:off x="5272200" y="1939680"/>
              <a:ext cx="360" cy="2889720"/>
            </a:xfrm>
            <a:custGeom>
              <a:avLst/>
              <a:gdLst>
                <a:gd name="textAreaLeft" fmla="*/ 0 w 360"/>
                <a:gd name="textAreaRight" fmla="*/ 1440 w 360"/>
                <a:gd name="textAreaTop" fmla="*/ 0 h 2889720"/>
                <a:gd name="textAreaBottom" fmla="*/ 2890440 h 2889720"/>
              </a:gdLst>
              <a:ahLst/>
              <a:rect l="textAreaLeft" t="textAreaTop" r="textAreaRight" b="textAreaBottom"/>
              <a:pathLst>
                <a:path w="0" h="2890520">
                  <a:moveTo>
                    <a:pt x="0" y="0"/>
                  </a:moveTo>
                  <a:lnTo>
                    <a:pt x="0" y="2890157"/>
                  </a:lnTo>
                </a:path>
              </a:pathLst>
            </a:custGeom>
            <a:noFill/>
            <a:ln w="1800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03" name="object 7"/>
            <p:cNvSpPr/>
            <p:nvPr/>
          </p:nvSpPr>
          <p:spPr>
            <a:xfrm>
              <a:off x="2726640" y="2806920"/>
              <a:ext cx="5307840" cy="424800"/>
            </a:xfrm>
            <a:custGeom>
              <a:avLst/>
              <a:gdLst>
                <a:gd name="textAreaLeft" fmla="*/ 0 w 5307840"/>
                <a:gd name="textAreaRight" fmla="*/ 5308560 w 530784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5308600" h="425450">
                  <a:moveTo>
                    <a:pt x="1119251" y="0"/>
                  </a:moveTo>
                  <a:lnTo>
                    <a:pt x="0" y="0"/>
                  </a:lnTo>
                  <a:lnTo>
                    <a:pt x="0" y="424992"/>
                  </a:lnTo>
                  <a:lnTo>
                    <a:pt x="1119251" y="424992"/>
                  </a:lnTo>
                  <a:lnTo>
                    <a:pt x="1119251" y="0"/>
                  </a:lnTo>
                  <a:close/>
                </a:path>
                <a:path w="5308600" h="425450">
                  <a:moveTo>
                    <a:pt x="5308054" y="0"/>
                  </a:moveTo>
                  <a:lnTo>
                    <a:pt x="4188371" y="0"/>
                  </a:lnTo>
                  <a:lnTo>
                    <a:pt x="4188371" y="424992"/>
                  </a:lnTo>
                  <a:lnTo>
                    <a:pt x="5308054" y="424992"/>
                  </a:lnTo>
                  <a:lnTo>
                    <a:pt x="5308054" y="0"/>
                  </a:lnTo>
                  <a:close/>
                </a:path>
              </a:pathLst>
            </a:custGeom>
            <a:solidFill>
              <a:srgbClr val="6d796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04" name="object 8"/>
            <p:cNvSpPr/>
            <p:nvPr/>
          </p:nvSpPr>
          <p:spPr>
            <a:xfrm>
              <a:off x="1083960" y="2415960"/>
              <a:ext cx="7058520" cy="2192400"/>
            </a:xfrm>
            <a:custGeom>
              <a:avLst/>
              <a:gdLst>
                <a:gd name="textAreaLeft" fmla="*/ 0 w 7058520"/>
                <a:gd name="textAreaRight" fmla="*/ 7059240 w 7058520"/>
                <a:gd name="textAreaTop" fmla="*/ 0 h 2192400"/>
                <a:gd name="textAreaBottom" fmla="*/ 2193120 h 2192400"/>
              </a:gdLst>
              <a:ahLst/>
              <a:rect l="textAreaLeft" t="textAreaTop" r="textAreaRight" b="textAreaBottom"/>
              <a:pathLst>
                <a:path w="7059295" h="2193290">
                  <a:moveTo>
                    <a:pt x="6282847" y="1445248"/>
                  </a:moveTo>
                  <a:lnTo>
                    <a:pt x="6282847" y="0"/>
                  </a:lnTo>
                  <a:lnTo>
                    <a:pt x="2112480" y="0"/>
                  </a:lnTo>
                  <a:lnTo>
                    <a:pt x="2112480" y="1445248"/>
                  </a:lnTo>
                </a:path>
                <a:path w="7059295" h="2193290">
                  <a:moveTo>
                    <a:pt x="3430159" y="1445248"/>
                  </a:moveTo>
                  <a:lnTo>
                    <a:pt x="3430159" y="969029"/>
                  </a:lnTo>
                  <a:lnTo>
                    <a:pt x="0" y="969029"/>
                  </a:lnTo>
                  <a:lnTo>
                    <a:pt x="0" y="2193181"/>
                  </a:lnTo>
                </a:path>
                <a:path w="7059295" h="2193290">
                  <a:moveTo>
                    <a:pt x="4946983" y="1445248"/>
                  </a:moveTo>
                  <a:lnTo>
                    <a:pt x="4946983" y="969029"/>
                  </a:lnTo>
                  <a:lnTo>
                    <a:pt x="7059086" y="969029"/>
                  </a:lnTo>
                  <a:lnTo>
                    <a:pt x="7059086" y="2193181"/>
                  </a:lnTo>
                </a:path>
              </a:pathLst>
            </a:custGeom>
            <a:noFill/>
            <a:ln w="1747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05" name="object 9"/>
            <p:cNvSpPr/>
            <p:nvPr/>
          </p:nvSpPr>
          <p:spPr>
            <a:xfrm>
              <a:off x="7475040" y="4710960"/>
              <a:ext cx="1118880" cy="139392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1393920"/>
                <a:gd name="textAreaBottom" fmla="*/ 1394640 h 1393920"/>
              </a:gdLst>
              <a:ahLst/>
              <a:rect l="textAreaLeft" t="textAreaTop" r="textAreaRight" b="textAreaBottom"/>
              <a:pathLst>
                <a:path w="1119504" h="1394460">
                  <a:moveTo>
                    <a:pt x="1119251" y="968908"/>
                  </a:moveTo>
                  <a:lnTo>
                    <a:pt x="0" y="968908"/>
                  </a:lnTo>
                  <a:lnTo>
                    <a:pt x="0" y="1393901"/>
                  </a:lnTo>
                  <a:lnTo>
                    <a:pt x="1119251" y="1393901"/>
                  </a:lnTo>
                  <a:lnTo>
                    <a:pt x="1119251" y="968908"/>
                  </a:lnTo>
                  <a:close/>
                </a:path>
                <a:path w="1119504" h="1394460">
                  <a:moveTo>
                    <a:pt x="1119251" y="0"/>
                  </a:moveTo>
                  <a:lnTo>
                    <a:pt x="0" y="0"/>
                  </a:lnTo>
                  <a:lnTo>
                    <a:pt x="0" y="424992"/>
                  </a:lnTo>
                  <a:lnTo>
                    <a:pt x="1119251" y="424992"/>
                  </a:lnTo>
                  <a:lnTo>
                    <a:pt x="1119251" y="0"/>
                  </a:lnTo>
                  <a:close/>
                </a:path>
              </a:pathLst>
            </a:custGeom>
            <a:solidFill>
              <a:srgbClr val="6d796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06" name="object 10"/>
            <p:cNvSpPr/>
            <p:nvPr/>
          </p:nvSpPr>
          <p:spPr>
            <a:xfrm>
              <a:off x="7926480" y="4829760"/>
              <a:ext cx="360" cy="968400"/>
            </a:xfrm>
            <a:custGeom>
              <a:avLst/>
              <a:gdLst>
                <a:gd name="textAreaLeft" fmla="*/ 0 w 360"/>
                <a:gd name="textAreaRight" fmla="*/ 1440 w 360"/>
                <a:gd name="textAreaTop" fmla="*/ 0 h 968400"/>
                <a:gd name="textAreaBottom" fmla="*/ 969120 h 968400"/>
              </a:gdLst>
              <a:ahLst/>
              <a:rect l="textAreaLeft" t="textAreaTop" r="textAreaRight" b="textAreaBottom"/>
              <a:pathLst>
                <a:path w="0" h="969010">
                  <a:moveTo>
                    <a:pt x="0" y="0"/>
                  </a:moveTo>
                  <a:lnTo>
                    <a:pt x="0" y="968927"/>
                  </a:lnTo>
                </a:path>
              </a:pathLst>
            </a:custGeom>
            <a:noFill/>
            <a:ln w="1800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07" name="object 11"/>
            <p:cNvSpPr/>
            <p:nvPr/>
          </p:nvSpPr>
          <p:spPr>
            <a:xfrm>
              <a:off x="6139080" y="567972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4" h="425450">
                  <a:moveTo>
                    <a:pt x="1119252" y="0"/>
                  </a:moveTo>
                  <a:lnTo>
                    <a:pt x="0" y="0"/>
                  </a:lnTo>
                  <a:lnTo>
                    <a:pt x="0" y="424991"/>
                  </a:lnTo>
                  <a:lnTo>
                    <a:pt x="1119252" y="424991"/>
                  </a:lnTo>
                  <a:lnTo>
                    <a:pt x="1119252" y="0"/>
                  </a:lnTo>
                  <a:close/>
                </a:path>
              </a:pathLst>
            </a:custGeom>
            <a:solidFill>
              <a:srgbClr val="6d796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08" name="object 12"/>
            <p:cNvSpPr/>
            <p:nvPr/>
          </p:nvSpPr>
          <p:spPr>
            <a:xfrm>
              <a:off x="6608520" y="5306040"/>
              <a:ext cx="1317600" cy="492120"/>
            </a:xfrm>
            <a:custGeom>
              <a:avLst/>
              <a:gdLst>
                <a:gd name="textAreaLeft" fmla="*/ 0 w 1317600"/>
                <a:gd name="textAreaRight" fmla="*/ 1318320 w 1317600"/>
                <a:gd name="textAreaTop" fmla="*/ 0 h 492120"/>
                <a:gd name="textAreaBottom" fmla="*/ 492840 h 492120"/>
              </a:gdLst>
              <a:ahLst/>
              <a:rect l="textAreaLeft" t="textAreaTop" r="textAreaRight" b="textAreaBottom"/>
              <a:pathLst>
                <a:path w="1318259" h="492760">
                  <a:moveTo>
                    <a:pt x="0" y="492725"/>
                  </a:moveTo>
                  <a:lnTo>
                    <a:pt x="0" y="0"/>
                  </a:lnTo>
                  <a:lnTo>
                    <a:pt x="1317858" y="0"/>
                  </a:lnTo>
                </a:path>
              </a:pathLst>
            </a:custGeom>
            <a:noFill/>
            <a:ln w="1706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09" name="object 13"/>
            <p:cNvSpPr/>
            <p:nvPr/>
          </p:nvSpPr>
          <p:spPr>
            <a:xfrm>
              <a:off x="3503160" y="4710960"/>
              <a:ext cx="3754800" cy="424800"/>
            </a:xfrm>
            <a:custGeom>
              <a:avLst/>
              <a:gdLst>
                <a:gd name="textAreaLeft" fmla="*/ 0 w 3754800"/>
                <a:gd name="textAreaRight" fmla="*/ 3755520 w 375480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3755390" h="425450">
                  <a:moveTo>
                    <a:pt x="1119682" y="0"/>
                  </a:moveTo>
                  <a:lnTo>
                    <a:pt x="0" y="0"/>
                  </a:lnTo>
                  <a:lnTo>
                    <a:pt x="0" y="424992"/>
                  </a:lnTo>
                  <a:lnTo>
                    <a:pt x="1119682" y="424992"/>
                  </a:lnTo>
                  <a:lnTo>
                    <a:pt x="1119682" y="0"/>
                  </a:lnTo>
                  <a:close/>
                </a:path>
                <a:path w="3755390" h="425450">
                  <a:moveTo>
                    <a:pt x="3755148" y="0"/>
                  </a:moveTo>
                  <a:lnTo>
                    <a:pt x="2635897" y="0"/>
                  </a:lnTo>
                  <a:lnTo>
                    <a:pt x="2635897" y="424992"/>
                  </a:lnTo>
                  <a:lnTo>
                    <a:pt x="3755148" y="424992"/>
                  </a:lnTo>
                  <a:lnTo>
                    <a:pt x="3755148" y="0"/>
                  </a:lnTo>
                  <a:close/>
                </a:path>
              </a:pathLst>
            </a:custGeom>
            <a:solidFill>
              <a:srgbClr val="6d796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10" name="object 14"/>
            <p:cNvSpPr/>
            <p:nvPr/>
          </p:nvSpPr>
          <p:spPr>
            <a:xfrm>
              <a:off x="1191960" y="3384720"/>
              <a:ext cx="5416560" cy="2413440"/>
            </a:xfrm>
            <a:custGeom>
              <a:avLst/>
              <a:gdLst>
                <a:gd name="textAreaLeft" fmla="*/ 0 w 5416560"/>
                <a:gd name="textAreaRight" fmla="*/ 5417280 w 5416560"/>
                <a:gd name="textAreaTop" fmla="*/ 0 h 2413440"/>
                <a:gd name="textAreaBottom" fmla="*/ 2414160 h 2413440"/>
              </a:gdLst>
              <a:ahLst/>
              <a:rect l="textAreaLeft" t="textAreaTop" r="textAreaRight" b="textAreaBottom"/>
              <a:pathLst>
                <a:path w="5417184" h="2414270">
                  <a:moveTo>
                    <a:pt x="5416561" y="1445078"/>
                  </a:moveTo>
                  <a:lnTo>
                    <a:pt x="5416561" y="968859"/>
                  </a:lnTo>
                  <a:lnTo>
                    <a:pt x="2762478" y="968859"/>
                  </a:lnTo>
                  <a:lnTo>
                    <a:pt x="2762478" y="1445078"/>
                  </a:lnTo>
                </a:path>
                <a:path w="5417184" h="2414270">
                  <a:moveTo>
                    <a:pt x="668130" y="476219"/>
                  </a:moveTo>
                  <a:lnTo>
                    <a:pt x="668130" y="0"/>
                  </a:lnTo>
                </a:path>
                <a:path w="5417184" h="2414270">
                  <a:moveTo>
                    <a:pt x="776634" y="1921281"/>
                  </a:moveTo>
                  <a:lnTo>
                    <a:pt x="776634" y="697145"/>
                  </a:lnTo>
                </a:path>
                <a:path w="5417184" h="2414270">
                  <a:moveTo>
                    <a:pt x="0" y="2414006"/>
                  </a:moveTo>
                  <a:lnTo>
                    <a:pt x="0" y="1921281"/>
                  </a:lnTo>
                  <a:lnTo>
                    <a:pt x="1336224" y="1921281"/>
                  </a:lnTo>
                  <a:lnTo>
                    <a:pt x="1336224" y="2414006"/>
                  </a:lnTo>
                </a:path>
              </a:pathLst>
            </a:custGeom>
            <a:noFill/>
            <a:ln w="1747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11" name="object 15"/>
            <p:cNvSpPr/>
            <p:nvPr/>
          </p:nvSpPr>
          <p:spPr>
            <a:xfrm>
              <a:off x="632520" y="557784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5" h="425450">
                  <a:moveTo>
                    <a:pt x="1113216" y="0"/>
                  </a:moveTo>
                  <a:lnTo>
                    <a:pt x="0" y="0"/>
                  </a:lnTo>
                  <a:lnTo>
                    <a:pt x="0" y="424991"/>
                  </a:lnTo>
                  <a:lnTo>
                    <a:pt x="1105887" y="424991"/>
                  </a:lnTo>
                  <a:lnTo>
                    <a:pt x="1108002" y="420845"/>
                  </a:lnTo>
                  <a:lnTo>
                    <a:pt x="1119252" y="393407"/>
                  </a:lnTo>
                  <a:lnTo>
                    <a:pt x="1119252" y="14712"/>
                  </a:lnTo>
                  <a:lnTo>
                    <a:pt x="1113216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12" name="object 16" descr=""/>
            <p:cNvPicPr/>
            <p:nvPr/>
          </p:nvPicPr>
          <p:blipFill>
            <a:blip r:embed="rId1"/>
            <a:stretch/>
          </p:blipFill>
          <p:spPr>
            <a:xfrm>
              <a:off x="632520" y="5577840"/>
              <a:ext cx="1118520" cy="424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3" name="object 17"/>
            <p:cNvSpPr/>
            <p:nvPr/>
          </p:nvSpPr>
          <p:spPr>
            <a:xfrm>
              <a:off x="1155960" y="576504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09" h="51435">
                  <a:moveTo>
                    <a:pt x="18005" y="0"/>
                  </a:moveTo>
                  <a:lnTo>
                    <a:pt x="0" y="0"/>
                  </a:lnTo>
                  <a:lnTo>
                    <a:pt x="0" y="16929"/>
                  </a:lnTo>
                  <a:lnTo>
                    <a:pt x="281" y="29434"/>
                  </a:lnTo>
                  <a:lnTo>
                    <a:pt x="2250" y="40424"/>
                  </a:lnTo>
                  <a:lnTo>
                    <a:pt x="7596" y="48237"/>
                  </a:lnTo>
                  <a:lnTo>
                    <a:pt x="18005" y="51210"/>
                  </a:lnTo>
                  <a:lnTo>
                    <a:pt x="31229" y="48237"/>
                  </a:lnTo>
                  <a:lnTo>
                    <a:pt x="42764" y="40424"/>
                  </a:lnTo>
                  <a:lnTo>
                    <a:pt x="50923" y="29434"/>
                  </a:lnTo>
                  <a:lnTo>
                    <a:pt x="54017" y="16929"/>
                  </a:lnTo>
                  <a:lnTo>
                    <a:pt x="50923" y="7142"/>
                  </a:lnTo>
                  <a:lnTo>
                    <a:pt x="42764" y="2116"/>
                  </a:lnTo>
                  <a:lnTo>
                    <a:pt x="31229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14" name="object 18"/>
            <p:cNvSpPr/>
            <p:nvPr/>
          </p:nvSpPr>
          <p:spPr>
            <a:xfrm>
              <a:off x="632520" y="557784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5" h="425450">
                  <a:moveTo>
                    <a:pt x="0" y="424991"/>
                  </a:moveTo>
                  <a:lnTo>
                    <a:pt x="1119252" y="424991"/>
                  </a:lnTo>
                  <a:lnTo>
                    <a:pt x="1119252" y="0"/>
                  </a:lnTo>
                  <a:lnTo>
                    <a:pt x="0" y="0"/>
                  </a:lnTo>
                  <a:lnTo>
                    <a:pt x="0" y="424991"/>
                  </a:lnTo>
                  <a:close/>
                </a:path>
              </a:pathLst>
            </a:custGeom>
            <a:noFill/>
            <a:ln w="34136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15" name="object 19"/>
            <p:cNvSpPr/>
            <p:nvPr/>
          </p:nvSpPr>
          <p:spPr>
            <a:xfrm>
              <a:off x="740880" y="471096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5" h="425450">
                  <a:moveTo>
                    <a:pt x="1119252" y="0"/>
                  </a:moveTo>
                  <a:lnTo>
                    <a:pt x="0" y="0"/>
                  </a:lnTo>
                  <a:lnTo>
                    <a:pt x="0" y="424991"/>
                  </a:lnTo>
                  <a:lnTo>
                    <a:pt x="1119252" y="424991"/>
                  </a:lnTo>
                  <a:lnTo>
                    <a:pt x="1119252" y="0"/>
                  </a:lnTo>
                  <a:close/>
                </a:path>
              </a:pathLst>
            </a:custGeom>
            <a:solidFill>
              <a:srgbClr val="6d796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16" name="object 20"/>
          <p:cNvSpPr/>
          <p:nvPr/>
        </p:nvSpPr>
        <p:spPr>
          <a:xfrm>
            <a:off x="764280" y="5582520"/>
            <a:ext cx="83736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20" strike="noStrike" u="none">
                <a:solidFill>
                  <a:schemeClr val="dk1"/>
                </a:solidFill>
                <a:uFillTx/>
                <a:latin typeface="Times New Roman"/>
              </a:rPr>
              <a:t>Performance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object 21"/>
          <p:cNvSpPr/>
          <p:nvPr/>
        </p:nvSpPr>
        <p:spPr>
          <a:xfrm>
            <a:off x="764280" y="5752440"/>
            <a:ext cx="864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18" name="object 22"/>
          <p:cNvGrpSpPr/>
          <p:nvPr/>
        </p:nvGrpSpPr>
        <p:grpSpPr>
          <a:xfrm>
            <a:off x="1968480" y="5577840"/>
            <a:ext cx="1118880" cy="424800"/>
            <a:chOff x="1968480" y="5577840"/>
            <a:chExt cx="1118880" cy="424800"/>
          </a:xfrm>
        </p:grpSpPr>
        <p:sp>
          <p:nvSpPr>
            <p:cNvPr id="119" name="object 23"/>
            <p:cNvSpPr/>
            <p:nvPr/>
          </p:nvSpPr>
          <p:spPr>
            <a:xfrm>
              <a:off x="1968480" y="557784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5" h="425450">
                  <a:moveTo>
                    <a:pt x="1095023" y="0"/>
                  </a:moveTo>
                  <a:lnTo>
                    <a:pt x="0" y="0"/>
                  </a:lnTo>
                  <a:lnTo>
                    <a:pt x="0" y="424991"/>
                  </a:lnTo>
                  <a:lnTo>
                    <a:pt x="1087766" y="424991"/>
                  </a:lnTo>
                  <a:lnTo>
                    <a:pt x="1089858" y="420845"/>
                  </a:lnTo>
                  <a:lnTo>
                    <a:pt x="1106476" y="379926"/>
                  </a:lnTo>
                  <a:lnTo>
                    <a:pt x="1119252" y="339016"/>
                  </a:lnTo>
                  <a:lnTo>
                    <a:pt x="1119252" y="69076"/>
                  </a:lnTo>
                  <a:lnTo>
                    <a:pt x="1095023" y="0"/>
                  </a:lnTo>
                  <a:close/>
                </a:path>
                <a:path w="1119505" h="425450">
                  <a:moveTo>
                    <a:pt x="1119252" y="0"/>
                  </a:moveTo>
                  <a:lnTo>
                    <a:pt x="1095023" y="0"/>
                  </a:lnTo>
                  <a:lnTo>
                    <a:pt x="1106476" y="28185"/>
                  </a:lnTo>
                  <a:lnTo>
                    <a:pt x="1119252" y="69076"/>
                  </a:lnTo>
                  <a:lnTo>
                    <a:pt x="1119252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20" name="object 24" descr=""/>
            <p:cNvPicPr/>
            <p:nvPr/>
          </p:nvPicPr>
          <p:blipFill>
            <a:blip r:embed="rId2"/>
            <a:stretch/>
          </p:blipFill>
          <p:spPr>
            <a:xfrm>
              <a:off x="1968840" y="5577840"/>
              <a:ext cx="1100520" cy="424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1" name="object 25"/>
            <p:cNvSpPr/>
            <p:nvPr/>
          </p:nvSpPr>
          <p:spPr>
            <a:xfrm>
              <a:off x="2492280" y="576504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10" h="51435">
                  <a:moveTo>
                    <a:pt x="18005" y="0"/>
                  </a:moveTo>
                  <a:lnTo>
                    <a:pt x="0" y="0"/>
                  </a:lnTo>
                  <a:lnTo>
                    <a:pt x="0" y="16929"/>
                  </a:lnTo>
                  <a:lnTo>
                    <a:pt x="281" y="29434"/>
                  </a:lnTo>
                  <a:lnTo>
                    <a:pt x="2250" y="40424"/>
                  </a:lnTo>
                  <a:lnTo>
                    <a:pt x="7596" y="48237"/>
                  </a:lnTo>
                  <a:lnTo>
                    <a:pt x="18005" y="51210"/>
                  </a:lnTo>
                  <a:lnTo>
                    <a:pt x="31229" y="48237"/>
                  </a:lnTo>
                  <a:lnTo>
                    <a:pt x="42764" y="40424"/>
                  </a:lnTo>
                  <a:lnTo>
                    <a:pt x="50923" y="29434"/>
                  </a:lnTo>
                  <a:lnTo>
                    <a:pt x="54017" y="16929"/>
                  </a:lnTo>
                  <a:lnTo>
                    <a:pt x="50923" y="7142"/>
                  </a:lnTo>
                  <a:lnTo>
                    <a:pt x="42764" y="2116"/>
                  </a:lnTo>
                  <a:lnTo>
                    <a:pt x="31229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22" name="object 26"/>
            <p:cNvSpPr/>
            <p:nvPr/>
          </p:nvSpPr>
          <p:spPr>
            <a:xfrm>
              <a:off x="1968480" y="557784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5" h="425450">
                  <a:moveTo>
                    <a:pt x="0" y="424991"/>
                  </a:moveTo>
                  <a:lnTo>
                    <a:pt x="1119252" y="424991"/>
                  </a:lnTo>
                  <a:lnTo>
                    <a:pt x="1119252" y="0"/>
                  </a:lnTo>
                  <a:lnTo>
                    <a:pt x="0" y="0"/>
                  </a:lnTo>
                  <a:lnTo>
                    <a:pt x="0" y="424991"/>
                  </a:lnTo>
                  <a:close/>
                </a:path>
              </a:pathLst>
            </a:custGeom>
            <a:noFill/>
            <a:ln w="34136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23" name="object 27"/>
          <p:cNvSpPr/>
          <p:nvPr/>
        </p:nvSpPr>
        <p:spPr>
          <a:xfrm>
            <a:off x="2316960" y="5582520"/>
            <a:ext cx="4039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S</a:t>
            </a:r>
            <a:r>
              <a:rPr b="0" lang="en-US" sz="1200" spc="105" strike="noStrike" u="none">
                <a:solidFill>
                  <a:schemeClr val="dk1"/>
                </a:solidFill>
                <a:uFillTx/>
                <a:latin typeface="Times New Roman"/>
              </a:rPr>
              <a:t>p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a</a:t>
            </a:r>
            <a:r>
              <a:rPr b="0" lang="en-US" sz="1200" spc="-111" strike="noStrike" u="none">
                <a:solidFill>
                  <a:schemeClr val="dk1"/>
                </a:solidFill>
                <a:uFillTx/>
                <a:latin typeface="Times New Roman"/>
              </a:rPr>
              <a:t>c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object 28"/>
          <p:cNvSpPr/>
          <p:nvPr/>
        </p:nvSpPr>
        <p:spPr>
          <a:xfrm>
            <a:off x="2081880" y="5752440"/>
            <a:ext cx="8827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25" name="object 29"/>
          <p:cNvGrpSpPr/>
          <p:nvPr/>
        </p:nvGrpSpPr>
        <p:grpSpPr>
          <a:xfrm>
            <a:off x="632520" y="4609080"/>
            <a:ext cx="1118880" cy="441360"/>
            <a:chOff x="632520" y="4609080"/>
            <a:chExt cx="1118880" cy="441360"/>
          </a:xfrm>
        </p:grpSpPr>
        <p:sp>
          <p:nvSpPr>
            <p:cNvPr id="126" name="object 30"/>
            <p:cNvSpPr/>
            <p:nvPr/>
          </p:nvSpPr>
          <p:spPr>
            <a:xfrm>
              <a:off x="632520" y="4609080"/>
              <a:ext cx="1118880" cy="44136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41360"/>
                <a:gd name="textAreaBottom" fmla="*/ 442080 h 441360"/>
              </a:gdLst>
              <a:ahLst/>
              <a:rect l="textAreaLeft" t="textAreaTop" r="textAreaRight" b="textAreaBottom"/>
              <a:pathLst>
                <a:path w="1119505" h="441960">
                  <a:moveTo>
                    <a:pt x="1113244" y="0"/>
                  </a:moveTo>
                  <a:lnTo>
                    <a:pt x="0" y="0"/>
                  </a:lnTo>
                  <a:lnTo>
                    <a:pt x="0" y="441920"/>
                  </a:lnTo>
                  <a:lnTo>
                    <a:pt x="1102396" y="441920"/>
                  </a:lnTo>
                  <a:lnTo>
                    <a:pt x="1108002" y="430566"/>
                  </a:lnTo>
                  <a:lnTo>
                    <a:pt x="1119252" y="402120"/>
                  </a:lnTo>
                  <a:lnTo>
                    <a:pt x="1119252" y="14650"/>
                  </a:lnTo>
                  <a:lnTo>
                    <a:pt x="1113244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27" name="object 31" descr=""/>
            <p:cNvPicPr/>
            <p:nvPr/>
          </p:nvPicPr>
          <p:blipFill>
            <a:blip r:embed="rId3"/>
            <a:stretch/>
          </p:blipFill>
          <p:spPr>
            <a:xfrm>
              <a:off x="632520" y="4609080"/>
              <a:ext cx="1118520" cy="441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8" name="object 32"/>
            <p:cNvSpPr/>
            <p:nvPr/>
          </p:nvSpPr>
          <p:spPr>
            <a:xfrm>
              <a:off x="1155960" y="4795920"/>
              <a:ext cx="54000" cy="5004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040"/>
                <a:gd name="textAreaBottom" fmla="*/ 50760 h 50040"/>
              </a:gdLst>
              <a:ahLst/>
              <a:rect l="textAreaLeft" t="textAreaTop" r="textAreaRight" b="textAreaBottom"/>
              <a:pathLst>
                <a:path w="54609" h="50800">
                  <a:moveTo>
                    <a:pt x="18005" y="0"/>
                  </a:moveTo>
                  <a:lnTo>
                    <a:pt x="0" y="0"/>
                  </a:lnTo>
                  <a:lnTo>
                    <a:pt x="0" y="16946"/>
                  </a:lnTo>
                  <a:lnTo>
                    <a:pt x="281" y="29378"/>
                  </a:lnTo>
                  <a:lnTo>
                    <a:pt x="2250" y="40223"/>
                  </a:lnTo>
                  <a:lnTo>
                    <a:pt x="7596" y="47894"/>
                  </a:lnTo>
                  <a:lnTo>
                    <a:pt x="18005" y="50804"/>
                  </a:lnTo>
                  <a:lnTo>
                    <a:pt x="31229" y="47894"/>
                  </a:lnTo>
                  <a:lnTo>
                    <a:pt x="42764" y="40223"/>
                  </a:lnTo>
                  <a:lnTo>
                    <a:pt x="50923" y="29378"/>
                  </a:lnTo>
                  <a:lnTo>
                    <a:pt x="54017" y="16946"/>
                  </a:lnTo>
                  <a:lnTo>
                    <a:pt x="50923" y="7149"/>
                  </a:lnTo>
                  <a:lnTo>
                    <a:pt x="42764" y="2118"/>
                  </a:lnTo>
                  <a:lnTo>
                    <a:pt x="31229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29" name="object 33"/>
            <p:cNvSpPr/>
            <p:nvPr/>
          </p:nvSpPr>
          <p:spPr>
            <a:xfrm>
              <a:off x="632520" y="4609080"/>
              <a:ext cx="1118880" cy="44136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41360"/>
                <a:gd name="textAreaBottom" fmla="*/ 442080 h 441360"/>
              </a:gdLst>
              <a:ahLst/>
              <a:rect l="textAreaLeft" t="textAreaTop" r="textAreaRight" b="textAreaBottom"/>
              <a:pathLst>
                <a:path w="1119505" h="441960">
                  <a:moveTo>
                    <a:pt x="0" y="441920"/>
                  </a:moveTo>
                  <a:lnTo>
                    <a:pt x="1119252" y="441920"/>
                  </a:lnTo>
                  <a:lnTo>
                    <a:pt x="1119252" y="0"/>
                  </a:lnTo>
                  <a:lnTo>
                    <a:pt x="0" y="0"/>
                  </a:lnTo>
                  <a:lnTo>
                    <a:pt x="0" y="441920"/>
                  </a:lnTo>
                  <a:close/>
                </a:path>
              </a:pathLst>
            </a:custGeom>
            <a:noFill/>
            <a:ln w="3415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30" name="object 34"/>
          <p:cNvSpPr/>
          <p:nvPr/>
        </p:nvSpPr>
        <p:spPr>
          <a:xfrm>
            <a:off x="632520" y="4609080"/>
            <a:ext cx="1118880" cy="390960"/>
          </a:xfrm>
          <a:prstGeom prst="rect">
            <a:avLst/>
          </a:prstGeom>
          <a:noFill/>
          <a:ln w="341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50760" bIns="0" anchor="t">
            <a:spAutoFit/>
          </a:bodyPr>
          <a:p>
            <a:pPr marL="144000" indent="126360" defTabSz="914400">
              <a:lnSpc>
                <a:spcPts val="1341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1200" spc="20" strike="noStrike" u="none">
                <a:solidFill>
                  <a:schemeClr val="dk1"/>
                </a:solidFill>
                <a:uFillTx/>
                <a:latin typeface="Times New Roman"/>
              </a:rPr>
              <a:t>Usability </a:t>
            </a: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 </a:t>
            </a:r>
            <a:r>
              <a:rPr b="0" lang="en-US" sz="1200" spc="20" strike="noStrike" u="none">
                <a:solidFill>
                  <a:schemeClr val="dk1"/>
                </a:solidFill>
                <a:uFillTx/>
                <a:latin typeface="Times New Roman"/>
              </a:rPr>
              <a:t>r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Times New Roman"/>
              </a:rPr>
              <a:t>q</a:t>
            </a:r>
            <a:r>
              <a:rPr b="0" lang="en-US" sz="1200" spc="105" strike="noStrike" u="none">
                <a:solidFill>
                  <a:schemeClr val="dk1"/>
                </a:solidFill>
                <a:uFillTx/>
                <a:latin typeface="Times New Roman"/>
              </a:rPr>
              <a:t>u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re</a:t>
            </a:r>
            <a:r>
              <a:rPr b="0" lang="en-US" sz="1200" spc="45" strike="noStrike" u="none">
                <a:solidFill>
                  <a:schemeClr val="dk1"/>
                </a:solidFill>
                <a:uFillTx/>
                <a:latin typeface="Times New Roman"/>
              </a:rPr>
              <a:t>me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Times New Roman"/>
              </a:rPr>
              <a:t>n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t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31" name="object 35"/>
          <p:cNvGrpSpPr/>
          <p:nvPr/>
        </p:nvGrpSpPr>
        <p:grpSpPr>
          <a:xfrm>
            <a:off x="1300320" y="3656880"/>
            <a:ext cx="1118880" cy="424800"/>
            <a:chOff x="1300320" y="3656880"/>
            <a:chExt cx="1118880" cy="424800"/>
          </a:xfrm>
        </p:grpSpPr>
        <p:sp>
          <p:nvSpPr>
            <p:cNvPr id="132" name="object 36"/>
            <p:cNvSpPr/>
            <p:nvPr/>
          </p:nvSpPr>
          <p:spPr>
            <a:xfrm>
              <a:off x="1300320" y="365688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5" h="425450">
                  <a:moveTo>
                    <a:pt x="1112919" y="0"/>
                  </a:moveTo>
                  <a:lnTo>
                    <a:pt x="0" y="0"/>
                  </a:lnTo>
                  <a:lnTo>
                    <a:pt x="0" y="424991"/>
                  </a:lnTo>
                  <a:lnTo>
                    <a:pt x="1105527" y="424991"/>
                  </a:lnTo>
                  <a:lnTo>
                    <a:pt x="1107687" y="420756"/>
                  </a:lnTo>
                  <a:lnTo>
                    <a:pt x="1119252" y="392534"/>
                  </a:lnTo>
                  <a:lnTo>
                    <a:pt x="1119252" y="15466"/>
                  </a:lnTo>
                  <a:lnTo>
                    <a:pt x="1112919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33" name="object 37" descr=""/>
            <p:cNvPicPr/>
            <p:nvPr/>
          </p:nvPicPr>
          <p:blipFill>
            <a:blip r:embed="rId4"/>
            <a:stretch/>
          </p:blipFill>
          <p:spPr>
            <a:xfrm>
              <a:off x="1300680" y="3656880"/>
              <a:ext cx="1118520" cy="424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4" name="object 38"/>
            <p:cNvSpPr/>
            <p:nvPr/>
          </p:nvSpPr>
          <p:spPr>
            <a:xfrm>
              <a:off x="1824120" y="382680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10" h="51435">
                  <a:moveTo>
                    <a:pt x="18023" y="0"/>
                  </a:moveTo>
                  <a:lnTo>
                    <a:pt x="0" y="0"/>
                  </a:lnTo>
                  <a:lnTo>
                    <a:pt x="0" y="17437"/>
                  </a:lnTo>
                  <a:lnTo>
                    <a:pt x="281" y="29869"/>
                  </a:lnTo>
                  <a:lnTo>
                    <a:pt x="2252" y="40714"/>
                  </a:lnTo>
                  <a:lnTo>
                    <a:pt x="7603" y="48385"/>
                  </a:lnTo>
                  <a:lnTo>
                    <a:pt x="18023" y="51295"/>
                  </a:lnTo>
                  <a:lnTo>
                    <a:pt x="31247" y="48385"/>
                  </a:lnTo>
                  <a:lnTo>
                    <a:pt x="42782" y="40714"/>
                  </a:lnTo>
                  <a:lnTo>
                    <a:pt x="50941" y="29869"/>
                  </a:lnTo>
                  <a:lnTo>
                    <a:pt x="54035" y="17437"/>
                  </a:lnTo>
                  <a:lnTo>
                    <a:pt x="50941" y="7356"/>
                  </a:lnTo>
                  <a:lnTo>
                    <a:pt x="42782" y="2179"/>
                  </a:lnTo>
                  <a:lnTo>
                    <a:pt x="31247" y="272"/>
                  </a:lnTo>
                  <a:lnTo>
                    <a:pt x="18023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35" name="object 39"/>
            <p:cNvSpPr/>
            <p:nvPr/>
          </p:nvSpPr>
          <p:spPr>
            <a:xfrm>
              <a:off x="1300320" y="365688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5" h="425450">
                  <a:moveTo>
                    <a:pt x="0" y="424991"/>
                  </a:moveTo>
                  <a:lnTo>
                    <a:pt x="1119252" y="424991"/>
                  </a:lnTo>
                  <a:lnTo>
                    <a:pt x="1119252" y="0"/>
                  </a:lnTo>
                  <a:lnTo>
                    <a:pt x="0" y="0"/>
                  </a:lnTo>
                  <a:lnTo>
                    <a:pt x="0" y="424991"/>
                  </a:lnTo>
                  <a:close/>
                </a:path>
              </a:pathLst>
            </a:custGeom>
            <a:noFill/>
            <a:ln w="34136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36" name="object 40"/>
          <p:cNvSpPr/>
          <p:nvPr/>
        </p:nvSpPr>
        <p:spPr>
          <a:xfrm>
            <a:off x="1504440" y="3661200"/>
            <a:ext cx="7016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-26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r>
              <a:rPr b="0" lang="en-US" sz="1200" spc="164" strike="noStrike" u="none">
                <a:solidFill>
                  <a:schemeClr val="dk1"/>
                </a:solidFill>
                <a:uFillTx/>
                <a:latin typeface="Times New Roman"/>
              </a:rPr>
              <a:t>f</a:t>
            </a:r>
            <a:r>
              <a:rPr b="0" lang="en-US" sz="1200" spc="20" strike="noStrike" u="none">
                <a:solidFill>
                  <a:schemeClr val="dk1"/>
                </a:solidFill>
                <a:uFillTx/>
                <a:latin typeface="Times New Roman"/>
              </a:rPr>
              <a:t>f</a:t>
            </a:r>
            <a:r>
              <a:rPr b="0" lang="en-US" sz="1200" spc="-51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c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Times New Roman"/>
              </a:rPr>
              <a:t>n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c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object 41"/>
          <p:cNvSpPr/>
          <p:nvPr/>
        </p:nvSpPr>
        <p:spPr>
          <a:xfrm>
            <a:off x="1432440" y="3831480"/>
            <a:ext cx="8640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-119" strike="noStrike" u="none">
                <a:solidFill>
                  <a:schemeClr val="dk1"/>
                </a:solidFill>
                <a:uFillTx/>
                <a:latin typeface="Times New Roman"/>
              </a:rPr>
              <a:t>r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r>
              <a:rPr b="0" lang="en-US" sz="1200" spc="-34" strike="noStrike" u="none">
                <a:solidFill>
                  <a:schemeClr val="dk1"/>
                </a:solidFill>
                <a:uFillTx/>
                <a:latin typeface="Times New Roman"/>
              </a:rPr>
              <a:t>q</a:t>
            </a:r>
            <a:r>
              <a:rPr b="0" lang="en-US" sz="1200" spc="99" strike="noStrike" u="none">
                <a:solidFill>
                  <a:schemeClr val="dk1"/>
                </a:solidFill>
                <a:uFillTx/>
                <a:latin typeface="Times New Roman"/>
              </a:rPr>
              <a:t>u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r</a:t>
            </a:r>
            <a:r>
              <a:rPr b="0" lang="en-US" sz="1200" spc="-159" strike="noStrike" u="none">
                <a:solidFill>
                  <a:schemeClr val="dk1"/>
                </a:solidFill>
                <a:uFillTx/>
                <a:latin typeface="Times New Roman"/>
              </a:rPr>
              <a:t> 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r>
              <a:rPr b="0" lang="en-US" sz="1200" spc="60" strike="noStrike" u="none">
                <a:solidFill>
                  <a:schemeClr val="dk1"/>
                </a:solidFill>
                <a:uFillTx/>
                <a:latin typeface="Times New Roman"/>
              </a:rPr>
              <a:t>m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r>
              <a:rPr b="0" lang="en-US" sz="1200" spc="-34" strike="noStrike" u="none">
                <a:solidFill>
                  <a:schemeClr val="dk1"/>
                </a:solidFill>
                <a:uFillTx/>
                <a:latin typeface="Times New Roman"/>
              </a:rPr>
              <a:t>n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t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38" name="object 42"/>
          <p:cNvGrpSpPr/>
          <p:nvPr/>
        </p:nvGrpSpPr>
        <p:grpSpPr>
          <a:xfrm>
            <a:off x="2618280" y="3656880"/>
            <a:ext cx="1137240" cy="424800"/>
            <a:chOff x="2618280" y="3656880"/>
            <a:chExt cx="1137240" cy="424800"/>
          </a:xfrm>
        </p:grpSpPr>
        <p:sp>
          <p:nvSpPr>
            <p:cNvPr id="139" name="object 43"/>
            <p:cNvSpPr/>
            <p:nvPr/>
          </p:nvSpPr>
          <p:spPr>
            <a:xfrm>
              <a:off x="2618280" y="3656880"/>
              <a:ext cx="1137240" cy="424800"/>
            </a:xfrm>
            <a:custGeom>
              <a:avLst/>
              <a:gdLst>
                <a:gd name="textAreaLeft" fmla="*/ 0 w 1137240"/>
                <a:gd name="textAreaRight" fmla="*/ 1137960 w 113724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37920" h="425450">
                  <a:moveTo>
                    <a:pt x="1113576" y="0"/>
                  </a:moveTo>
                  <a:lnTo>
                    <a:pt x="6209" y="0"/>
                  </a:lnTo>
                  <a:lnTo>
                    <a:pt x="0" y="15275"/>
                  </a:lnTo>
                  <a:lnTo>
                    <a:pt x="0" y="392725"/>
                  </a:lnTo>
                  <a:lnTo>
                    <a:pt x="11402" y="420756"/>
                  </a:lnTo>
                  <a:lnTo>
                    <a:pt x="13542" y="424991"/>
                  </a:lnTo>
                  <a:lnTo>
                    <a:pt x="1106241" y="424991"/>
                  </a:lnTo>
                  <a:lnTo>
                    <a:pt x="1108381" y="420756"/>
                  </a:lnTo>
                  <a:lnTo>
                    <a:pt x="1125020" y="379864"/>
                  </a:lnTo>
                  <a:lnTo>
                    <a:pt x="1137708" y="339309"/>
                  </a:lnTo>
                  <a:lnTo>
                    <a:pt x="1137708" y="68732"/>
                  </a:lnTo>
                  <a:lnTo>
                    <a:pt x="1125020" y="28147"/>
                  </a:lnTo>
                  <a:lnTo>
                    <a:pt x="1113576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40" name="object 44" descr=""/>
            <p:cNvPicPr/>
            <p:nvPr/>
          </p:nvPicPr>
          <p:blipFill>
            <a:blip r:embed="rId5"/>
            <a:stretch/>
          </p:blipFill>
          <p:spPr>
            <a:xfrm>
              <a:off x="2618280" y="3656880"/>
              <a:ext cx="1119240" cy="424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1" name="object 45"/>
            <p:cNvSpPr/>
            <p:nvPr/>
          </p:nvSpPr>
          <p:spPr>
            <a:xfrm>
              <a:off x="3159720" y="382680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10" h="51435">
                  <a:moveTo>
                    <a:pt x="18005" y="0"/>
                  </a:moveTo>
                  <a:lnTo>
                    <a:pt x="0" y="0"/>
                  </a:lnTo>
                  <a:lnTo>
                    <a:pt x="0" y="17437"/>
                  </a:lnTo>
                  <a:lnTo>
                    <a:pt x="281" y="29869"/>
                  </a:lnTo>
                  <a:lnTo>
                    <a:pt x="2250" y="40714"/>
                  </a:lnTo>
                  <a:lnTo>
                    <a:pt x="7596" y="48385"/>
                  </a:lnTo>
                  <a:lnTo>
                    <a:pt x="18005" y="51295"/>
                  </a:lnTo>
                  <a:lnTo>
                    <a:pt x="31541" y="48385"/>
                  </a:lnTo>
                  <a:lnTo>
                    <a:pt x="43236" y="40714"/>
                  </a:lnTo>
                  <a:lnTo>
                    <a:pt x="51454" y="29869"/>
                  </a:lnTo>
                  <a:lnTo>
                    <a:pt x="54558" y="17437"/>
                  </a:lnTo>
                  <a:lnTo>
                    <a:pt x="51454" y="7356"/>
                  </a:lnTo>
                  <a:lnTo>
                    <a:pt x="43236" y="2179"/>
                  </a:lnTo>
                  <a:lnTo>
                    <a:pt x="31541" y="272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42" name="object 46"/>
            <p:cNvSpPr/>
            <p:nvPr/>
          </p:nvSpPr>
          <p:spPr>
            <a:xfrm>
              <a:off x="2618280" y="3656880"/>
              <a:ext cx="1137240" cy="424800"/>
            </a:xfrm>
            <a:custGeom>
              <a:avLst/>
              <a:gdLst>
                <a:gd name="textAreaLeft" fmla="*/ 0 w 1137240"/>
                <a:gd name="textAreaRight" fmla="*/ 1137960 w 113724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37920" h="425450">
                  <a:moveTo>
                    <a:pt x="0" y="424991"/>
                  </a:moveTo>
                  <a:lnTo>
                    <a:pt x="1137708" y="424991"/>
                  </a:lnTo>
                  <a:lnTo>
                    <a:pt x="1137708" y="0"/>
                  </a:lnTo>
                  <a:lnTo>
                    <a:pt x="0" y="0"/>
                  </a:lnTo>
                  <a:lnTo>
                    <a:pt x="0" y="424991"/>
                  </a:lnTo>
                  <a:close/>
                </a:path>
              </a:pathLst>
            </a:custGeom>
            <a:noFill/>
            <a:ln w="34128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43" name="object 47"/>
          <p:cNvSpPr/>
          <p:nvPr/>
        </p:nvSpPr>
        <p:spPr>
          <a:xfrm>
            <a:off x="2840400" y="3661200"/>
            <a:ext cx="7016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45" strike="noStrike" u="none">
                <a:solidFill>
                  <a:schemeClr val="dk1"/>
                </a:solidFill>
                <a:uFillTx/>
                <a:latin typeface="Times New Roman"/>
              </a:rPr>
              <a:t>R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Times New Roman"/>
              </a:rPr>
              <a:t>l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-111" strike="noStrike" u="none">
                <a:solidFill>
                  <a:schemeClr val="dk1"/>
                </a:solidFill>
                <a:uFillTx/>
                <a:latin typeface="Times New Roman"/>
              </a:rPr>
              <a:t>a</a:t>
            </a:r>
            <a:r>
              <a:rPr b="0" lang="en-US" sz="1200" spc="105" strike="noStrike" u="none">
                <a:solidFill>
                  <a:schemeClr val="dk1"/>
                </a:solidFill>
                <a:uFillTx/>
                <a:latin typeface="Times New Roman"/>
              </a:rPr>
              <a:t>b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l</a:t>
            </a:r>
            <a:r>
              <a:rPr b="0" lang="en-US" sz="1200" spc="-51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t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object 48"/>
          <p:cNvSpPr/>
          <p:nvPr/>
        </p:nvSpPr>
        <p:spPr>
          <a:xfrm>
            <a:off x="2750040" y="3831480"/>
            <a:ext cx="8827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45" name="object 49"/>
          <p:cNvGrpSpPr/>
          <p:nvPr/>
        </p:nvGrpSpPr>
        <p:grpSpPr>
          <a:xfrm>
            <a:off x="3954600" y="3656880"/>
            <a:ext cx="1118880" cy="424800"/>
            <a:chOff x="3954600" y="3656880"/>
            <a:chExt cx="1118880" cy="424800"/>
          </a:xfrm>
        </p:grpSpPr>
        <p:sp>
          <p:nvSpPr>
            <p:cNvPr id="146" name="object 50"/>
            <p:cNvSpPr/>
            <p:nvPr/>
          </p:nvSpPr>
          <p:spPr>
            <a:xfrm>
              <a:off x="3954600" y="365688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4" h="425450">
                  <a:moveTo>
                    <a:pt x="1095105" y="0"/>
                  </a:moveTo>
                  <a:lnTo>
                    <a:pt x="3755" y="0"/>
                  </a:lnTo>
                  <a:lnTo>
                    <a:pt x="0" y="9275"/>
                  </a:lnTo>
                  <a:lnTo>
                    <a:pt x="0" y="398721"/>
                  </a:lnTo>
                  <a:lnTo>
                    <a:pt x="10643" y="424991"/>
                  </a:lnTo>
                  <a:lnTo>
                    <a:pt x="1087782" y="424991"/>
                  </a:lnTo>
                  <a:lnTo>
                    <a:pt x="1089919" y="420756"/>
                  </a:lnTo>
                  <a:lnTo>
                    <a:pt x="1106530" y="379864"/>
                  </a:lnTo>
                  <a:lnTo>
                    <a:pt x="1119252" y="339129"/>
                  </a:lnTo>
                  <a:lnTo>
                    <a:pt x="1119252" y="68912"/>
                  </a:lnTo>
                  <a:lnTo>
                    <a:pt x="1106530" y="28147"/>
                  </a:lnTo>
                  <a:lnTo>
                    <a:pt x="1095105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47" name="object 51" descr=""/>
            <p:cNvPicPr/>
            <p:nvPr/>
          </p:nvPicPr>
          <p:blipFill>
            <a:blip r:embed="rId6"/>
            <a:stretch/>
          </p:blipFill>
          <p:spPr>
            <a:xfrm>
              <a:off x="3954600" y="3656880"/>
              <a:ext cx="1100520" cy="424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8" name="object 52" descr=""/>
            <p:cNvPicPr/>
            <p:nvPr/>
          </p:nvPicPr>
          <p:blipFill>
            <a:blip r:embed="rId7"/>
            <a:stretch/>
          </p:blipFill>
          <p:spPr>
            <a:xfrm>
              <a:off x="4369680" y="3724920"/>
              <a:ext cx="252360" cy="254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9" name="object 53" descr=""/>
            <p:cNvPicPr/>
            <p:nvPr/>
          </p:nvPicPr>
          <p:blipFill>
            <a:blip r:embed="rId8"/>
            <a:stretch/>
          </p:blipFill>
          <p:spPr>
            <a:xfrm>
              <a:off x="4442040" y="3792960"/>
              <a:ext cx="125280" cy="118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0" name="object 54"/>
            <p:cNvSpPr/>
            <p:nvPr/>
          </p:nvSpPr>
          <p:spPr>
            <a:xfrm>
              <a:off x="4478040" y="382680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10" h="51435">
                  <a:moveTo>
                    <a:pt x="18005" y="0"/>
                  </a:moveTo>
                  <a:lnTo>
                    <a:pt x="0" y="0"/>
                  </a:lnTo>
                  <a:lnTo>
                    <a:pt x="0" y="17437"/>
                  </a:lnTo>
                  <a:lnTo>
                    <a:pt x="281" y="29869"/>
                  </a:lnTo>
                  <a:lnTo>
                    <a:pt x="2250" y="40714"/>
                  </a:lnTo>
                  <a:lnTo>
                    <a:pt x="7596" y="48385"/>
                  </a:lnTo>
                  <a:lnTo>
                    <a:pt x="18005" y="51295"/>
                  </a:lnTo>
                  <a:lnTo>
                    <a:pt x="31229" y="48385"/>
                  </a:lnTo>
                  <a:lnTo>
                    <a:pt x="42764" y="40714"/>
                  </a:lnTo>
                  <a:lnTo>
                    <a:pt x="50923" y="29869"/>
                  </a:lnTo>
                  <a:lnTo>
                    <a:pt x="54017" y="17437"/>
                  </a:lnTo>
                  <a:lnTo>
                    <a:pt x="50923" y="7356"/>
                  </a:lnTo>
                  <a:lnTo>
                    <a:pt x="42764" y="2179"/>
                  </a:lnTo>
                  <a:lnTo>
                    <a:pt x="31229" y="272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51" name="object 55"/>
            <p:cNvSpPr/>
            <p:nvPr/>
          </p:nvSpPr>
          <p:spPr>
            <a:xfrm>
              <a:off x="3954600" y="365688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4" h="425450">
                  <a:moveTo>
                    <a:pt x="0" y="424991"/>
                  </a:moveTo>
                  <a:lnTo>
                    <a:pt x="1119252" y="424991"/>
                  </a:lnTo>
                  <a:lnTo>
                    <a:pt x="1119252" y="0"/>
                  </a:lnTo>
                  <a:lnTo>
                    <a:pt x="0" y="0"/>
                  </a:lnTo>
                  <a:lnTo>
                    <a:pt x="0" y="424991"/>
                  </a:lnTo>
                  <a:close/>
                </a:path>
              </a:pathLst>
            </a:custGeom>
            <a:noFill/>
            <a:ln w="34136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52" name="object 56"/>
          <p:cNvSpPr/>
          <p:nvPr/>
        </p:nvSpPr>
        <p:spPr>
          <a:xfrm>
            <a:off x="4176360" y="3661200"/>
            <a:ext cx="6836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6" strike="noStrike" u="none">
                <a:solidFill>
                  <a:schemeClr val="dk1"/>
                </a:solidFill>
                <a:uFillTx/>
                <a:latin typeface="Times New Roman"/>
              </a:rPr>
              <a:t>Portability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object 57"/>
          <p:cNvSpPr/>
          <p:nvPr/>
        </p:nvSpPr>
        <p:spPr>
          <a:xfrm>
            <a:off x="4086360" y="3831480"/>
            <a:ext cx="84636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11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54" name="object 58"/>
          <p:cNvGrpSpPr/>
          <p:nvPr/>
        </p:nvGrpSpPr>
        <p:grpSpPr>
          <a:xfrm>
            <a:off x="5416920" y="3656880"/>
            <a:ext cx="1227240" cy="424800"/>
            <a:chOff x="5416920" y="3656880"/>
            <a:chExt cx="1227240" cy="424800"/>
          </a:xfrm>
        </p:grpSpPr>
        <p:sp>
          <p:nvSpPr>
            <p:cNvPr id="155" name="object 59"/>
            <p:cNvSpPr/>
            <p:nvPr/>
          </p:nvSpPr>
          <p:spPr>
            <a:xfrm>
              <a:off x="5416920" y="3656880"/>
              <a:ext cx="1227240" cy="424800"/>
            </a:xfrm>
            <a:custGeom>
              <a:avLst/>
              <a:gdLst>
                <a:gd name="textAreaLeft" fmla="*/ 0 w 1227240"/>
                <a:gd name="textAreaRight" fmla="*/ 1227960 w 122724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228090" h="425450">
                  <a:moveTo>
                    <a:pt x="1226881" y="0"/>
                  </a:moveTo>
                  <a:lnTo>
                    <a:pt x="770" y="0"/>
                  </a:lnTo>
                  <a:lnTo>
                    <a:pt x="0" y="2147"/>
                  </a:lnTo>
                  <a:lnTo>
                    <a:pt x="0" y="405698"/>
                  </a:lnTo>
                  <a:lnTo>
                    <a:pt x="6158" y="422856"/>
                  </a:lnTo>
                  <a:lnTo>
                    <a:pt x="7110" y="424991"/>
                  </a:lnTo>
                  <a:lnTo>
                    <a:pt x="1220541" y="424991"/>
                  </a:lnTo>
                  <a:lnTo>
                    <a:pt x="1221493" y="422856"/>
                  </a:lnTo>
                  <a:lnTo>
                    <a:pt x="1227651" y="405698"/>
                  </a:lnTo>
                  <a:lnTo>
                    <a:pt x="1227651" y="2147"/>
                  </a:lnTo>
                  <a:lnTo>
                    <a:pt x="1226881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56" name="object 60" descr=""/>
            <p:cNvPicPr/>
            <p:nvPr/>
          </p:nvPicPr>
          <p:blipFill>
            <a:blip r:embed="rId9"/>
            <a:stretch/>
          </p:blipFill>
          <p:spPr>
            <a:xfrm>
              <a:off x="5416920" y="3656880"/>
              <a:ext cx="1226880" cy="424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7" name="object 61"/>
            <p:cNvSpPr/>
            <p:nvPr/>
          </p:nvSpPr>
          <p:spPr>
            <a:xfrm>
              <a:off x="5994720" y="382680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10" h="51435">
                  <a:moveTo>
                    <a:pt x="18005" y="0"/>
                  </a:moveTo>
                  <a:lnTo>
                    <a:pt x="0" y="0"/>
                  </a:lnTo>
                  <a:lnTo>
                    <a:pt x="0" y="17437"/>
                  </a:lnTo>
                  <a:lnTo>
                    <a:pt x="281" y="29869"/>
                  </a:lnTo>
                  <a:lnTo>
                    <a:pt x="2250" y="40714"/>
                  </a:lnTo>
                  <a:lnTo>
                    <a:pt x="7596" y="48385"/>
                  </a:lnTo>
                  <a:lnTo>
                    <a:pt x="18005" y="51295"/>
                  </a:lnTo>
                  <a:lnTo>
                    <a:pt x="31437" y="48385"/>
                  </a:lnTo>
                  <a:lnTo>
                    <a:pt x="43079" y="40714"/>
                  </a:lnTo>
                  <a:lnTo>
                    <a:pt x="51277" y="29869"/>
                  </a:lnTo>
                  <a:lnTo>
                    <a:pt x="54378" y="17437"/>
                  </a:lnTo>
                  <a:lnTo>
                    <a:pt x="51277" y="7356"/>
                  </a:lnTo>
                  <a:lnTo>
                    <a:pt x="43079" y="2179"/>
                  </a:lnTo>
                  <a:lnTo>
                    <a:pt x="31437" y="272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58" name="object 62"/>
            <p:cNvSpPr/>
            <p:nvPr/>
          </p:nvSpPr>
          <p:spPr>
            <a:xfrm>
              <a:off x="5416920" y="3656880"/>
              <a:ext cx="1227240" cy="424800"/>
            </a:xfrm>
            <a:custGeom>
              <a:avLst/>
              <a:gdLst>
                <a:gd name="textAreaLeft" fmla="*/ 0 w 1227240"/>
                <a:gd name="textAreaRight" fmla="*/ 1227960 w 122724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228090" h="425450">
                  <a:moveTo>
                    <a:pt x="0" y="424991"/>
                  </a:moveTo>
                  <a:lnTo>
                    <a:pt x="1227756" y="424991"/>
                  </a:lnTo>
                  <a:lnTo>
                    <a:pt x="1227756" y="0"/>
                  </a:lnTo>
                  <a:lnTo>
                    <a:pt x="0" y="0"/>
                  </a:lnTo>
                  <a:lnTo>
                    <a:pt x="0" y="424991"/>
                  </a:lnTo>
                  <a:close/>
                </a:path>
              </a:pathLst>
            </a:custGeom>
            <a:noFill/>
            <a:ln w="3409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59" name="object 63"/>
          <p:cNvSpPr/>
          <p:nvPr/>
        </p:nvSpPr>
        <p:spPr>
          <a:xfrm>
            <a:off x="5530680" y="3661200"/>
            <a:ext cx="10274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20" strike="noStrike" u="none">
                <a:solidFill>
                  <a:schemeClr val="dk1"/>
                </a:solidFill>
                <a:uFillTx/>
                <a:latin typeface="Times New Roman"/>
              </a:rPr>
              <a:t>Interoperability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object 64"/>
          <p:cNvSpPr/>
          <p:nvPr/>
        </p:nvSpPr>
        <p:spPr>
          <a:xfrm>
            <a:off x="5602680" y="3831480"/>
            <a:ext cx="8647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61" name="object 65"/>
          <p:cNvGrpSpPr/>
          <p:nvPr/>
        </p:nvGrpSpPr>
        <p:grpSpPr>
          <a:xfrm>
            <a:off x="6807240" y="3656880"/>
            <a:ext cx="1118880" cy="424800"/>
            <a:chOff x="6807240" y="3656880"/>
            <a:chExt cx="1118880" cy="424800"/>
          </a:xfrm>
        </p:grpSpPr>
        <p:sp>
          <p:nvSpPr>
            <p:cNvPr id="162" name="object 66"/>
            <p:cNvSpPr/>
            <p:nvPr/>
          </p:nvSpPr>
          <p:spPr>
            <a:xfrm>
              <a:off x="6807240" y="365688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4" h="425450">
                  <a:moveTo>
                    <a:pt x="1112850" y="0"/>
                  </a:moveTo>
                  <a:lnTo>
                    <a:pt x="0" y="0"/>
                  </a:lnTo>
                  <a:lnTo>
                    <a:pt x="0" y="424991"/>
                  </a:lnTo>
                  <a:lnTo>
                    <a:pt x="1105459" y="424991"/>
                  </a:lnTo>
                  <a:lnTo>
                    <a:pt x="1107618" y="420756"/>
                  </a:lnTo>
                  <a:lnTo>
                    <a:pt x="1119252" y="392365"/>
                  </a:lnTo>
                  <a:lnTo>
                    <a:pt x="1119252" y="15635"/>
                  </a:lnTo>
                  <a:lnTo>
                    <a:pt x="1112850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63" name="object 67" descr=""/>
            <p:cNvPicPr/>
            <p:nvPr/>
          </p:nvPicPr>
          <p:blipFill>
            <a:blip r:embed="rId10"/>
            <a:stretch/>
          </p:blipFill>
          <p:spPr>
            <a:xfrm>
              <a:off x="6807240" y="3656880"/>
              <a:ext cx="1118520" cy="424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64" name="object 68"/>
            <p:cNvSpPr/>
            <p:nvPr/>
          </p:nvSpPr>
          <p:spPr>
            <a:xfrm>
              <a:off x="7330680" y="382680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09" h="51435">
                  <a:moveTo>
                    <a:pt x="18005" y="0"/>
                  </a:moveTo>
                  <a:lnTo>
                    <a:pt x="0" y="0"/>
                  </a:lnTo>
                  <a:lnTo>
                    <a:pt x="0" y="17437"/>
                  </a:lnTo>
                  <a:lnTo>
                    <a:pt x="281" y="29869"/>
                  </a:lnTo>
                  <a:lnTo>
                    <a:pt x="2250" y="40714"/>
                  </a:lnTo>
                  <a:lnTo>
                    <a:pt x="7596" y="48385"/>
                  </a:lnTo>
                  <a:lnTo>
                    <a:pt x="18005" y="51295"/>
                  </a:lnTo>
                  <a:lnTo>
                    <a:pt x="31229" y="48385"/>
                  </a:lnTo>
                  <a:lnTo>
                    <a:pt x="42764" y="40714"/>
                  </a:lnTo>
                  <a:lnTo>
                    <a:pt x="50923" y="29869"/>
                  </a:lnTo>
                  <a:lnTo>
                    <a:pt x="54017" y="17437"/>
                  </a:lnTo>
                  <a:lnTo>
                    <a:pt x="50923" y="7356"/>
                  </a:lnTo>
                  <a:lnTo>
                    <a:pt x="42764" y="2179"/>
                  </a:lnTo>
                  <a:lnTo>
                    <a:pt x="31229" y="272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65" name="object 69"/>
            <p:cNvSpPr/>
            <p:nvPr/>
          </p:nvSpPr>
          <p:spPr>
            <a:xfrm>
              <a:off x="6807240" y="365688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4" h="425450">
                  <a:moveTo>
                    <a:pt x="0" y="424991"/>
                  </a:moveTo>
                  <a:lnTo>
                    <a:pt x="1119252" y="424991"/>
                  </a:lnTo>
                  <a:lnTo>
                    <a:pt x="1119252" y="0"/>
                  </a:lnTo>
                  <a:lnTo>
                    <a:pt x="0" y="0"/>
                  </a:lnTo>
                  <a:lnTo>
                    <a:pt x="0" y="424991"/>
                  </a:lnTo>
                  <a:close/>
                </a:path>
              </a:pathLst>
            </a:custGeom>
            <a:noFill/>
            <a:ln w="34136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66" name="object 70"/>
          <p:cNvSpPr/>
          <p:nvPr/>
        </p:nvSpPr>
        <p:spPr>
          <a:xfrm>
            <a:off x="7119360" y="3661200"/>
            <a:ext cx="4849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-31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r>
              <a:rPr b="0" lang="en-US" sz="1200" spc="91" strike="noStrike" u="none">
                <a:solidFill>
                  <a:schemeClr val="dk1"/>
                </a:solidFill>
                <a:uFillTx/>
                <a:latin typeface="Times New Roman"/>
              </a:rPr>
              <a:t>t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Times New Roman"/>
              </a:rPr>
              <a:t>h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cal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object 71"/>
          <p:cNvSpPr/>
          <p:nvPr/>
        </p:nvSpPr>
        <p:spPr>
          <a:xfrm>
            <a:off x="6939000" y="3831480"/>
            <a:ext cx="864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68" name="object 72"/>
          <p:cNvGrpSpPr/>
          <p:nvPr/>
        </p:nvGrpSpPr>
        <p:grpSpPr>
          <a:xfrm>
            <a:off x="7366680" y="4609080"/>
            <a:ext cx="1118880" cy="441360"/>
            <a:chOff x="7366680" y="4609080"/>
            <a:chExt cx="1118880" cy="441360"/>
          </a:xfrm>
        </p:grpSpPr>
        <p:sp>
          <p:nvSpPr>
            <p:cNvPr id="169" name="object 73"/>
            <p:cNvSpPr/>
            <p:nvPr/>
          </p:nvSpPr>
          <p:spPr>
            <a:xfrm>
              <a:off x="7366680" y="4609080"/>
              <a:ext cx="1118880" cy="44136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41360"/>
                <a:gd name="textAreaBottom" fmla="*/ 442080 h 441360"/>
              </a:gdLst>
              <a:ahLst/>
              <a:rect l="textAreaLeft" t="textAreaTop" r="textAreaRight" b="textAreaBottom"/>
              <a:pathLst>
                <a:path w="1119504" h="441960">
                  <a:moveTo>
                    <a:pt x="1113402" y="0"/>
                  </a:moveTo>
                  <a:lnTo>
                    <a:pt x="6159" y="0"/>
                  </a:lnTo>
                  <a:lnTo>
                    <a:pt x="0" y="15165"/>
                  </a:lnTo>
                  <a:lnTo>
                    <a:pt x="0" y="401587"/>
                  </a:lnTo>
                  <a:lnTo>
                    <a:pt x="11352" y="430566"/>
                  </a:lnTo>
                  <a:lnTo>
                    <a:pt x="16894" y="441920"/>
                  </a:lnTo>
                  <a:lnTo>
                    <a:pt x="1102655" y="441920"/>
                  </a:lnTo>
                  <a:lnTo>
                    <a:pt x="1108204" y="430566"/>
                  </a:lnTo>
                  <a:lnTo>
                    <a:pt x="1119252" y="402395"/>
                  </a:lnTo>
                  <a:lnTo>
                    <a:pt x="1119252" y="14385"/>
                  </a:lnTo>
                  <a:lnTo>
                    <a:pt x="1113402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70" name="object 74" descr=""/>
            <p:cNvPicPr/>
            <p:nvPr/>
          </p:nvPicPr>
          <p:blipFill>
            <a:blip r:embed="rId11"/>
            <a:stretch/>
          </p:blipFill>
          <p:spPr>
            <a:xfrm>
              <a:off x="7366680" y="4609080"/>
              <a:ext cx="1118520" cy="441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1" name="object 75"/>
            <p:cNvSpPr/>
            <p:nvPr/>
          </p:nvSpPr>
          <p:spPr>
            <a:xfrm>
              <a:off x="7890480" y="4795920"/>
              <a:ext cx="54000" cy="5004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040"/>
                <a:gd name="textAreaBottom" fmla="*/ 50760 h 50040"/>
              </a:gdLst>
              <a:ahLst/>
              <a:rect l="textAreaLeft" t="textAreaTop" r="textAreaRight" b="textAreaBottom"/>
              <a:pathLst>
                <a:path w="54609" h="50800">
                  <a:moveTo>
                    <a:pt x="18005" y="0"/>
                  </a:moveTo>
                  <a:lnTo>
                    <a:pt x="0" y="0"/>
                  </a:lnTo>
                  <a:lnTo>
                    <a:pt x="0" y="16946"/>
                  </a:lnTo>
                  <a:lnTo>
                    <a:pt x="281" y="29378"/>
                  </a:lnTo>
                  <a:lnTo>
                    <a:pt x="2250" y="40223"/>
                  </a:lnTo>
                  <a:lnTo>
                    <a:pt x="7596" y="47894"/>
                  </a:lnTo>
                  <a:lnTo>
                    <a:pt x="18005" y="50804"/>
                  </a:lnTo>
                  <a:lnTo>
                    <a:pt x="31229" y="47894"/>
                  </a:lnTo>
                  <a:lnTo>
                    <a:pt x="42764" y="40223"/>
                  </a:lnTo>
                  <a:lnTo>
                    <a:pt x="50923" y="29378"/>
                  </a:lnTo>
                  <a:lnTo>
                    <a:pt x="54017" y="16946"/>
                  </a:lnTo>
                  <a:lnTo>
                    <a:pt x="50923" y="7149"/>
                  </a:lnTo>
                  <a:lnTo>
                    <a:pt x="42764" y="2118"/>
                  </a:lnTo>
                  <a:lnTo>
                    <a:pt x="31229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72" name="object 76"/>
            <p:cNvSpPr/>
            <p:nvPr/>
          </p:nvSpPr>
          <p:spPr>
            <a:xfrm>
              <a:off x="7366680" y="4609080"/>
              <a:ext cx="1118880" cy="44136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41360"/>
                <a:gd name="textAreaBottom" fmla="*/ 442080 h 441360"/>
              </a:gdLst>
              <a:ahLst/>
              <a:rect l="textAreaLeft" t="textAreaTop" r="textAreaRight" b="textAreaBottom"/>
              <a:pathLst>
                <a:path w="1119504" h="441960">
                  <a:moveTo>
                    <a:pt x="0" y="441920"/>
                  </a:moveTo>
                  <a:lnTo>
                    <a:pt x="1119252" y="441920"/>
                  </a:lnTo>
                  <a:lnTo>
                    <a:pt x="1119252" y="0"/>
                  </a:lnTo>
                  <a:lnTo>
                    <a:pt x="0" y="0"/>
                  </a:lnTo>
                  <a:lnTo>
                    <a:pt x="0" y="441920"/>
                  </a:lnTo>
                  <a:close/>
                </a:path>
              </a:pathLst>
            </a:custGeom>
            <a:noFill/>
            <a:ln w="3415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73" name="object 77"/>
          <p:cNvSpPr/>
          <p:nvPr/>
        </p:nvSpPr>
        <p:spPr>
          <a:xfrm>
            <a:off x="7570800" y="4630680"/>
            <a:ext cx="729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14" strike="noStrike" u="none">
                <a:solidFill>
                  <a:schemeClr val="dk1"/>
                </a:solidFill>
                <a:uFillTx/>
                <a:latin typeface="Times New Roman"/>
              </a:rPr>
              <a:t>Legislative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object 78"/>
          <p:cNvSpPr/>
          <p:nvPr/>
        </p:nvSpPr>
        <p:spPr>
          <a:xfrm>
            <a:off x="7498800" y="4800240"/>
            <a:ext cx="864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75" name="object 79"/>
          <p:cNvGrpSpPr/>
          <p:nvPr/>
        </p:nvGrpSpPr>
        <p:grpSpPr>
          <a:xfrm>
            <a:off x="4658760" y="4609080"/>
            <a:ext cx="1227240" cy="441360"/>
            <a:chOff x="4658760" y="4609080"/>
            <a:chExt cx="1227240" cy="441360"/>
          </a:xfrm>
        </p:grpSpPr>
        <p:sp>
          <p:nvSpPr>
            <p:cNvPr id="176" name="object 80"/>
            <p:cNvSpPr/>
            <p:nvPr/>
          </p:nvSpPr>
          <p:spPr>
            <a:xfrm>
              <a:off x="4658760" y="4609080"/>
              <a:ext cx="1227240" cy="441360"/>
            </a:xfrm>
            <a:custGeom>
              <a:avLst/>
              <a:gdLst>
                <a:gd name="textAreaLeft" fmla="*/ 0 w 1227240"/>
                <a:gd name="textAreaRight" fmla="*/ 1227960 w 1227240"/>
                <a:gd name="textAreaTop" fmla="*/ 0 h 441360"/>
                <a:gd name="textAreaBottom" fmla="*/ 442080 h 441360"/>
              </a:gdLst>
              <a:ahLst/>
              <a:rect l="textAreaLeft" t="textAreaTop" r="textAreaRight" b="textAreaBottom"/>
              <a:pathLst>
                <a:path w="1228089" h="441960">
                  <a:moveTo>
                    <a:pt x="1205484" y="0"/>
                  </a:moveTo>
                  <a:lnTo>
                    <a:pt x="4070" y="0"/>
                  </a:lnTo>
                  <a:lnTo>
                    <a:pt x="0" y="10492"/>
                  </a:lnTo>
                  <a:lnTo>
                    <a:pt x="0" y="406070"/>
                  </a:lnTo>
                  <a:lnTo>
                    <a:pt x="9913" y="432541"/>
                  </a:lnTo>
                  <a:lnTo>
                    <a:pt x="14277" y="441920"/>
                  </a:lnTo>
                  <a:lnTo>
                    <a:pt x="1195074" y="441920"/>
                  </a:lnTo>
                  <a:lnTo>
                    <a:pt x="1203575" y="422888"/>
                  </a:lnTo>
                  <a:lnTo>
                    <a:pt x="1218462" y="381487"/>
                  </a:lnTo>
                  <a:lnTo>
                    <a:pt x="1227756" y="347830"/>
                  </a:lnTo>
                  <a:lnTo>
                    <a:pt x="1227756" y="66009"/>
                  </a:lnTo>
                  <a:lnTo>
                    <a:pt x="1215861" y="26512"/>
                  </a:lnTo>
                  <a:lnTo>
                    <a:pt x="1205484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77" name="object 81" descr=""/>
            <p:cNvPicPr/>
            <p:nvPr/>
          </p:nvPicPr>
          <p:blipFill>
            <a:blip r:embed="rId12"/>
            <a:stretch/>
          </p:blipFill>
          <p:spPr>
            <a:xfrm>
              <a:off x="4658760" y="4609080"/>
              <a:ext cx="1209240" cy="441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8" name="object 82"/>
            <p:cNvSpPr/>
            <p:nvPr/>
          </p:nvSpPr>
          <p:spPr>
            <a:xfrm>
              <a:off x="5236200" y="4795920"/>
              <a:ext cx="54000" cy="5004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040"/>
                <a:gd name="textAreaBottom" fmla="*/ 50760 h 50040"/>
              </a:gdLst>
              <a:ahLst/>
              <a:rect l="textAreaLeft" t="textAreaTop" r="textAreaRight" b="textAreaBottom"/>
              <a:pathLst>
                <a:path w="54610" h="50800">
                  <a:moveTo>
                    <a:pt x="18005" y="0"/>
                  </a:moveTo>
                  <a:lnTo>
                    <a:pt x="0" y="0"/>
                  </a:lnTo>
                  <a:lnTo>
                    <a:pt x="0" y="16946"/>
                  </a:lnTo>
                  <a:lnTo>
                    <a:pt x="281" y="29378"/>
                  </a:lnTo>
                  <a:lnTo>
                    <a:pt x="2250" y="40223"/>
                  </a:lnTo>
                  <a:lnTo>
                    <a:pt x="7596" y="47894"/>
                  </a:lnTo>
                  <a:lnTo>
                    <a:pt x="18005" y="50804"/>
                  </a:lnTo>
                  <a:lnTo>
                    <a:pt x="31229" y="47894"/>
                  </a:lnTo>
                  <a:lnTo>
                    <a:pt x="42764" y="40223"/>
                  </a:lnTo>
                  <a:lnTo>
                    <a:pt x="50923" y="29378"/>
                  </a:lnTo>
                  <a:lnTo>
                    <a:pt x="54017" y="16946"/>
                  </a:lnTo>
                  <a:lnTo>
                    <a:pt x="50923" y="7149"/>
                  </a:lnTo>
                  <a:lnTo>
                    <a:pt x="42764" y="2118"/>
                  </a:lnTo>
                  <a:lnTo>
                    <a:pt x="31229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79" name="object 83"/>
            <p:cNvSpPr/>
            <p:nvPr/>
          </p:nvSpPr>
          <p:spPr>
            <a:xfrm>
              <a:off x="4658760" y="4609080"/>
              <a:ext cx="1227240" cy="441360"/>
            </a:xfrm>
            <a:custGeom>
              <a:avLst/>
              <a:gdLst>
                <a:gd name="textAreaLeft" fmla="*/ 0 w 1227240"/>
                <a:gd name="textAreaRight" fmla="*/ 1227960 w 1227240"/>
                <a:gd name="textAreaTop" fmla="*/ 0 h 441360"/>
                <a:gd name="textAreaBottom" fmla="*/ 442080 h 441360"/>
              </a:gdLst>
              <a:ahLst/>
              <a:rect l="textAreaLeft" t="textAreaTop" r="textAreaRight" b="textAreaBottom"/>
              <a:pathLst>
                <a:path w="1228089" h="441960">
                  <a:moveTo>
                    <a:pt x="0" y="441920"/>
                  </a:moveTo>
                  <a:lnTo>
                    <a:pt x="1227756" y="441920"/>
                  </a:lnTo>
                  <a:lnTo>
                    <a:pt x="1227756" y="0"/>
                  </a:lnTo>
                  <a:lnTo>
                    <a:pt x="0" y="0"/>
                  </a:lnTo>
                  <a:lnTo>
                    <a:pt x="0" y="441920"/>
                  </a:lnTo>
                  <a:close/>
                </a:path>
              </a:pathLst>
            </a:custGeom>
            <a:noFill/>
            <a:ln w="34112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80" name="object 84"/>
          <p:cNvSpPr/>
          <p:nvPr/>
        </p:nvSpPr>
        <p:spPr>
          <a:xfrm>
            <a:off x="4658760" y="4609080"/>
            <a:ext cx="1227240" cy="390960"/>
          </a:xfrm>
          <a:prstGeom prst="rect">
            <a:avLst/>
          </a:prstGeom>
          <a:noFill/>
          <a:ln w="341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50760" bIns="0" anchor="t">
            <a:spAutoFit/>
          </a:bodyPr>
          <a:p>
            <a:pPr marL="180360" indent="-90720" defTabSz="914400">
              <a:lnSpc>
                <a:spcPts val="1341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54" strike="noStrike" u="none">
                <a:solidFill>
                  <a:schemeClr val="dk1"/>
                </a:solidFill>
                <a:uFillTx/>
                <a:latin typeface="Times New Roman"/>
              </a:rPr>
              <a:t>m</a:t>
            </a:r>
            <a:r>
              <a:rPr b="0" lang="en-US" sz="1200" spc="-34" strike="noStrike" u="none">
                <a:solidFill>
                  <a:schemeClr val="dk1"/>
                </a:solidFill>
                <a:uFillTx/>
                <a:latin typeface="Times New Roman"/>
              </a:rPr>
              <a:t>p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l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r>
              <a:rPr b="0" lang="en-US" sz="1200" spc="45" strike="noStrike" u="none">
                <a:solidFill>
                  <a:schemeClr val="dk1"/>
                </a:solidFill>
                <a:uFillTx/>
                <a:latin typeface="Times New Roman"/>
              </a:rPr>
              <a:t>me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Times New Roman"/>
              </a:rPr>
              <a:t>n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t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a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t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105" strike="noStrike" u="none">
                <a:solidFill>
                  <a:schemeClr val="dk1"/>
                </a:solidFill>
                <a:uFillTx/>
                <a:latin typeface="Times New Roman"/>
              </a:rPr>
              <a:t>o</a:t>
            </a: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n  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81" name="object 85"/>
          <p:cNvGrpSpPr/>
          <p:nvPr/>
        </p:nvGrpSpPr>
        <p:grpSpPr>
          <a:xfrm>
            <a:off x="6031080" y="4609080"/>
            <a:ext cx="1136520" cy="441360"/>
            <a:chOff x="6031080" y="4609080"/>
            <a:chExt cx="1136520" cy="441360"/>
          </a:xfrm>
        </p:grpSpPr>
        <p:sp>
          <p:nvSpPr>
            <p:cNvPr id="182" name="object 86"/>
            <p:cNvSpPr/>
            <p:nvPr/>
          </p:nvSpPr>
          <p:spPr>
            <a:xfrm>
              <a:off x="6031080" y="4609080"/>
              <a:ext cx="1136520" cy="441360"/>
            </a:xfrm>
            <a:custGeom>
              <a:avLst/>
              <a:gdLst>
                <a:gd name="textAreaLeft" fmla="*/ 0 w 1136520"/>
                <a:gd name="textAreaRight" fmla="*/ 1137240 w 1136520"/>
                <a:gd name="textAreaTop" fmla="*/ 0 h 441360"/>
                <a:gd name="textAreaBottom" fmla="*/ 442080 h 441360"/>
              </a:gdLst>
              <a:ahLst/>
              <a:rect l="textAreaLeft" t="textAreaTop" r="textAreaRight" b="textAreaBottom"/>
              <a:pathLst>
                <a:path w="1137284" h="441960">
                  <a:moveTo>
                    <a:pt x="1113047" y="0"/>
                  </a:moveTo>
                  <a:lnTo>
                    <a:pt x="5849" y="0"/>
                  </a:lnTo>
                  <a:lnTo>
                    <a:pt x="0" y="14386"/>
                  </a:lnTo>
                  <a:lnTo>
                    <a:pt x="0" y="402395"/>
                  </a:lnTo>
                  <a:lnTo>
                    <a:pt x="11048" y="430566"/>
                  </a:lnTo>
                  <a:lnTo>
                    <a:pt x="16596" y="441920"/>
                  </a:lnTo>
                  <a:lnTo>
                    <a:pt x="1102302" y="441920"/>
                  </a:lnTo>
                  <a:lnTo>
                    <a:pt x="1107849" y="430566"/>
                  </a:lnTo>
                  <a:lnTo>
                    <a:pt x="1124484" y="388144"/>
                  </a:lnTo>
                  <a:lnTo>
                    <a:pt x="1137258" y="345629"/>
                  </a:lnTo>
                  <a:lnTo>
                    <a:pt x="1137258" y="68991"/>
                  </a:lnTo>
                  <a:lnTo>
                    <a:pt x="1113047" y="0"/>
                  </a:lnTo>
                  <a:close/>
                </a:path>
                <a:path w="1137284" h="441960">
                  <a:moveTo>
                    <a:pt x="1137258" y="0"/>
                  </a:moveTo>
                  <a:lnTo>
                    <a:pt x="1113047" y="0"/>
                  </a:lnTo>
                  <a:lnTo>
                    <a:pt x="1124484" y="28130"/>
                  </a:lnTo>
                  <a:lnTo>
                    <a:pt x="1137258" y="68991"/>
                  </a:lnTo>
                  <a:lnTo>
                    <a:pt x="1137258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83" name="object 87" descr=""/>
            <p:cNvPicPr/>
            <p:nvPr/>
          </p:nvPicPr>
          <p:blipFill>
            <a:blip r:embed="rId13"/>
            <a:stretch/>
          </p:blipFill>
          <p:spPr>
            <a:xfrm>
              <a:off x="6031080" y="4609080"/>
              <a:ext cx="1118520" cy="441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4" name="object 88" descr=""/>
            <p:cNvPicPr/>
            <p:nvPr/>
          </p:nvPicPr>
          <p:blipFill>
            <a:blip r:embed="rId14"/>
            <a:stretch/>
          </p:blipFill>
          <p:spPr>
            <a:xfrm>
              <a:off x="6500160" y="4727880"/>
              <a:ext cx="179640" cy="186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85" name="object 89"/>
            <p:cNvSpPr/>
            <p:nvPr/>
          </p:nvSpPr>
          <p:spPr>
            <a:xfrm>
              <a:off x="6572520" y="4795920"/>
              <a:ext cx="54000" cy="5004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040"/>
                <a:gd name="textAreaBottom" fmla="*/ 50760 h 50040"/>
              </a:gdLst>
              <a:ahLst/>
              <a:rect l="textAreaLeft" t="textAreaTop" r="textAreaRight" b="textAreaBottom"/>
              <a:pathLst>
                <a:path w="54609" h="50800">
                  <a:moveTo>
                    <a:pt x="18005" y="0"/>
                  </a:moveTo>
                  <a:lnTo>
                    <a:pt x="0" y="0"/>
                  </a:lnTo>
                  <a:lnTo>
                    <a:pt x="0" y="16946"/>
                  </a:lnTo>
                  <a:lnTo>
                    <a:pt x="281" y="29378"/>
                  </a:lnTo>
                  <a:lnTo>
                    <a:pt x="2250" y="40223"/>
                  </a:lnTo>
                  <a:lnTo>
                    <a:pt x="7596" y="47894"/>
                  </a:lnTo>
                  <a:lnTo>
                    <a:pt x="18005" y="50804"/>
                  </a:lnTo>
                  <a:lnTo>
                    <a:pt x="31229" y="47894"/>
                  </a:lnTo>
                  <a:lnTo>
                    <a:pt x="42764" y="40223"/>
                  </a:lnTo>
                  <a:lnTo>
                    <a:pt x="50923" y="29378"/>
                  </a:lnTo>
                  <a:lnTo>
                    <a:pt x="54017" y="16946"/>
                  </a:lnTo>
                  <a:lnTo>
                    <a:pt x="50923" y="7149"/>
                  </a:lnTo>
                  <a:lnTo>
                    <a:pt x="42764" y="2118"/>
                  </a:lnTo>
                  <a:lnTo>
                    <a:pt x="31229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86" name="object 90"/>
            <p:cNvSpPr/>
            <p:nvPr/>
          </p:nvSpPr>
          <p:spPr>
            <a:xfrm>
              <a:off x="6031080" y="4609080"/>
              <a:ext cx="1136520" cy="441360"/>
            </a:xfrm>
            <a:custGeom>
              <a:avLst/>
              <a:gdLst>
                <a:gd name="textAreaLeft" fmla="*/ 0 w 1136520"/>
                <a:gd name="textAreaRight" fmla="*/ 1137240 w 1136520"/>
                <a:gd name="textAreaTop" fmla="*/ 0 h 441360"/>
                <a:gd name="textAreaBottom" fmla="*/ 442080 h 441360"/>
              </a:gdLst>
              <a:ahLst/>
              <a:rect l="textAreaLeft" t="textAreaTop" r="textAreaRight" b="textAreaBottom"/>
              <a:pathLst>
                <a:path w="1137284" h="441960">
                  <a:moveTo>
                    <a:pt x="0" y="441920"/>
                  </a:moveTo>
                  <a:lnTo>
                    <a:pt x="1137258" y="441920"/>
                  </a:lnTo>
                  <a:lnTo>
                    <a:pt x="1137258" y="0"/>
                  </a:lnTo>
                  <a:lnTo>
                    <a:pt x="0" y="0"/>
                  </a:lnTo>
                  <a:lnTo>
                    <a:pt x="0" y="441920"/>
                  </a:lnTo>
                  <a:close/>
                </a:path>
              </a:pathLst>
            </a:custGeom>
            <a:noFill/>
            <a:ln w="3414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87" name="object 91"/>
          <p:cNvSpPr/>
          <p:nvPr/>
        </p:nvSpPr>
        <p:spPr>
          <a:xfrm>
            <a:off x="6270840" y="4630680"/>
            <a:ext cx="666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Standards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object 92"/>
          <p:cNvSpPr/>
          <p:nvPr/>
        </p:nvSpPr>
        <p:spPr>
          <a:xfrm>
            <a:off x="6162120" y="4800240"/>
            <a:ext cx="8647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89" name="object 93"/>
          <p:cNvGrpSpPr/>
          <p:nvPr/>
        </p:nvGrpSpPr>
        <p:grpSpPr>
          <a:xfrm>
            <a:off x="3394800" y="4609080"/>
            <a:ext cx="1118880" cy="441360"/>
            <a:chOff x="3394800" y="4609080"/>
            <a:chExt cx="1118880" cy="441360"/>
          </a:xfrm>
        </p:grpSpPr>
        <p:sp>
          <p:nvSpPr>
            <p:cNvPr id="190" name="object 94"/>
            <p:cNvSpPr/>
            <p:nvPr/>
          </p:nvSpPr>
          <p:spPr>
            <a:xfrm>
              <a:off x="3394800" y="4609080"/>
              <a:ext cx="1118880" cy="44136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41360"/>
                <a:gd name="textAreaBottom" fmla="*/ 442080 h 441360"/>
              </a:gdLst>
              <a:ahLst/>
              <a:rect l="textAreaLeft" t="textAreaTop" r="textAreaRight" b="textAreaBottom"/>
              <a:pathLst>
                <a:path w="1119504" h="441960">
                  <a:moveTo>
                    <a:pt x="1112877" y="0"/>
                  </a:moveTo>
                  <a:lnTo>
                    <a:pt x="0" y="0"/>
                  </a:lnTo>
                  <a:lnTo>
                    <a:pt x="0" y="441920"/>
                  </a:lnTo>
                  <a:lnTo>
                    <a:pt x="1102047" y="441920"/>
                  </a:lnTo>
                  <a:lnTo>
                    <a:pt x="1107644" y="430566"/>
                  </a:lnTo>
                  <a:lnTo>
                    <a:pt x="1119252" y="401163"/>
                  </a:lnTo>
                  <a:lnTo>
                    <a:pt x="1119252" y="15574"/>
                  </a:lnTo>
                  <a:lnTo>
                    <a:pt x="1112877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91" name="object 95" descr=""/>
            <p:cNvPicPr/>
            <p:nvPr/>
          </p:nvPicPr>
          <p:blipFill>
            <a:blip r:embed="rId15"/>
            <a:stretch/>
          </p:blipFill>
          <p:spPr>
            <a:xfrm>
              <a:off x="3394800" y="4609080"/>
              <a:ext cx="1118520" cy="441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2" name="object 96"/>
            <p:cNvSpPr/>
            <p:nvPr/>
          </p:nvSpPr>
          <p:spPr>
            <a:xfrm>
              <a:off x="3918600" y="4795920"/>
              <a:ext cx="54000" cy="5004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040"/>
                <a:gd name="textAreaBottom" fmla="*/ 50760 h 50040"/>
              </a:gdLst>
              <a:ahLst/>
              <a:rect l="textAreaLeft" t="textAreaTop" r="textAreaRight" b="textAreaBottom"/>
              <a:pathLst>
                <a:path w="54610" h="50800">
                  <a:moveTo>
                    <a:pt x="18005" y="0"/>
                  </a:moveTo>
                  <a:lnTo>
                    <a:pt x="0" y="0"/>
                  </a:lnTo>
                  <a:lnTo>
                    <a:pt x="0" y="16946"/>
                  </a:lnTo>
                  <a:lnTo>
                    <a:pt x="281" y="29378"/>
                  </a:lnTo>
                  <a:lnTo>
                    <a:pt x="2250" y="40223"/>
                  </a:lnTo>
                  <a:lnTo>
                    <a:pt x="7596" y="47894"/>
                  </a:lnTo>
                  <a:lnTo>
                    <a:pt x="18005" y="50804"/>
                  </a:lnTo>
                  <a:lnTo>
                    <a:pt x="31229" y="47894"/>
                  </a:lnTo>
                  <a:lnTo>
                    <a:pt x="42764" y="40223"/>
                  </a:lnTo>
                  <a:lnTo>
                    <a:pt x="50923" y="29378"/>
                  </a:lnTo>
                  <a:lnTo>
                    <a:pt x="54017" y="16946"/>
                  </a:lnTo>
                  <a:lnTo>
                    <a:pt x="50923" y="7149"/>
                  </a:lnTo>
                  <a:lnTo>
                    <a:pt x="42764" y="2118"/>
                  </a:lnTo>
                  <a:lnTo>
                    <a:pt x="31229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93" name="object 97"/>
            <p:cNvSpPr/>
            <p:nvPr/>
          </p:nvSpPr>
          <p:spPr>
            <a:xfrm>
              <a:off x="3394800" y="4609080"/>
              <a:ext cx="1118880" cy="44136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41360"/>
                <a:gd name="textAreaBottom" fmla="*/ 442080 h 441360"/>
              </a:gdLst>
              <a:ahLst/>
              <a:rect l="textAreaLeft" t="textAreaTop" r="textAreaRight" b="textAreaBottom"/>
              <a:pathLst>
                <a:path w="1119504" h="441960">
                  <a:moveTo>
                    <a:pt x="0" y="441920"/>
                  </a:moveTo>
                  <a:lnTo>
                    <a:pt x="1119252" y="441920"/>
                  </a:lnTo>
                  <a:lnTo>
                    <a:pt x="1119252" y="0"/>
                  </a:lnTo>
                  <a:lnTo>
                    <a:pt x="0" y="0"/>
                  </a:lnTo>
                  <a:lnTo>
                    <a:pt x="0" y="441920"/>
                  </a:lnTo>
                  <a:close/>
                </a:path>
              </a:pathLst>
            </a:custGeom>
            <a:noFill/>
            <a:ln w="3415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94" name="object 98"/>
          <p:cNvSpPr/>
          <p:nvPr/>
        </p:nvSpPr>
        <p:spPr>
          <a:xfrm>
            <a:off x="3670920" y="4630680"/>
            <a:ext cx="576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11" strike="noStrike" u="none">
                <a:solidFill>
                  <a:schemeClr val="dk1"/>
                </a:solidFill>
                <a:uFillTx/>
                <a:latin typeface="Times New Roman"/>
              </a:rPr>
              <a:t>Delivery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object 99"/>
          <p:cNvSpPr/>
          <p:nvPr/>
        </p:nvSpPr>
        <p:spPr>
          <a:xfrm>
            <a:off x="3526200" y="4800240"/>
            <a:ext cx="8647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96" name="object 100"/>
          <p:cNvGrpSpPr/>
          <p:nvPr/>
        </p:nvGrpSpPr>
        <p:grpSpPr>
          <a:xfrm>
            <a:off x="7366680" y="5577840"/>
            <a:ext cx="1118880" cy="424800"/>
            <a:chOff x="7366680" y="5577840"/>
            <a:chExt cx="1118880" cy="424800"/>
          </a:xfrm>
        </p:grpSpPr>
        <p:sp>
          <p:nvSpPr>
            <p:cNvPr id="197" name="object 101"/>
            <p:cNvSpPr/>
            <p:nvPr/>
          </p:nvSpPr>
          <p:spPr>
            <a:xfrm>
              <a:off x="7366680" y="557784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4" h="425450">
                  <a:moveTo>
                    <a:pt x="1113374" y="0"/>
                  </a:moveTo>
                  <a:lnTo>
                    <a:pt x="6187" y="0"/>
                  </a:lnTo>
                  <a:lnTo>
                    <a:pt x="0" y="15226"/>
                  </a:lnTo>
                  <a:lnTo>
                    <a:pt x="0" y="392893"/>
                  </a:lnTo>
                  <a:lnTo>
                    <a:pt x="11352" y="420845"/>
                  </a:lnTo>
                  <a:lnTo>
                    <a:pt x="13443" y="424991"/>
                  </a:lnTo>
                  <a:lnTo>
                    <a:pt x="1106110" y="424991"/>
                  </a:lnTo>
                  <a:lnTo>
                    <a:pt x="1108204" y="420845"/>
                  </a:lnTo>
                  <a:lnTo>
                    <a:pt x="1119252" y="393672"/>
                  </a:lnTo>
                  <a:lnTo>
                    <a:pt x="1119252" y="14446"/>
                  </a:lnTo>
                  <a:lnTo>
                    <a:pt x="1113374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98" name="object 102" descr=""/>
            <p:cNvPicPr/>
            <p:nvPr/>
          </p:nvPicPr>
          <p:blipFill>
            <a:blip r:embed="rId16"/>
            <a:stretch/>
          </p:blipFill>
          <p:spPr>
            <a:xfrm>
              <a:off x="7366680" y="5577840"/>
              <a:ext cx="1118520" cy="424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9" name="object 103"/>
            <p:cNvSpPr/>
            <p:nvPr/>
          </p:nvSpPr>
          <p:spPr>
            <a:xfrm>
              <a:off x="7890480" y="576504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09" h="51435">
                  <a:moveTo>
                    <a:pt x="18005" y="0"/>
                  </a:moveTo>
                  <a:lnTo>
                    <a:pt x="0" y="0"/>
                  </a:lnTo>
                  <a:lnTo>
                    <a:pt x="0" y="16929"/>
                  </a:lnTo>
                  <a:lnTo>
                    <a:pt x="281" y="29434"/>
                  </a:lnTo>
                  <a:lnTo>
                    <a:pt x="2250" y="40424"/>
                  </a:lnTo>
                  <a:lnTo>
                    <a:pt x="7596" y="48237"/>
                  </a:lnTo>
                  <a:lnTo>
                    <a:pt x="18005" y="51210"/>
                  </a:lnTo>
                  <a:lnTo>
                    <a:pt x="31229" y="48237"/>
                  </a:lnTo>
                  <a:lnTo>
                    <a:pt x="42764" y="40424"/>
                  </a:lnTo>
                  <a:lnTo>
                    <a:pt x="50923" y="29434"/>
                  </a:lnTo>
                  <a:lnTo>
                    <a:pt x="54017" y="16929"/>
                  </a:lnTo>
                  <a:lnTo>
                    <a:pt x="50923" y="7142"/>
                  </a:lnTo>
                  <a:lnTo>
                    <a:pt x="42764" y="2116"/>
                  </a:lnTo>
                  <a:lnTo>
                    <a:pt x="31229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00" name="object 104"/>
            <p:cNvSpPr/>
            <p:nvPr/>
          </p:nvSpPr>
          <p:spPr>
            <a:xfrm>
              <a:off x="7366680" y="557784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4" h="425450">
                  <a:moveTo>
                    <a:pt x="0" y="424991"/>
                  </a:moveTo>
                  <a:lnTo>
                    <a:pt x="1119252" y="424991"/>
                  </a:lnTo>
                  <a:lnTo>
                    <a:pt x="1119252" y="0"/>
                  </a:lnTo>
                  <a:lnTo>
                    <a:pt x="0" y="0"/>
                  </a:lnTo>
                  <a:lnTo>
                    <a:pt x="0" y="424991"/>
                  </a:lnTo>
                  <a:close/>
                </a:path>
              </a:pathLst>
            </a:custGeom>
            <a:noFill/>
            <a:ln w="34136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01" name="object 105"/>
          <p:cNvSpPr/>
          <p:nvPr/>
        </p:nvSpPr>
        <p:spPr>
          <a:xfrm>
            <a:off x="7715160" y="5582520"/>
            <a:ext cx="4309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14" strike="noStrike" u="none">
                <a:solidFill>
                  <a:schemeClr val="dk1"/>
                </a:solidFill>
                <a:uFillTx/>
                <a:latin typeface="Times New Roman"/>
              </a:rPr>
              <a:t>Safety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object 106"/>
          <p:cNvSpPr/>
          <p:nvPr/>
        </p:nvSpPr>
        <p:spPr>
          <a:xfrm>
            <a:off x="7498800" y="5752440"/>
            <a:ext cx="864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03" name="object 107"/>
          <p:cNvGrpSpPr/>
          <p:nvPr/>
        </p:nvGrpSpPr>
        <p:grpSpPr>
          <a:xfrm>
            <a:off x="6031080" y="5577840"/>
            <a:ext cx="1136520" cy="424800"/>
            <a:chOff x="6031080" y="5577840"/>
            <a:chExt cx="1136520" cy="424800"/>
          </a:xfrm>
        </p:grpSpPr>
        <p:sp>
          <p:nvSpPr>
            <p:cNvPr id="204" name="object 108"/>
            <p:cNvSpPr/>
            <p:nvPr/>
          </p:nvSpPr>
          <p:spPr>
            <a:xfrm>
              <a:off x="6031080" y="5577840"/>
              <a:ext cx="1136520" cy="424800"/>
            </a:xfrm>
            <a:custGeom>
              <a:avLst/>
              <a:gdLst>
                <a:gd name="textAreaLeft" fmla="*/ 0 w 1136520"/>
                <a:gd name="textAreaRight" fmla="*/ 1137240 w 113652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37284" h="425450">
                  <a:moveTo>
                    <a:pt x="1113019" y="0"/>
                  </a:moveTo>
                  <a:lnTo>
                    <a:pt x="5877" y="0"/>
                  </a:lnTo>
                  <a:lnTo>
                    <a:pt x="0" y="14447"/>
                  </a:lnTo>
                  <a:lnTo>
                    <a:pt x="0" y="393672"/>
                  </a:lnTo>
                  <a:lnTo>
                    <a:pt x="11048" y="420845"/>
                  </a:lnTo>
                  <a:lnTo>
                    <a:pt x="13141" y="424991"/>
                  </a:lnTo>
                  <a:lnTo>
                    <a:pt x="1105756" y="424991"/>
                  </a:lnTo>
                  <a:lnTo>
                    <a:pt x="1107849" y="420845"/>
                  </a:lnTo>
                  <a:lnTo>
                    <a:pt x="1124484" y="379926"/>
                  </a:lnTo>
                  <a:lnTo>
                    <a:pt x="1137258" y="339064"/>
                  </a:lnTo>
                  <a:lnTo>
                    <a:pt x="1137258" y="69028"/>
                  </a:lnTo>
                  <a:lnTo>
                    <a:pt x="1113019" y="0"/>
                  </a:lnTo>
                  <a:close/>
                </a:path>
                <a:path w="1137284" h="425450">
                  <a:moveTo>
                    <a:pt x="1137258" y="0"/>
                  </a:moveTo>
                  <a:lnTo>
                    <a:pt x="1113019" y="0"/>
                  </a:lnTo>
                  <a:lnTo>
                    <a:pt x="1124484" y="28185"/>
                  </a:lnTo>
                  <a:lnTo>
                    <a:pt x="1137258" y="69028"/>
                  </a:lnTo>
                  <a:lnTo>
                    <a:pt x="1137258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205" name="object 109" descr=""/>
            <p:cNvPicPr/>
            <p:nvPr/>
          </p:nvPicPr>
          <p:blipFill>
            <a:blip r:embed="rId17"/>
            <a:stretch/>
          </p:blipFill>
          <p:spPr>
            <a:xfrm>
              <a:off x="6031080" y="5577840"/>
              <a:ext cx="1118520" cy="424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6" name="object 110" descr=""/>
            <p:cNvPicPr/>
            <p:nvPr/>
          </p:nvPicPr>
          <p:blipFill>
            <a:blip r:embed="rId18"/>
            <a:stretch/>
          </p:blipFill>
          <p:spPr>
            <a:xfrm>
              <a:off x="6500160" y="5697000"/>
              <a:ext cx="179640" cy="186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7" name="object 111"/>
            <p:cNvSpPr/>
            <p:nvPr/>
          </p:nvSpPr>
          <p:spPr>
            <a:xfrm>
              <a:off x="6572520" y="576504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09" h="51435">
                  <a:moveTo>
                    <a:pt x="18005" y="0"/>
                  </a:moveTo>
                  <a:lnTo>
                    <a:pt x="0" y="0"/>
                  </a:lnTo>
                  <a:lnTo>
                    <a:pt x="0" y="16929"/>
                  </a:lnTo>
                  <a:lnTo>
                    <a:pt x="281" y="29434"/>
                  </a:lnTo>
                  <a:lnTo>
                    <a:pt x="2250" y="40424"/>
                  </a:lnTo>
                  <a:lnTo>
                    <a:pt x="7596" y="48237"/>
                  </a:lnTo>
                  <a:lnTo>
                    <a:pt x="18005" y="51210"/>
                  </a:lnTo>
                  <a:lnTo>
                    <a:pt x="31229" y="48237"/>
                  </a:lnTo>
                  <a:lnTo>
                    <a:pt x="42764" y="40424"/>
                  </a:lnTo>
                  <a:lnTo>
                    <a:pt x="50923" y="29434"/>
                  </a:lnTo>
                  <a:lnTo>
                    <a:pt x="54017" y="16929"/>
                  </a:lnTo>
                  <a:lnTo>
                    <a:pt x="50923" y="7142"/>
                  </a:lnTo>
                  <a:lnTo>
                    <a:pt x="42764" y="2116"/>
                  </a:lnTo>
                  <a:lnTo>
                    <a:pt x="31229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08" name="object 112"/>
            <p:cNvSpPr/>
            <p:nvPr/>
          </p:nvSpPr>
          <p:spPr>
            <a:xfrm>
              <a:off x="6031080" y="5577840"/>
              <a:ext cx="1136520" cy="424800"/>
            </a:xfrm>
            <a:custGeom>
              <a:avLst/>
              <a:gdLst>
                <a:gd name="textAreaLeft" fmla="*/ 0 w 1136520"/>
                <a:gd name="textAreaRight" fmla="*/ 1137240 w 113652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37284" h="425450">
                  <a:moveTo>
                    <a:pt x="0" y="424991"/>
                  </a:moveTo>
                  <a:lnTo>
                    <a:pt x="1137258" y="424991"/>
                  </a:lnTo>
                  <a:lnTo>
                    <a:pt x="1137258" y="0"/>
                  </a:lnTo>
                  <a:lnTo>
                    <a:pt x="0" y="0"/>
                  </a:lnTo>
                  <a:lnTo>
                    <a:pt x="0" y="424991"/>
                  </a:lnTo>
                  <a:close/>
                </a:path>
              </a:pathLst>
            </a:custGeom>
            <a:noFill/>
            <a:ln w="3412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09" name="object 113"/>
          <p:cNvSpPr/>
          <p:nvPr/>
        </p:nvSpPr>
        <p:spPr>
          <a:xfrm>
            <a:off x="6342840" y="5582520"/>
            <a:ext cx="522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40" strike="noStrike" u="none">
                <a:solidFill>
                  <a:schemeClr val="dk1"/>
                </a:solidFill>
                <a:uFillTx/>
                <a:latin typeface="Times New Roman"/>
              </a:rPr>
              <a:t>P</a:t>
            </a:r>
            <a:r>
              <a:rPr b="0" lang="en-US" sz="1200" spc="20" strike="noStrike" u="none">
                <a:solidFill>
                  <a:schemeClr val="dk1"/>
                </a:solidFill>
                <a:uFillTx/>
                <a:latin typeface="Times New Roman"/>
              </a:rPr>
              <a:t>r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105" strike="noStrike" u="none">
                <a:solidFill>
                  <a:schemeClr val="dk1"/>
                </a:solidFill>
                <a:uFillTx/>
                <a:latin typeface="Times New Roman"/>
              </a:rPr>
              <a:t>v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a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cy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object 114"/>
          <p:cNvSpPr/>
          <p:nvPr/>
        </p:nvSpPr>
        <p:spPr>
          <a:xfrm>
            <a:off x="6162120" y="5752440"/>
            <a:ext cx="8647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11" name="object 115"/>
          <p:cNvGrpSpPr/>
          <p:nvPr/>
        </p:nvGrpSpPr>
        <p:grpSpPr>
          <a:xfrm>
            <a:off x="2618280" y="2687400"/>
            <a:ext cx="1137240" cy="424800"/>
            <a:chOff x="2618280" y="2687400"/>
            <a:chExt cx="1137240" cy="424800"/>
          </a:xfrm>
        </p:grpSpPr>
        <p:sp>
          <p:nvSpPr>
            <p:cNvPr id="212" name="object 116"/>
            <p:cNvSpPr/>
            <p:nvPr/>
          </p:nvSpPr>
          <p:spPr>
            <a:xfrm>
              <a:off x="2618280" y="2687400"/>
              <a:ext cx="1137240" cy="424800"/>
            </a:xfrm>
            <a:custGeom>
              <a:avLst/>
              <a:gdLst>
                <a:gd name="textAreaLeft" fmla="*/ 0 w 1137240"/>
                <a:gd name="textAreaRight" fmla="*/ 1137960 w 113724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37920" h="425450">
                  <a:moveTo>
                    <a:pt x="1113519" y="0"/>
                  </a:moveTo>
                  <a:lnTo>
                    <a:pt x="6265" y="0"/>
                  </a:lnTo>
                  <a:lnTo>
                    <a:pt x="0" y="15404"/>
                  </a:lnTo>
                  <a:lnTo>
                    <a:pt x="0" y="392901"/>
                  </a:lnTo>
                  <a:lnTo>
                    <a:pt x="11402" y="420948"/>
                  </a:lnTo>
                  <a:lnTo>
                    <a:pt x="13649" y="425397"/>
                  </a:lnTo>
                  <a:lnTo>
                    <a:pt x="1106134" y="425397"/>
                  </a:lnTo>
                  <a:lnTo>
                    <a:pt x="1108381" y="420948"/>
                  </a:lnTo>
                  <a:lnTo>
                    <a:pt x="1125020" y="380032"/>
                  </a:lnTo>
                  <a:lnTo>
                    <a:pt x="1137708" y="339453"/>
                  </a:lnTo>
                  <a:lnTo>
                    <a:pt x="1113519" y="0"/>
                  </a:lnTo>
                  <a:close/>
                </a:path>
                <a:path w="1137920" h="425450">
                  <a:moveTo>
                    <a:pt x="1137708" y="0"/>
                  </a:moveTo>
                  <a:lnTo>
                    <a:pt x="1113519" y="0"/>
                  </a:lnTo>
                  <a:lnTo>
                    <a:pt x="1125020" y="28267"/>
                  </a:lnTo>
                  <a:lnTo>
                    <a:pt x="1137708" y="68832"/>
                  </a:lnTo>
                  <a:lnTo>
                    <a:pt x="1137708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213" name="object 117" descr=""/>
            <p:cNvPicPr/>
            <p:nvPr/>
          </p:nvPicPr>
          <p:blipFill>
            <a:blip r:embed="rId19"/>
            <a:stretch/>
          </p:blipFill>
          <p:spPr>
            <a:xfrm>
              <a:off x="2618280" y="2687400"/>
              <a:ext cx="1119240" cy="424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4" name="object 118"/>
            <p:cNvSpPr/>
            <p:nvPr/>
          </p:nvSpPr>
          <p:spPr>
            <a:xfrm>
              <a:off x="3159720" y="287460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10" h="51435">
                  <a:moveTo>
                    <a:pt x="18005" y="0"/>
                  </a:moveTo>
                  <a:lnTo>
                    <a:pt x="0" y="0"/>
                  </a:lnTo>
                  <a:lnTo>
                    <a:pt x="0" y="16929"/>
                  </a:lnTo>
                  <a:lnTo>
                    <a:pt x="281" y="29557"/>
                  </a:lnTo>
                  <a:lnTo>
                    <a:pt x="2250" y="40503"/>
                  </a:lnTo>
                  <a:lnTo>
                    <a:pt x="7596" y="48211"/>
                  </a:lnTo>
                  <a:lnTo>
                    <a:pt x="18005" y="51126"/>
                  </a:lnTo>
                  <a:lnTo>
                    <a:pt x="31541" y="48211"/>
                  </a:lnTo>
                  <a:lnTo>
                    <a:pt x="43236" y="40503"/>
                  </a:lnTo>
                  <a:lnTo>
                    <a:pt x="51454" y="29557"/>
                  </a:lnTo>
                  <a:lnTo>
                    <a:pt x="54558" y="16929"/>
                  </a:lnTo>
                  <a:lnTo>
                    <a:pt x="51454" y="7142"/>
                  </a:lnTo>
                  <a:lnTo>
                    <a:pt x="43236" y="2116"/>
                  </a:lnTo>
                  <a:lnTo>
                    <a:pt x="31541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15" name="object 119"/>
            <p:cNvSpPr/>
            <p:nvPr/>
          </p:nvSpPr>
          <p:spPr>
            <a:xfrm>
              <a:off x="2618280" y="2687400"/>
              <a:ext cx="1137240" cy="424800"/>
            </a:xfrm>
            <a:custGeom>
              <a:avLst/>
              <a:gdLst>
                <a:gd name="textAreaLeft" fmla="*/ 0 w 1137240"/>
                <a:gd name="textAreaRight" fmla="*/ 1137960 w 113724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37920" h="425450">
                  <a:moveTo>
                    <a:pt x="0" y="425397"/>
                  </a:moveTo>
                  <a:lnTo>
                    <a:pt x="1137708" y="425397"/>
                  </a:lnTo>
                  <a:lnTo>
                    <a:pt x="1137708" y="0"/>
                  </a:lnTo>
                  <a:lnTo>
                    <a:pt x="0" y="0"/>
                  </a:lnTo>
                  <a:lnTo>
                    <a:pt x="0" y="425397"/>
                  </a:lnTo>
                  <a:close/>
                </a:path>
              </a:pathLst>
            </a:custGeom>
            <a:noFill/>
            <a:ln w="3412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16" name="object 120"/>
          <p:cNvSpPr/>
          <p:nvPr/>
        </p:nvSpPr>
        <p:spPr>
          <a:xfrm>
            <a:off x="2930760" y="2692440"/>
            <a:ext cx="5036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40" strike="noStrike" u="none">
                <a:solidFill>
                  <a:schemeClr val="dk1"/>
                </a:solidFill>
                <a:uFillTx/>
                <a:latin typeface="Times New Roman"/>
              </a:rPr>
              <a:t>P</a:t>
            </a:r>
            <a:r>
              <a:rPr b="0" lang="en-US" sz="1200" spc="-119" strike="noStrike" u="none">
                <a:solidFill>
                  <a:schemeClr val="dk1"/>
                </a:solidFill>
                <a:uFillTx/>
                <a:latin typeface="Times New Roman"/>
              </a:rPr>
              <a:t>r</a:t>
            </a:r>
            <a:r>
              <a:rPr b="0" lang="en-US" sz="1200" spc="99" strike="noStrike" u="none">
                <a:solidFill>
                  <a:schemeClr val="dk1"/>
                </a:solidFill>
                <a:uFillTx/>
                <a:latin typeface="Times New Roman"/>
              </a:rPr>
              <a:t>o</a:t>
            </a:r>
            <a:r>
              <a:rPr b="0" lang="en-US" sz="1200" spc="-34" strike="noStrike" u="none">
                <a:solidFill>
                  <a:schemeClr val="dk1"/>
                </a:solidFill>
                <a:uFillTx/>
                <a:latin typeface="Times New Roman"/>
              </a:rPr>
              <a:t>d</a:t>
            </a:r>
            <a:r>
              <a:rPr b="0" lang="en-US" sz="1200" spc="99" strike="noStrike" u="none">
                <a:solidFill>
                  <a:schemeClr val="dk1"/>
                </a:solidFill>
                <a:uFillTx/>
                <a:latin typeface="Times New Roman"/>
              </a:rPr>
              <a:t>u</a:t>
            </a:r>
            <a:r>
              <a:rPr b="0" lang="en-US" sz="1200" spc="-105" strike="noStrike" u="none">
                <a:solidFill>
                  <a:schemeClr val="dk1"/>
                </a:solidFill>
                <a:uFillTx/>
                <a:latin typeface="Times New Roman"/>
              </a:rPr>
              <a:t>c</a:t>
            </a:r>
            <a:r>
              <a:rPr b="0" lang="en-US" sz="1200" spc="20" strike="noStrike" u="none">
                <a:solidFill>
                  <a:schemeClr val="dk1"/>
                </a:solidFill>
                <a:uFillTx/>
                <a:latin typeface="Times New Roman"/>
              </a:rPr>
              <a:t>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object 121"/>
          <p:cNvSpPr/>
          <p:nvPr/>
        </p:nvSpPr>
        <p:spPr>
          <a:xfrm>
            <a:off x="2750040" y="2862360"/>
            <a:ext cx="88272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18" name="object 122"/>
          <p:cNvGrpSpPr/>
          <p:nvPr/>
        </p:nvGrpSpPr>
        <p:grpSpPr>
          <a:xfrm>
            <a:off x="4712760" y="2687400"/>
            <a:ext cx="1118880" cy="424800"/>
            <a:chOff x="4712760" y="2687400"/>
            <a:chExt cx="1118880" cy="424800"/>
          </a:xfrm>
        </p:grpSpPr>
        <p:sp>
          <p:nvSpPr>
            <p:cNvPr id="219" name="object 123"/>
            <p:cNvSpPr/>
            <p:nvPr/>
          </p:nvSpPr>
          <p:spPr>
            <a:xfrm>
              <a:off x="4712760" y="268740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4" h="425450">
                  <a:moveTo>
                    <a:pt x="1113257" y="0"/>
                  </a:moveTo>
                  <a:lnTo>
                    <a:pt x="0" y="0"/>
                  </a:lnTo>
                  <a:lnTo>
                    <a:pt x="0" y="425397"/>
                  </a:lnTo>
                  <a:lnTo>
                    <a:pt x="1105803" y="425397"/>
                  </a:lnTo>
                  <a:lnTo>
                    <a:pt x="1108074" y="420948"/>
                  </a:lnTo>
                  <a:lnTo>
                    <a:pt x="1119252" y="393699"/>
                  </a:lnTo>
                  <a:lnTo>
                    <a:pt x="1119252" y="14606"/>
                  </a:lnTo>
                  <a:lnTo>
                    <a:pt x="1113257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220" name="object 124" descr=""/>
            <p:cNvPicPr/>
            <p:nvPr/>
          </p:nvPicPr>
          <p:blipFill>
            <a:blip r:embed="rId20"/>
            <a:stretch/>
          </p:blipFill>
          <p:spPr>
            <a:xfrm>
              <a:off x="4712760" y="2687400"/>
              <a:ext cx="1118520" cy="424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21" name="object 125"/>
            <p:cNvSpPr/>
            <p:nvPr/>
          </p:nvSpPr>
          <p:spPr>
            <a:xfrm>
              <a:off x="5236200" y="287460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10" h="51435">
                  <a:moveTo>
                    <a:pt x="18005" y="0"/>
                  </a:moveTo>
                  <a:lnTo>
                    <a:pt x="0" y="0"/>
                  </a:lnTo>
                  <a:lnTo>
                    <a:pt x="0" y="16929"/>
                  </a:lnTo>
                  <a:lnTo>
                    <a:pt x="281" y="29557"/>
                  </a:lnTo>
                  <a:lnTo>
                    <a:pt x="2250" y="40503"/>
                  </a:lnTo>
                  <a:lnTo>
                    <a:pt x="7596" y="48211"/>
                  </a:lnTo>
                  <a:lnTo>
                    <a:pt x="18005" y="51126"/>
                  </a:lnTo>
                  <a:lnTo>
                    <a:pt x="31229" y="48211"/>
                  </a:lnTo>
                  <a:lnTo>
                    <a:pt x="42764" y="40503"/>
                  </a:lnTo>
                  <a:lnTo>
                    <a:pt x="50923" y="29557"/>
                  </a:lnTo>
                  <a:lnTo>
                    <a:pt x="54017" y="16929"/>
                  </a:lnTo>
                  <a:lnTo>
                    <a:pt x="50923" y="7142"/>
                  </a:lnTo>
                  <a:lnTo>
                    <a:pt x="42764" y="2116"/>
                  </a:lnTo>
                  <a:lnTo>
                    <a:pt x="31229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22" name="object 126"/>
            <p:cNvSpPr/>
            <p:nvPr/>
          </p:nvSpPr>
          <p:spPr>
            <a:xfrm>
              <a:off x="4712760" y="268740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4" h="425450">
                  <a:moveTo>
                    <a:pt x="0" y="425397"/>
                  </a:moveTo>
                  <a:lnTo>
                    <a:pt x="1119252" y="425397"/>
                  </a:lnTo>
                  <a:lnTo>
                    <a:pt x="1119252" y="0"/>
                  </a:lnTo>
                  <a:lnTo>
                    <a:pt x="0" y="0"/>
                  </a:lnTo>
                  <a:lnTo>
                    <a:pt x="0" y="425397"/>
                  </a:lnTo>
                  <a:close/>
                </a:path>
              </a:pathLst>
            </a:custGeom>
            <a:noFill/>
            <a:ln w="3413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23" name="object 127"/>
          <p:cNvSpPr/>
          <p:nvPr/>
        </p:nvSpPr>
        <p:spPr>
          <a:xfrm>
            <a:off x="4712760" y="2687400"/>
            <a:ext cx="1118880" cy="373680"/>
          </a:xfrm>
          <a:prstGeom prst="rect">
            <a:avLst/>
          </a:prstGeom>
          <a:noFill/>
          <a:ln w="34167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33480" bIns="0" anchor="t">
            <a:spAutoFit/>
          </a:bodyPr>
          <a:p>
            <a:pPr marL="126360" indent="-54720" defTabSz="914400">
              <a:lnSpc>
                <a:spcPts val="1341"/>
              </a:lnSpc>
              <a:spcBef>
                <a:spcPts val="264"/>
              </a:spcBef>
              <a:tabLst>
                <a:tab algn="l" pos="0"/>
              </a:tabLst>
            </a:pPr>
            <a:r>
              <a:rPr b="0" lang="en-US" sz="1200" spc="-14" strike="noStrike" u="none">
                <a:solidFill>
                  <a:schemeClr val="dk1"/>
                </a:solidFill>
                <a:uFillTx/>
                <a:latin typeface="Times New Roman"/>
              </a:rPr>
              <a:t>O</a:t>
            </a:r>
            <a:r>
              <a:rPr b="0" lang="en-US" sz="1200" spc="164" strike="noStrike" u="none">
                <a:solidFill>
                  <a:schemeClr val="dk1"/>
                </a:solidFill>
                <a:uFillTx/>
                <a:latin typeface="Times New Roman"/>
              </a:rPr>
              <a:t>r</a:t>
            </a:r>
            <a:r>
              <a:rPr b="0" lang="en-US" sz="1200" spc="99" strike="noStrike" u="none">
                <a:solidFill>
                  <a:schemeClr val="dk1"/>
                </a:solidFill>
                <a:uFillTx/>
                <a:latin typeface="Times New Roman"/>
              </a:rPr>
              <a:t>g</a:t>
            </a:r>
            <a:r>
              <a:rPr b="0" lang="en-US" sz="1200" spc="-111" strike="noStrike" u="none">
                <a:solidFill>
                  <a:schemeClr val="dk1"/>
                </a:solidFill>
                <a:uFillTx/>
                <a:latin typeface="Times New Roman"/>
              </a:rPr>
              <a:t>a</a:t>
            </a:r>
            <a:r>
              <a:rPr b="0" lang="en-US" sz="1200" spc="105" strike="noStrike" u="none">
                <a:solidFill>
                  <a:schemeClr val="dk1"/>
                </a:solidFill>
                <a:uFillTx/>
                <a:latin typeface="Times New Roman"/>
              </a:rPr>
              <a:t>n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z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a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t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105" strike="noStrike" u="none">
                <a:solidFill>
                  <a:schemeClr val="dk1"/>
                </a:solidFill>
                <a:uFillTx/>
                <a:latin typeface="Times New Roman"/>
              </a:rPr>
              <a:t>o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Times New Roman"/>
              </a:rPr>
              <a:t>n</a:t>
            </a:r>
            <a:r>
              <a:rPr b="0" lang="en-US" sz="1200" spc="20" strike="noStrike" u="none">
                <a:solidFill>
                  <a:schemeClr val="dk1"/>
                </a:solidFill>
                <a:uFillTx/>
                <a:latin typeface="Times New Roman"/>
              </a:rPr>
              <a:t>al  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24" name="object 128"/>
          <p:cNvGrpSpPr/>
          <p:nvPr/>
        </p:nvGrpSpPr>
        <p:grpSpPr>
          <a:xfrm>
            <a:off x="6807240" y="2687400"/>
            <a:ext cx="1118880" cy="424800"/>
            <a:chOff x="6807240" y="2687400"/>
            <a:chExt cx="1118880" cy="424800"/>
          </a:xfrm>
        </p:grpSpPr>
        <p:sp>
          <p:nvSpPr>
            <p:cNvPr id="225" name="object 129"/>
            <p:cNvSpPr/>
            <p:nvPr/>
          </p:nvSpPr>
          <p:spPr>
            <a:xfrm>
              <a:off x="6807240" y="268740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4" h="425450">
                  <a:moveTo>
                    <a:pt x="1112793" y="0"/>
                  </a:moveTo>
                  <a:lnTo>
                    <a:pt x="0" y="0"/>
                  </a:lnTo>
                  <a:lnTo>
                    <a:pt x="0" y="425397"/>
                  </a:lnTo>
                  <a:lnTo>
                    <a:pt x="1105351" y="425397"/>
                  </a:lnTo>
                  <a:lnTo>
                    <a:pt x="1107618" y="420948"/>
                  </a:lnTo>
                  <a:lnTo>
                    <a:pt x="1119252" y="392541"/>
                  </a:lnTo>
                  <a:lnTo>
                    <a:pt x="1119252" y="15764"/>
                  </a:lnTo>
                  <a:lnTo>
                    <a:pt x="1112793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226" name="object 130" descr=""/>
            <p:cNvPicPr/>
            <p:nvPr/>
          </p:nvPicPr>
          <p:blipFill>
            <a:blip r:embed="rId21"/>
            <a:stretch/>
          </p:blipFill>
          <p:spPr>
            <a:xfrm>
              <a:off x="6807240" y="2687400"/>
              <a:ext cx="1118520" cy="424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27" name="object 131"/>
            <p:cNvSpPr/>
            <p:nvPr/>
          </p:nvSpPr>
          <p:spPr>
            <a:xfrm>
              <a:off x="7330680" y="287460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09" h="51435">
                  <a:moveTo>
                    <a:pt x="18005" y="0"/>
                  </a:moveTo>
                  <a:lnTo>
                    <a:pt x="0" y="0"/>
                  </a:lnTo>
                  <a:lnTo>
                    <a:pt x="0" y="16929"/>
                  </a:lnTo>
                  <a:lnTo>
                    <a:pt x="281" y="29557"/>
                  </a:lnTo>
                  <a:lnTo>
                    <a:pt x="2250" y="40503"/>
                  </a:lnTo>
                  <a:lnTo>
                    <a:pt x="7596" y="48211"/>
                  </a:lnTo>
                  <a:lnTo>
                    <a:pt x="18005" y="51126"/>
                  </a:lnTo>
                  <a:lnTo>
                    <a:pt x="31229" y="48211"/>
                  </a:lnTo>
                  <a:lnTo>
                    <a:pt x="42764" y="40503"/>
                  </a:lnTo>
                  <a:lnTo>
                    <a:pt x="50923" y="29557"/>
                  </a:lnTo>
                  <a:lnTo>
                    <a:pt x="54017" y="16929"/>
                  </a:lnTo>
                  <a:lnTo>
                    <a:pt x="50923" y="7142"/>
                  </a:lnTo>
                  <a:lnTo>
                    <a:pt x="42764" y="2116"/>
                  </a:lnTo>
                  <a:lnTo>
                    <a:pt x="31229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28" name="object 132"/>
            <p:cNvSpPr/>
            <p:nvPr/>
          </p:nvSpPr>
          <p:spPr>
            <a:xfrm>
              <a:off x="6807240" y="2687400"/>
              <a:ext cx="1118880" cy="424800"/>
            </a:xfrm>
            <a:custGeom>
              <a:avLst/>
              <a:gdLst>
                <a:gd name="textAreaLeft" fmla="*/ 0 w 1118880"/>
                <a:gd name="textAreaRight" fmla="*/ 1119600 w 1118880"/>
                <a:gd name="textAreaTop" fmla="*/ 0 h 424800"/>
                <a:gd name="textAreaBottom" fmla="*/ 425520 h 424800"/>
              </a:gdLst>
              <a:ahLst/>
              <a:rect l="textAreaLeft" t="textAreaTop" r="textAreaRight" b="textAreaBottom"/>
              <a:pathLst>
                <a:path w="1119504" h="425450">
                  <a:moveTo>
                    <a:pt x="0" y="425397"/>
                  </a:moveTo>
                  <a:lnTo>
                    <a:pt x="1119252" y="425397"/>
                  </a:lnTo>
                  <a:lnTo>
                    <a:pt x="1119252" y="0"/>
                  </a:lnTo>
                  <a:lnTo>
                    <a:pt x="0" y="0"/>
                  </a:lnTo>
                  <a:lnTo>
                    <a:pt x="0" y="425397"/>
                  </a:lnTo>
                  <a:close/>
                </a:path>
              </a:pathLst>
            </a:custGeom>
            <a:noFill/>
            <a:ln w="3413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29" name="object 133"/>
          <p:cNvSpPr/>
          <p:nvPr/>
        </p:nvSpPr>
        <p:spPr>
          <a:xfrm>
            <a:off x="6824160" y="2692440"/>
            <a:ext cx="56016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9160" bIns="0" anchor="t">
            <a:spAutoFit/>
          </a:bodyPr>
          <a:p>
            <a:pPr marL="127080" indent="144000" defTabSz="914400">
              <a:lnSpc>
                <a:spcPts val="1341"/>
              </a:lnSpc>
              <a:spcBef>
                <a:spcPts val="23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r>
              <a:rPr b="0" lang="en-US" sz="1200" spc="105" strike="noStrike" u="none">
                <a:solidFill>
                  <a:schemeClr val="dk1"/>
                </a:solidFill>
                <a:uFillTx/>
                <a:latin typeface="Times New Roman"/>
              </a:rPr>
              <a:t>x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Times New Roman"/>
              </a:rPr>
              <a:t>t</a:t>
            </a: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e  </a:t>
            </a:r>
            <a:r>
              <a:rPr b="0" lang="en-US" sz="1200" spc="14" strike="noStrike" u="none">
                <a:solidFill>
                  <a:schemeClr val="dk1"/>
                </a:solidFill>
                <a:uFillTx/>
                <a:latin typeface="Times New Roman"/>
              </a:rPr>
              <a:t>requir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object 134"/>
          <p:cNvSpPr/>
          <p:nvPr/>
        </p:nvSpPr>
        <p:spPr>
          <a:xfrm>
            <a:off x="7330680" y="2692440"/>
            <a:ext cx="57852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9160" bIns="0" anchor="t">
            <a:spAutoFit/>
          </a:bodyPr>
          <a:p>
            <a:pPr defTabSz="914400">
              <a:lnSpc>
                <a:spcPts val="1341"/>
              </a:lnSpc>
              <a:spcBef>
                <a:spcPts val="230"/>
              </a:spcBef>
              <a:tabLst>
                <a:tab algn="l" pos="0"/>
              </a:tabLst>
            </a:pPr>
            <a:r>
              <a:rPr b="0" lang="en-US" sz="1200" spc="45" strike="noStrike" u="none">
                <a:solidFill>
                  <a:schemeClr val="dk1"/>
                </a:solidFill>
                <a:uFillTx/>
                <a:latin typeface="Times New Roman"/>
              </a:rPr>
              <a:t>rnal </a:t>
            </a:r>
            <a:r>
              <a:rPr b="0" lang="en-US" sz="1200" spc="51" strike="noStrike" u="none">
                <a:solidFill>
                  <a:schemeClr val="dk1"/>
                </a:solidFill>
                <a:uFillTx/>
                <a:latin typeface="Times New Roman"/>
              </a:rPr>
              <a:t> 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r>
              <a:rPr b="0" lang="en-US" sz="1200" spc="60" strike="noStrike" u="none">
                <a:solidFill>
                  <a:schemeClr val="dk1"/>
                </a:solidFill>
                <a:uFillTx/>
                <a:latin typeface="Times New Roman"/>
              </a:rPr>
              <a:t>m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e</a:t>
            </a:r>
            <a:r>
              <a:rPr b="0" lang="en-US" sz="1200" spc="-34" strike="noStrike" u="none">
                <a:solidFill>
                  <a:schemeClr val="dk1"/>
                </a:solidFill>
                <a:uFillTx/>
                <a:latin typeface="Times New Roman"/>
              </a:rPr>
              <a:t>n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t</a:t>
            </a:r>
            <a:r>
              <a:rPr b="0" lang="en-US" sz="1200" spc="31" strike="noStrike" u="none">
                <a:solidFill>
                  <a:schemeClr val="dk1"/>
                </a:solidFill>
                <a:uFillTx/>
                <a:latin typeface="Times New Roman"/>
              </a:rPr>
              <a:t>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31" name="object 135"/>
          <p:cNvGrpSpPr/>
          <p:nvPr/>
        </p:nvGrpSpPr>
        <p:grpSpPr>
          <a:xfrm>
            <a:off x="4676760" y="1718640"/>
            <a:ext cx="1172880" cy="441360"/>
            <a:chOff x="4676760" y="1718640"/>
            <a:chExt cx="1172880" cy="441360"/>
          </a:xfrm>
        </p:grpSpPr>
        <p:sp>
          <p:nvSpPr>
            <p:cNvPr id="232" name="object 136"/>
            <p:cNvSpPr/>
            <p:nvPr/>
          </p:nvSpPr>
          <p:spPr>
            <a:xfrm>
              <a:off x="4676760" y="1718640"/>
              <a:ext cx="1172880" cy="441360"/>
            </a:xfrm>
            <a:custGeom>
              <a:avLst/>
              <a:gdLst>
                <a:gd name="textAreaLeft" fmla="*/ 0 w 1172880"/>
                <a:gd name="textAreaRight" fmla="*/ 1173600 w 1172880"/>
                <a:gd name="textAreaTop" fmla="*/ 0 h 441360"/>
                <a:gd name="textAreaBottom" fmla="*/ 442080 h 441360"/>
              </a:gdLst>
              <a:ahLst/>
              <a:rect l="textAreaLeft" t="textAreaTop" r="textAreaRight" b="textAreaBottom"/>
              <a:pathLst>
                <a:path w="1173479" h="441960">
                  <a:moveTo>
                    <a:pt x="1168830" y="0"/>
                  </a:moveTo>
                  <a:lnTo>
                    <a:pt x="2712" y="0"/>
                  </a:lnTo>
                  <a:lnTo>
                    <a:pt x="0" y="6867"/>
                  </a:lnTo>
                  <a:lnTo>
                    <a:pt x="0" y="403002"/>
                  </a:lnTo>
                  <a:lnTo>
                    <a:pt x="7337" y="422990"/>
                  </a:lnTo>
                  <a:lnTo>
                    <a:pt x="15963" y="441920"/>
                  </a:lnTo>
                  <a:lnTo>
                    <a:pt x="1154711" y="441920"/>
                  </a:lnTo>
                  <a:lnTo>
                    <a:pt x="1163819" y="422990"/>
                  </a:lnTo>
                  <a:lnTo>
                    <a:pt x="1173288" y="398620"/>
                  </a:lnTo>
                  <a:lnTo>
                    <a:pt x="1173288" y="11239"/>
                  </a:lnTo>
                  <a:lnTo>
                    <a:pt x="1168830" y="0"/>
                  </a:lnTo>
                  <a:close/>
                </a:path>
              </a:pathLst>
            </a:custGeom>
            <a:solidFill>
              <a:srgbClr val="d2e1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233" name="object 137" descr=""/>
            <p:cNvPicPr/>
            <p:nvPr/>
          </p:nvPicPr>
          <p:blipFill>
            <a:blip r:embed="rId22"/>
            <a:stretch/>
          </p:blipFill>
          <p:spPr>
            <a:xfrm>
              <a:off x="4676760" y="1718640"/>
              <a:ext cx="1172520" cy="441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4" name="object 138"/>
            <p:cNvSpPr/>
            <p:nvPr/>
          </p:nvSpPr>
          <p:spPr>
            <a:xfrm>
              <a:off x="5236200" y="1905840"/>
              <a:ext cx="54000" cy="50760"/>
            </a:xfrm>
            <a:custGeom>
              <a:avLst/>
              <a:gdLst>
                <a:gd name="textAreaLeft" fmla="*/ 0 w 54000"/>
                <a:gd name="textAreaRight" fmla="*/ 54720 w 54000"/>
                <a:gd name="textAreaTop" fmla="*/ 0 h 50760"/>
                <a:gd name="textAreaBottom" fmla="*/ 51480 h 50760"/>
              </a:gdLst>
              <a:ahLst/>
              <a:rect l="textAreaLeft" t="textAreaTop" r="textAreaRight" b="textAreaBottom"/>
              <a:pathLst>
                <a:path w="54610" h="51435">
                  <a:moveTo>
                    <a:pt x="18005" y="0"/>
                  </a:moveTo>
                  <a:lnTo>
                    <a:pt x="0" y="0"/>
                  </a:lnTo>
                  <a:lnTo>
                    <a:pt x="0" y="16929"/>
                  </a:lnTo>
                  <a:lnTo>
                    <a:pt x="281" y="29459"/>
                  </a:lnTo>
                  <a:lnTo>
                    <a:pt x="2250" y="40355"/>
                  </a:lnTo>
                  <a:lnTo>
                    <a:pt x="7596" y="48044"/>
                  </a:lnTo>
                  <a:lnTo>
                    <a:pt x="18005" y="50956"/>
                  </a:lnTo>
                  <a:lnTo>
                    <a:pt x="31229" y="48044"/>
                  </a:lnTo>
                  <a:lnTo>
                    <a:pt x="42764" y="40355"/>
                  </a:lnTo>
                  <a:lnTo>
                    <a:pt x="50923" y="29459"/>
                  </a:lnTo>
                  <a:lnTo>
                    <a:pt x="54017" y="16929"/>
                  </a:lnTo>
                  <a:lnTo>
                    <a:pt x="50923" y="7142"/>
                  </a:lnTo>
                  <a:lnTo>
                    <a:pt x="42764" y="2116"/>
                  </a:lnTo>
                  <a:lnTo>
                    <a:pt x="31229" y="264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35" name="object 139"/>
          <p:cNvSpPr/>
          <p:nvPr/>
        </p:nvSpPr>
        <p:spPr>
          <a:xfrm>
            <a:off x="4676760" y="1718640"/>
            <a:ext cx="1172880" cy="373680"/>
          </a:xfrm>
          <a:prstGeom prst="rect">
            <a:avLst/>
          </a:prstGeom>
          <a:noFill/>
          <a:ln w="34163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33480" bIns="0" anchor="t">
            <a:spAutoFit/>
          </a:bodyPr>
          <a:p>
            <a:pPr marL="162720" indent="-73080" defTabSz="914400">
              <a:lnSpc>
                <a:spcPts val="1341"/>
              </a:lnSpc>
              <a:spcBef>
                <a:spcPts val="264"/>
              </a:spcBef>
              <a:tabLst>
                <a:tab algn="l" pos="0"/>
              </a:tabLst>
            </a:pPr>
            <a:r>
              <a:rPr b="0" lang="en-US" sz="1200" spc="-14" strike="noStrike" u="none">
                <a:solidFill>
                  <a:schemeClr val="dk1"/>
                </a:solidFill>
                <a:uFillTx/>
                <a:latin typeface="Times New Roman"/>
              </a:rPr>
              <a:t>N</a:t>
            </a:r>
            <a:r>
              <a:rPr b="0" lang="en-US" sz="1200" spc="105" strike="noStrike" u="none">
                <a:solidFill>
                  <a:schemeClr val="dk1"/>
                </a:solidFill>
                <a:uFillTx/>
                <a:latin typeface="Times New Roman"/>
              </a:rPr>
              <a:t>o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Times New Roman"/>
              </a:rPr>
              <a:t>n</a:t>
            </a:r>
            <a:r>
              <a:rPr b="0" lang="en-US" sz="1200" spc="20" strike="noStrike" u="none">
                <a:solidFill>
                  <a:schemeClr val="dk1"/>
                </a:solidFill>
                <a:uFillTx/>
                <a:latin typeface="Times New Roman"/>
              </a:rPr>
              <a:t>-</a:t>
            </a:r>
            <a:r>
              <a:rPr b="0" lang="en-US" sz="1200" spc="26" strike="noStrike" u="none">
                <a:solidFill>
                  <a:schemeClr val="dk1"/>
                </a:solidFill>
                <a:uFillTx/>
                <a:latin typeface="Times New Roman"/>
              </a:rPr>
              <a:t>f</a:t>
            </a:r>
            <a:r>
              <a:rPr b="0" lang="en-US" sz="1200" spc="99" strike="noStrike" u="none">
                <a:solidFill>
                  <a:schemeClr val="dk1"/>
                </a:solidFill>
                <a:uFillTx/>
                <a:latin typeface="Times New Roman"/>
              </a:rPr>
              <a:t>u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Times New Roman"/>
              </a:rPr>
              <a:t>n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c</a:t>
            </a:r>
            <a:r>
              <a:rPr b="0" lang="en-US" sz="1200" spc="85" strike="noStrike" u="none">
                <a:solidFill>
                  <a:schemeClr val="dk1"/>
                </a:solidFill>
                <a:uFillTx/>
                <a:latin typeface="Times New Roman"/>
              </a:rPr>
              <a:t>t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Times New Roman"/>
              </a:rPr>
              <a:t>i</a:t>
            </a:r>
            <a:r>
              <a:rPr b="0" lang="en-US" sz="1200" spc="105" strike="noStrike" u="none">
                <a:solidFill>
                  <a:schemeClr val="dk1"/>
                </a:solidFill>
                <a:uFillTx/>
                <a:latin typeface="Times New Roman"/>
              </a:rPr>
              <a:t>o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Times New Roman"/>
              </a:rPr>
              <a:t>n</a:t>
            </a:r>
            <a:r>
              <a:rPr b="0" lang="en-US" sz="1200" spc="20" strike="noStrike" u="none">
                <a:solidFill>
                  <a:schemeClr val="dk1"/>
                </a:solidFill>
                <a:uFillTx/>
                <a:latin typeface="Times New Roman"/>
              </a:rPr>
              <a:t>al  </a:t>
            </a:r>
            <a:r>
              <a:rPr b="0" lang="en-US" sz="1200" spc="34" strike="noStrike" u="none">
                <a:solidFill>
                  <a:schemeClr val="dk1"/>
                </a:solidFill>
                <a:uFillTx/>
                <a:latin typeface="Times New Roman"/>
              </a:rPr>
              <a:t>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ftr" idx="23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5528160" cy="8002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US" sz="4400" spc="-451" strike="noStrike" u="none">
                <a:solidFill>
                  <a:srgbClr val="1f2022"/>
                </a:solidFill>
                <a:uFillTx/>
                <a:latin typeface="Microsoft Sans Serif"/>
              </a:rPr>
              <a:t>Do</a:t>
            </a:r>
            <a:r>
              <a:rPr b="0" lang="en-US" sz="4400" spc="-581" strike="noStrike" u="none">
                <a:solidFill>
                  <a:srgbClr val="1f2022"/>
                </a:solidFill>
                <a:uFillTx/>
                <a:latin typeface="Microsoft Sans Serif"/>
              </a:rPr>
              <a:t>m</a:t>
            </a:r>
            <a:r>
              <a:rPr b="0" lang="en-US" sz="4400" spc="-196" strike="noStrike" u="none">
                <a:solidFill>
                  <a:srgbClr val="1f2022"/>
                </a:solidFill>
                <a:uFillTx/>
                <a:latin typeface="Microsoft Sans Serif"/>
              </a:rPr>
              <a:t>ain</a:t>
            </a:r>
            <a:r>
              <a:rPr b="0" lang="en-US" sz="4400" spc="1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366" strike="noStrike" u="none">
                <a:solidFill>
                  <a:srgbClr val="1f2022"/>
                </a:solidFill>
                <a:uFillTx/>
                <a:latin typeface="Microsoft Sans Serif"/>
              </a:rPr>
              <a:t>n</a:t>
            </a:r>
            <a:r>
              <a:rPr b="0" lang="en-US" sz="4400" spc="-201" strike="noStrike" u="none">
                <a:solidFill>
                  <a:srgbClr val="1f2022"/>
                </a:solidFill>
                <a:uFillTx/>
                <a:latin typeface="Microsoft Sans Serif"/>
              </a:rPr>
              <a:t>t</a:t>
            </a:r>
            <a:r>
              <a:rPr b="0" lang="en-US" sz="4400" spc="-734" strike="noStrike" u="none">
                <a:solidFill>
                  <a:srgbClr val="1f2022"/>
                </a:solidFill>
                <a:uFillTx/>
                <a:latin typeface="Microsoft Sans Serif"/>
              </a:rPr>
              <a:t>s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ftr" idx="24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9" name="object 3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39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456840" y="1621440"/>
            <a:ext cx="8229960" cy="29286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567000" indent="-320760">
              <a:lnSpc>
                <a:spcPct val="100000"/>
              </a:lnSpc>
              <a:spcBef>
                <a:spcPts val="99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567720"/>
                <a:tab algn="l" pos="568440"/>
                <a:tab algn="l" pos="1894680"/>
                <a:tab algn="l" pos="2378880"/>
                <a:tab algn="l" pos="2980800"/>
                <a:tab algn="l" pos="3527280"/>
                <a:tab algn="l" pos="3935880"/>
                <a:tab algn="l" pos="5087160"/>
                <a:tab algn="l" pos="5888520"/>
                <a:tab algn="l" pos="6373440"/>
                <a:tab algn="l" pos="7086600"/>
              </a:tabLst>
            </a:pPr>
            <a:r>
              <a:rPr b="0" lang="en-US" sz="1800" spc="-451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q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ui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remen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306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181" strike="noStrike" u="none">
                <a:solidFill>
                  <a:schemeClr val="dk1"/>
                </a:solidFill>
                <a:uFillTx/>
                <a:latin typeface="Microsoft Sans Serif"/>
              </a:rPr>
              <a:t>come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45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800" spc="-201" strike="noStrike" u="none">
                <a:solidFill>
                  <a:schemeClr val="dk1"/>
                </a:solidFill>
                <a:uFillTx/>
                <a:latin typeface="Microsoft Sans Serif"/>
              </a:rPr>
              <a:t>om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26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he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20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pli</a:t>
            </a:r>
            <a:r>
              <a:rPr b="0" lang="en-US" sz="1800" spc="-221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io</a:t>
            </a:r>
            <a:r>
              <a:rPr b="0" lang="en-US" sz="1800" spc="-139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domai</a:t>
            </a:r>
            <a:r>
              <a:rPr b="0" lang="en-US" sz="1800" spc="-215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re</a:t>
            </a:r>
            <a:r>
              <a:rPr b="0" lang="en-US" sz="1800" spc="-20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800" spc="-99" strike="noStrike" u="none">
                <a:solidFill>
                  <a:schemeClr val="dk1"/>
                </a:solidFill>
                <a:uFillTx/>
                <a:latin typeface="Microsoft Sans Serif"/>
              </a:rPr>
              <a:t>lec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fun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amen</a:t>
            </a:r>
            <a:r>
              <a:rPr b="0" lang="en-US" sz="1800" spc="-26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20" strike="noStrike" u="none">
                <a:solidFill>
                  <a:schemeClr val="dk1"/>
                </a:solidFill>
                <a:uFillTx/>
                <a:latin typeface="Microsoft Sans Serif"/>
              </a:rPr>
              <a:t>al  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characteristics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800" spc="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application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domain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endParaRPr b="0" lang="en-US" sz="2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67000" indent="-320760">
              <a:lnSpc>
                <a:spcPct val="100000"/>
              </a:lnSpc>
              <a:spcBef>
                <a:spcPts val="6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567720"/>
                <a:tab algn="l" pos="568440"/>
              </a:tabLst>
            </a:pPr>
            <a:r>
              <a:rPr b="0" lang="en-US" sz="1800" spc="-204" strike="noStrike" u="none">
                <a:solidFill>
                  <a:schemeClr val="dk1"/>
                </a:solidFill>
                <a:uFillTx/>
                <a:latin typeface="Microsoft Sans Serif"/>
              </a:rPr>
              <a:t>These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can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both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functional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18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non-functional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5"/>
              </a:spcBef>
              <a:buNone/>
              <a:tabLst>
                <a:tab algn="l" pos="0"/>
              </a:tabLst>
            </a:pPr>
            <a:endParaRPr b="0" lang="en-US" sz="2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67000" indent="-320760">
              <a:lnSpc>
                <a:spcPct val="100000"/>
              </a:lnSpc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567720"/>
                <a:tab algn="l" pos="568440"/>
              </a:tabLst>
            </a:pPr>
            <a:r>
              <a:rPr b="0" lang="en-US" sz="1800" spc="-204" strike="noStrike" u="none">
                <a:solidFill>
                  <a:schemeClr val="dk1"/>
                </a:solidFill>
                <a:uFillTx/>
                <a:latin typeface="Microsoft Sans Serif"/>
              </a:rPr>
              <a:t>These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requirements,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70" strike="noStrike" u="none">
                <a:solidFill>
                  <a:schemeClr val="dk1"/>
                </a:solidFill>
                <a:uFillTx/>
                <a:latin typeface="Microsoft Sans Serif"/>
              </a:rPr>
              <a:t>sometimes,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are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not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explicitly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mentioned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endParaRPr b="0" lang="en-US" sz="2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67000" indent="-320760">
              <a:lnSpc>
                <a:spcPct val="100000"/>
              </a:lnSpc>
              <a:spcBef>
                <a:spcPts val="6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567720"/>
                <a:tab algn="l" pos="568440"/>
              </a:tabLst>
            </a:pP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Their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absence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can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70" strike="noStrike" u="none">
                <a:solidFill>
                  <a:schemeClr val="dk1"/>
                </a:solidFill>
                <a:uFillTx/>
                <a:latin typeface="Microsoft Sans Serif"/>
              </a:rPr>
              <a:t>cause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significant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9" strike="noStrike" u="none">
                <a:solidFill>
                  <a:schemeClr val="dk1"/>
                </a:solidFill>
                <a:uFillTx/>
                <a:latin typeface="Microsoft Sans Serif"/>
              </a:rPr>
              <a:t>dissatisfaction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1"/>
              </a:spcBef>
              <a:buNone/>
              <a:tabLst>
                <a:tab algn="l" pos="0"/>
              </a:tabLst>
            </a:pPr>
            <a:endParaRPr b="0" lang="en-US" sz="2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67000" indent="-320760">
              <a:lnSpc>
                <a:spcPct val="100000"/>
              </a:lnSpc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567720"/>
                <a:tab algn="l" pos="568440"/>
              </a:tabLst>
            </a:pP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Domain</a:t>
            </a:r>
            <a:r>
              <a:rPr b="0" lang="en-US" sz="18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can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impose</a:t>
            </a:r>
            <a:r>
              <a:rPr b="0" lang="en-US" sz="18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strict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constraints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on</a:t>
            </a:r>
            <a:r>
              <a:rPr b="0" lang="en-US" sz="18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solutions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object 5"/>
          <p:cNvSpPr/>
          <p:nvPr/>
        </p:nvSpPr>
        <p:spPr>
          <a:xfrm>
            <a:off x="691560" y="4682160"/>
            <a:ext cx="706032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48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760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0" lang="en-US" sz="1800" spc="-164" strike="noStrike" u="none">
                <a:solidFill>
                  <a:schemeClr val="dk1"/>
                </a:solidFill>
                <a:uFillTx/>
                <a:latin typeface="Microsoft Sans Serif"/>
              </a:rPr>
              <a:t>Dom</a:t>
            </a:r>
            <a:r>
              <a:rPr b="0" lang="en-US" sz="1800" spc="-125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-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spec</a:t>
            </a:r>
            <a:r>
              <a:rPr b="0" lang="en-US" sz="1800" spc="-34" strike="noStrike" u="none">
                <a:solidFill>
                  <a:schemeClr val="dk1"/>
                </a:solidFill>
                <a:uFillTx/>
                <a:latin typeface="Microsoft Sans Serif"/>
              </a:rPr>
              <a:t>ifi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te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800" spc="-150" strike="noStrike" u="none">
                <a:solidFill>
                  <a:schemeClr val="dk1"/>
                </a:solidFill>
                <a:uFillTx/>
                <a:latin typeface="Microsoft Sans Serif"/>
              </a:rPr>
              <a:t>mino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can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also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ca</a:t>
            </a:r>
            <a:r>
              <a:rPr b="0" lang="en-US" sz="1800" spc="-204" strike="noStrike" u="none">
                <a:solidFill>
                  <a:schemeClr val="dk1"/>
                </a:solidFill>
                <a:uFillTx/>
                <a:latin typeface="Microsoft Sans Serif"/>
              </a:rPr>
              <a:t>use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76" strike="noStrike" u="none">
                <a:solidFill>
                  <a:schemeClr val="dk1"/>
                </a:solidFill>
                <a:uFillTx/>
                <a:latin typeface="Microsoft Sans Serif"/>
              </a:rPr>
              <a:t>con</a:t>
            </a:r>
            <a:r>
              <a:rPr b="0" lang="en-US" sz="1800" spc="-125" strike="noStrike" u="none">
                <a:solidFill>
                  <a:schemeClr val="dk1"/>
                </a:solidFill>
                <a:uFillTx/>
                <a:latin typeface="Microsoft Sans Serif"/>
              </a:rPr>
              <a:t>fus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927000" indent="-229320" defTabSz="914400">
              <a:lnSpc>
                <a:spcPct val="100000"/>
              </a:lnSpc>
              <a:spcBef>
                <a:spcPts val="519"/>
              </a:spcBef>
              <a:buClr>
                <a:srgbClr val="cc8e5f"/>
              </a:buClr>
              <a:buSzPct val="75000"/>
              <a:buFont typeface="Wingdings" charset="2"/>
              <a:buChar char=""/>
              <a:tabLst>
                <a:tab algn="l" pos="927720"/>
              </a:tabLst>
            </a:pP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Example: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073160" defTabSz="914400">
              <a:lnSpc>
                <a:spcPct val="100000"/>
              </a:lnSpc>
              <a:spcBef>
                <a:spcPts val="505"/>
              </a:spcBef>
              <a:tabLst>
                <a:tab algn="l" pos="927720"/>
              </a:tabLst>
            </a:pPr>
            <a:r>
              <a:rPr b="0" lang="en-US" sz="1400" spc="-125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400" spc="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400" spc="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13" strike="noStrike" u="none">
                <a:solidFill>
                  <a:schemeClr val="dk1"/>
                </a:solidFill>
                <a:uFillTx/>
                <a:latin typeface="Microsoft Sans Serif"/>
              </a:rPr>
              <a:t>commission-based</a:t>
            </a:r>
            <a:r>
              <a:rPr b="0" lang="en-US" sz="1400" spc="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13" strike="noStrike" u="none">
                <a:solidFill>
                  <a:schemeClr val="dk1"/>
                </a:solidFill>
                <a:uFillTx/>
                <a:latin typeface="Microsoft Sans Serif"/>
              </a:rPr>
              <a:t>sales</a:t>
            </a:r>
            <a:r>
              <a:rPr b="0" lang="en-US" sz="1400" spc="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45" strike="noStrike" u="none">
                <a:solidFill>
                  <a:schemeClr val="dk1"/>
                </a:solidFill>
                <a:uFillTx/>
                <a:latin typeface="Microsoft Sans Serif"/>
              </a:rPr>
              <a:t>businesses,</a:t>
            </a:r>
            <a:r>
              <a:rPr b="0" lang="en-US" sz="1400" spc="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1" strike="noStrike" u="none">
                <a:solidFill>
                  <a:schemeClr val="dk1"/>
                </a:solidFill>
                <a:uFillTx/>
                <a:latin typeface="Microsoft Sans Serif"/>
              </a:rPr>
              <a:t>there</a:t>
            </a:r>
            <a:r>
              <a:rPr b="0" lang="en-US" sz="1400" spc="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25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1400" spc="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25" strike="noStrike" u="none">
                <a:solidFill>
                  <a:schemeClr val="dk1"/>
                </a:solidFill>
                <a:uFillTx/>
                <a:latin typeface="Microsoft Sans Serif"/>
              </a:rPr>
              <a:t>no</a:t>
            </a:r>
            <a:r>
              <a:rPr b="0" lang="en-US" sz="1400" spc="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6" strike="noStrike" u="none">
                <a:solidFill>
                  <a:schemeClr val="dk1"/>
                </a:solidFill>
                <a:uFillTx/>
                <a:latin typeface="Microsoft Sans Serif"/>
              </a:rPr>
              <a:t>concept</a:t>
            </a:r>
            <a:r>
              <a:rPr b="0" lang="en-US" sz="1400" spc="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400" spc="1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5" strike="noStrike" u="none">
                <a:solidFill>
                  <a:schemeClr val="dk1"/>
                </a:solidFill>
                <a:uFillTx/>
                <a:latin typeface="Microsoft Sans Serif"/>
              </a:rPr>
              <a:t>negative</a:t>
            </a:r>
            <a:r>
              <a:rPr b="0" lang="en-US" sz="1400" spc="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39" strike="noStrike" u="none">
                <a:solidFill>
                  <a:schemeClr val="dk1"/>
                </a:solidFill>
                <a:uFillTx/>
                <a:latin typeface="Microsoft Sans Serif"/>
              </a:rPr>
              <a:t>commission.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object 6"/>
          <p:cNvSpPr/>
          <p:nvPr/>
        </p:nvSpPr>
        <p:spPr>
          <a:xfrm>
            <a:off x="7235280" y="5371560"/>
            <a:ext cx="83484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400" spc="-105" strike="noStrike" u="none">
                <a:solidFill>
                  <a:schemeClr val="dk1"/>
                </a:solidFill>
                <a:uFillTx/>
                <a:latin typeface="Microsoft Sans Serif"/>
              </a:rPr>
              <a:t>However,</a:t>
            </a:r>
            <a:r>
              <a:rPr b="0" lang="en-US" sz="14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31" strike="noStrike" u="none">
                <a:solidFill>
                  <a:schemeClr val="dk1"/>
                </a:solidFill>
                <a:uFillTx/>
                <a:latin typeface="Microsoft Sans Serif"/>
              </a:rPr>
              <a:t>if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object 7"/>
          <p:cNvSpPr/>
          <p:nvPr/>
        </p:nvSpPr>
        <p:spPr>
          <a:xfrm>
            <a:off x="1752480" y="5597280"/>
            <a:ext cx="693396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4040" indent="-1800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care</a:t>
            </a:r>
            <a:r>
              <a:rPr b="0" lang="en-US" sz="14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25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14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not</a:t>
            </a:r>
            <a:r>
              <a:rPr b="0" lang="en-US" sz="1400" spc="-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4" strike="noStrike" u="none">
                <a:solidFill>
                  <a:schemeClr val="dk1"/>
                </a:solidFill>
                <a:uFillTx/>
                <a:latin typeface="Microsoft Sans Serif"/>
              </a:rPr>
              <a:t>taken</a:t>
            </a:r>
            <a:r>
              <a:rPr b="0" lang="en-US" sz="1400" spc="-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9" strike="noStrike" u="none">
                <a:solidFill>
                  <a:schemeClr val="dk1"/>
                </a:solidFill>
                <a:uFillTx/>
                <a:latin typeface="Microsoft Sans Serif"/>
              </a:rPr>
              <a:t>novice</a:t>
            </a:r>
            <a:r>
              <a:rPr b="0" lang="en-US" sz="1400" spc="-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4" strike="noStrike" u="none">
                <a:solidFill>
                  <a:schemeClr val="dk1"/>
                </a:solidFill>
                <a:uFillTx/>
                <a:latin typeface="Microsoft Sans Serif"/>
              </a:rPr>
              <a:t>developers</a:t>
            </a:r>
            <a:r>
              <a:rPr b="0" lang="en-US" sz="1400" spc="-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11" strike="noStrike" u="none">
                <a:solidFill>
                  <a:schemeClr val="dk1"/>
                </a:solidFill>
                <a:uFillTx/>
                <a:latin typeface="Microsoft Sans Serif"/>
              </a:rPr>
              <a:t>can</a:t>
            </a:r>
            <a:r>
              <a:rPr b="0" lang="en-US" sz="14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40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1400" spc="-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5" strike="noStrike" u="none">
                <a:solidFill>
                  <a:schemeClr val="dk1"/>
                </a:solidFill>
                <a:uFillTx/>
                <a:latin typeface="Microsoft Sans Serif"/>
              </a:rPr>
              <a:t>tempted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1" strike="noStrike" u="none">
                <a:solidFill>
                  <a:schemeClr val="dk1"/>
                </a:solidFill>
                <a:uFillTx/>
                <a:latin typeface="Microsoft Sans Serif"/>
              </a:rPr>
              <a:t>into</a:t>
            </a:r>
            <a:r>
              <a:rPr b="0" lang="en-US" sz="14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developing</a:t>
            </a:r>
            <a:r>
              <a:rPr b="0" lang="en-US" sz="14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45" strike="noStrike" u="none">
                <a:solidFill>
                  <a:schemeClr val="dk1"/>
                </a:solidFill>
                <a:uFillTx/>
                <a:latin typeface="Microsoft Sans Serif"/>
              </a:rPr>
              <a:t>systems,</a:t>
            </a:r>
            <a:r>
              <a:rPr b="0" lang="en-US" sz="1400" spc="-1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11" strike="noStrike" u="none">
                <a:solidFill>
                  <a:schemeClr val="dk1"/>
                </a:solidFill>
                <a:uFillTx/>
                <a:latin typeface="Microsoft Sans Serif"/>
              </a:rPr>
              <a:t>which</a:t>
            </a:r>
            <a:r>
              <a:rPr b="0" lang="en-US" sz="14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1" strike="noStrike" u="none">
                <a:solidFill>
                  <a:schemeClr val="dk1"/>
                </a:solidFill>
                <a:uFillTx/>
                <a:latin typeface="Microsoft Sans Serif"/>
              </a:rPr>
              <a:t>calculate </a:t>
            </a:r>
            <a:r>
              <a:rPr b="0" lang="en-US" sz="1400" spc="-3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negative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45" strike="noStrike" u="none">
                <a:solidFill>
                  <a:schemeClr val="dk1"/>
                </a:solidFill>
                <a:uFillTx/>
                <a:latin typeface="Microsoft Sans Serif"/>
              </a:rPr>
              <a:t>commission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5389200" cy="8002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US" sz="4400" spc="-334" strike="noStrike" u="none">
                <a:solidFill>
                  <a:srgbClr val="1f2022"/>
                </a:solidFill>
                <a:uFillTx/>
                <a:latin typeface="Microsoft Sans Serif"/>
              </a:rPr>
              <a:t>In</a:t>
            </a:r>
            <a:r>
              <a:rPr b="0" lang="en-US" sz="4400" spc="-479" strike="noStrike" u="none">
                <a:solidFill>
                  <a:srgbClr val="1f2022"/>
                </a:solidFill>
                <a:uFillTx/>
                <a:latin typeface="Microsoft Sans Serif"/>
              </a:rPr>
              <a:t>v</a:t>
            </a:r>
            <a:r>
              <a:rPr b="0" lang="en-US" sz="4400" spc="-306" strike="noStrike" u="none">
                <a:solidFill>
                  <a:srgbClr val="1f2022"/>
                </a:solidFill>
                <a:uFillTx/>
                <a:latin typeface="Microsoft Sans Serif"/>
              </a:rPr>
              <a:t>erse</a:t>
            </a:r>
            <a:r>
              <a:rPr b="0" lang="en-US" sz="4400" spc="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366" strike="noStrike" u="none">
                <a:solidFill>
                  <a:srgbClr val="1f2022"/>
                </a:solidFill>
                <a:uFillTx/>
                <a:latin typeface="Microsoft Sans Serif"/>
              </a:rPr>
              <a:t>n</a:t>
            </a:r>
            <a:r>
              <a:rPr b="0" lang="en-US" sz="4400" spc="-201" strike="noStrike" u="none">
                <a:solidFill>
                  <a:srgbClr val="1f2022"/>
                </a:solidFill>
                <a:uFillTx/>
                <a:latin typeface="Microsoft Sans Serif"/>
              </a:rPr>
              <a:t>t</a:t>
            </a:r>
            <a:r>
              <a:rPr b="0" lang="en-US" sz="4400" spc="-734" strike="noStrike" u="none">
                <a:solidFill>
                  <a:srgbClr val="1f2022"/>
                </a:solidFill>
                <a:uFillTx/>
                <a:latin typeface="Microsoft Sans Serif"/>
              </a:rPr>
              <a:t>s</a:t>
            </a:r>
            <a:r>
              <a:rPr b="0" lang="en-US" sz="4400" spc="-1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45" name="object 3" descr=""/>
          <p:cNvPicPr/>
          <p:nvPr/>
        </p:nvPicPr>
        <p:blipFill>
          <a:blip r:embed="rId1"/>
          <a:stretch/>
        </p:blipFill>
        <p:spPr>
          <a:xfrm>
            <a:off x="6095880" y="228600"/>
            <a:ext cx="2995920" cy="990000"/>
          </a:xfrm>
          <a:prstGeom prst="rect">
            <a:avLst/>
          </a:prstGeom>
          <a:ln w="0">
            <a:noFill/>
          </a:ln>
        </p:spPr>
      </p:pic>
      <p:grpSp>
        <p:nvGrpSpPr>
          <p:cNvPr id="246" name="object 4"/>
          <p:cNvGrpSpPr/>
          <p:nvPr/>
        </p:nvGrpSpPr>
        <p:grpSpPr>
          <a:xfrm>
            <a:off x="758520" y="4121640"/>
            <a:ext cx="4428000" cy="1445040"/>
            <a:chOff x="758520" y="4121640"/>
            <a:chExt cx="4428000" cy="1445040"/>
          </a:xfrm>
        </p:grpSpPr>
        <p:sp>
          <p:nvSpPr>
            <p:cNvPr id="247" name="object 5"/>
            <p:cNvSpPr/>
            <p:nvPr/>
          </p:nvSpPr>
          <p:spPr>
            <a:xfrm>
              <a:off x="758520" y="4310640"/>
              <a:ext cx="4272120" cy="1256040"/>
            </a:xfrm>
            <a:custGeom>
              <a:avLst/>
              <a:gdLst>
                <a:gd name="textAreaLeft" fmla="*/ 0 w 4272120"/>
                <a:gd name="textAreaRight" fmla="*/ 4272840 w 4272120"/>
                <a:gd name="textAreaTop" fmla="*/ 0 h 1256040"/>
                <a:gd name="textAreaBottom" fmla="*/ 1256760 h 1256040"/>
              </a:gdLst>
              <a:ahLst/>
              <a:rect l="textAreaLeft" t="textAreaTop" r="textAreaRight" b="textAreaBottom"/>
              <a:pathLst>
                <a:path w="4272915" h="1256664">
                  <a:moveTo>
                    <a:pt x="3329542" y="44"/>
                  </a:moveTo>
                  <a:lnTo>
                    <a:pt x="3276942" y="627"/>
                  </a:lnTo>
                  <a:lnTo>
                    <a:pt x="3224814" y="3495"/>
                  </a:lnTo>
                  <a:lnTo>
                    <a:pt x="3173666" y="8633"/>
                  </a:lnTo>
                  <a:lnTo>
                    <a:pt x="3124005" y="16025"/>
                  </a:lnTo>
                  <a:lnTo>
                    <a:pt x="3076338" y="25655"/>
                  </a:lnTo>
                  <a:lnTo>
                    <a:pt x="3031173" y="37507"/>
                  </a:lnTo>
                  <a:lnTo>
                    <a:pt x="2989017" y="51563"/>
                  </a:lnTo>
                  <a:lnTo>
                    <a:pt x="2950377" y="67810"/>
                  </a:lnTo>
                  <a:lnTo>
                    <a:pt x="2918364" y="52778"/>
                  </a:lnTo>
                  <a:lnTo>
                    <a:pt x="2882385" y="39377"/>
                  </a:lnTo>
                  <a:lnTo>
                    <a:pt x="2842810" y="27715"/>
                  </a:lnTo>
                  <a:lnTo>
                    <a:pt x="2800009" y="17899"/>
                  </a:lnTo>
                  <a:lnTo>
                    <a:pt x="2745895" y="8829"/>
                  </a:lnTo>
                  <a:lnTo>
                    <a:pt x="2690564" y="2894"/>
                  </a:lnTo>
                  <a:lnTo>
                    <a:pt x="2634705" y="0"/>
                  </a:lnTo>
                  <a:lnTo>
                    <a:pt x="2579006" y="53"/>
                  </a:lnTo>
                  <a:lnTo>
                    <a:pt x="2524155" y="2960"/>
                  </a:lnTo>
                  <a:lnTo>
                    <a:pt x="2470841" y="8628"/>
                  </a:lnTo>
                  <a:lnTo>
                    <a:pt x="2419753" y="16962"/>
                  </a:lnTo>
                  <a:lnTo>
                    <a:pt x="2371577" y="27870"/>
                  </a:lnTo>
                  <a:lnTo>
                    <a:pt x="2327004" y="41259"/>
                  </a:lnTo>
                  <a:lnTo>
                    <a:pt x="2286721" y="57033"/>
                  </a:lnTo>
                  <a:lnTo>
                    <a:pt x="2251416" y="75101"/>
                  </a:lnTo>
                  <a:lnTo>
                    <a:pt x="2221778" y="95369"/>
                  </a:lnTo>
                  <a:lnTo>
                    <a:pt x="2193648" y="85091"/>
                  </a:lnTo>
                  <a:lnTo>
                    <a:pt x="2132339" y="67061"/>
                  </a:lnTo>
                  <a:lnTo>
                    <a:pt x="2047212" y="49723"/>
                  </a:lnTo>
                  <a:lnTo>
                    <a:pt x="1993856" y="42468"/>
                  </a:lnTo>
                  <a:lnTo>
                    <a:pt x="1939715" y="37609"/>
                  </a:lnTo>
                  <a:lnTo>
                    <a:pt x="1885226" y="35094"/>
                  </a:lnTo>
                  <a:lnTo>
                    <a:pt x="1830821" y="34870"/>
                  </a:lnTo>
                  <a:lnTo>
                    <a:pt x="1776935" y="36883"/>
                  </a:lnTo>
                  <a:lnTo>
                    <a:pt x="1724003" y="41080"/>
                  </a:lnTo>
                  <a:lnTo>
                    <a:pt x="1672459" y="47409"/>
                  </a:lnTo>
                  <a:lnTo>
                    <a:pt x="1622738" y="55816"/>
                  </a:lnTo>
                  <a:lnTo>
                    <a:pt x="1575273" y="66248"/>
                  </a:lnTo>
                  <a:lnTo>
                    <a:pt x="1530500" y="78652"/>
                  </a:lnTo>
                  <a:lnTo>
                    <a:pt x="1488852" y="92976"/>
                  </a:lnTo>
                  <a:lnTo>
                    <a:pt x="1450765" y="109165"/>
                  </a:lnTo>
                  <a:lnTo>
                    <a:pt x="1416672" y="127168"/>
                  </a:lnTo>
                  <a:lnTo>
                    <a:pt x="1387007" y="146931"/>
                  </a:lnTo>
                  <a:lnTo>
                    <a:pt x="1337751" y="136451"/>
                  </a:lnTo>
                  <a:lnTo>
                    <a:pt x="1286751" y="127696"/>
                  </a:lnTo>
                  <a:lnTo>
                    <a:pt x="1234290" y="120688"/>
                  </a:lnTo>
                  <a:lnTo>
                    <a:pt x="1180648" y="115450"/>
                  </a:lnTo>
                  <a:lnTo>
                    <a:pt x="1126108" y="112004"/>
                  </a:lnTo>
                  <a:lnTo>
                    <a:pt x="1070950" y="110372"/>
                  </a:lnTo>
                  <a:lnTo>
                    <a:pt x="1015456" y="110577"/>
                  </a:lnTo>
                  <a:lnTo>
                    <a:pt x="959906" y="112641"/>
                  </a:lnTo>
                  <a:lnTo>
                    <a:pt x="892777" y="117698"/>
                  </a:lnTo>
                  <a:lnTo>
                    <a:pt x="828501" y="125292"/>
                  </a:lnTo>
                  <a:lnTo>
                    <a:pt x="767365" y="135273"/>
                  </a:lnTo>
                  <a:lnTo>
                    <a:pt x="709657" y="147488"/>
                  </a:lnTo>
                  <a:lnTo>
                    <a:pt x="655662" y="161788"/>
                  </a:lnTo>
                  <a:lnTo>
                    <a:pt x="605668" y="178022"/>
                  </a:lnTo>
                  <a:lnTo>
                    <a:pt x="559961" y="196037"/>
                  </a:lnTo>
                  <a:lnTo>
                    <a:pt x="518827" y="215685"/>
                  </a:lnTo>
                  <a:lnTo>
                    <a:pt x="482555" y="236814"/>
                  </a:lnTo>
                  <a:lnTo>
                    <a:pt x="451430" y="259272"/>
                  </a:lnTo>
                  <a:lnTo>
                    <a:pt x="405768" y="307576"/>
                  </a:lnTo>
                  <a:lnTo>
                    <a:pt x="384135" y="359388"/>
                  </a:lnTo>
                  <a:lnTo>
                    <a:pt x="383047" y="386234"/>
                  </a:lnTo>
                  <a:lnTo>
                    <a:pt x="388826" y="413504"/>
                  </a:lnTo>
                  <a:lnTo>
                    <a:pt x="385231" y="417441"/>
                  </a:lnTo>
                  <a:lnTo>
                    <a:pt x="327950" y="421393"/>
                  </a:lnTo>
                  <a:lnTo>
                    <a:pt x="273136" y="428344"/>
                  </a:lnTo>
                  <a:lnTo>
                    <a:pt x="221443" y="438121"/>
                  </a:lnTo>
                  <a:lnTo>
                    <a:pt x="173521" y="450551"/>
                  </a:lnTo>
                  <a:lnTo>
                    <a:pt x="130023" y="465460"/>
                  </a:lnTo>
                  <a:lnTo>
                    <a:pt x="91600" y="482675"/>
                  </a:lnTo>
                  <a:lnTo>
                    <a:pt x="25885" y="530256"/>
                  </a:lnTo>
                  <a:lnTo>
                    <a:pt x="0" y="589272"/>
                  </a:lnTo>
                  <a:lnTo>
                    <a:pt x="6267" y="618718"/>
                  </a:lnTo>
                  <a:lnTo>
                    <a:pt x="55055" y="674150"/>
                  </a:lnTo>
                  <a:lnTo>
                    <a:pt x="96710" y="698799"/>
                  </a:lnTo>
                  <a:lnTo>
                    <a:pt x="149293" y="720513"/>
                  </a:lnTo>
                  <a:lnTo>
                    <a:pt x="212372" y="738624"/>
                  </a:lnTo>
                  <a:lnTo>
                    <a:pt x="156037" y="768653"/>
                  </a:lnTo>
                  <a:lnTo>
                    <a:pt x="117684" y="802457"/>
                  </a:lnTo>
                  <a:lnTo>
                    <a:pt x="98347" y="838761"/>
                  </a:lnTo>
                  <a:lnTo>
                    <a:pt x="99062" y="876292"/>
                  </a:lnTo>
                  <a:lnTo>
                    <a:pt x="131671" y="924792"/>
                  </a:lnTo>
                  <a:lnTo>
                    <a:pt x="195308" y="966109"/>
                  </a:lnTo>
                  <a:lnTo>
                    <a:pt x="236915" y="983490"/>
                  </a:lnTo>
                  <a:lnTo>
                    <a:pt x="284060" y="998374"/>
                  </a:lnTo>
                  <a:lnTo>
                    <a:pt x="336006" y="1010527"/>
                  </a:lnTo>
                  <a:lnTo>
                    <a:pt x="392012" y="1019717"/>
                  </a:lnTo>
                  <a:lnTo>
                    <a:pt x="451340" y="1025709"/>
                  </a:lnTo>
                  <a:lnTo>
                    <a:pt x="513249" y="1028271"/>
                  </a:lnTo>
                  <a:lnTo>
                    <a:pt x="577001" y="1027168"/>
                  </a:lnTo>
                  <a:lnTo>
                    <a:pt x="582335" y="1030851"/>
                  </a:lnTo>
                  <a:lnTo>
                    <a:pt x="616124" y="1051811"/>
                  </a:lnTo>
                  <a:lnTo>
                    <a:pt x="650161" y="1069757"/>
                  </a:lnTo>
                  <a:lnTo>
                    <a:pt x="686910" y="1086445"/>
                  </a:lnTo>
                  <a:lnTo>
                    <a:pt x="726170" y="1101855"/>
                  </a:lnTo>
                  <a:lnTo>
                    <a:pt x="767737" y="1115966"/>
                  </a:lnTo>
                  <a:lnTo>
                    <a:pt x="811411" y="1128759"/>
                  </a:lnTo>
                  <a:lnTo>
                    <a:pt x="856988" y="1140213"/>
                  </a:lnTo>
                  <a:lnTo>
                    <a:pt x="904266" y="1150308"/>
                  </a:lnTo>
                  <a:lnTo>
                    <a:pt x="953043" y="1159023"/>
                  </a:lnTo>
                  <a:lnTo>
                    <a:pt x="1003116" y="1166338"/>
                  </a:lnTo>
                  <a:lnTo>
                    <a:pt x="1054283" y="1172233"/>
                  </a:lnTo>
                  <a:lnTo>
                    <a:pt x="1106343" y="1176688"/>
                  </a:lnTo>
                  <a:lnTo>
                    <a:pt x="1159092" y="1179681"/>
                  </a:lnTo>
                  <a:lnTo>
                    <a:pt x="1212328" y="1181194"/>
                  </a:lnTo>
                  <a:lnTo>
                    <a:pt x="1265849" y="1181205"/>
                  </a:lnTo>
                  <a:lnTo>
                    <a:pt x="1319453" y="1179694"/>
                  </a:lnTo>
                  <a:lnTo>
                    <a:pt x="1372937" y="1176640"/>
                  </a:lnTo>
                  <a:lnTo>
                    <a:pt x="1426099" y="1172025"/>
                  </a:lnTo>
                  <a:lnTo>
                    <a:pt x="1478737" y="1165826"/>
                  </a:lnTo>
                  <a:lnTo>
                    <a:pt x="1530649" y="1158025"/>
                  </a:lnTo>
                  <a:lnTo>
                    <a:pt x="1581631" y="1148599"/>
                  </a:lnTo>
                  <a:lnTo>
                    <a:pt x="1631482" y="1137531"/>
                  </a:lnTo>
                  <a:lnTo>
                    <a:pt x="1665593" y="1156217"/>
                  </a:lnTo>
                  <a:lnTo>
                    <a:pt x="1703366" y="1173555"/>
                  </a:lnTo>
                  <a:lnTo>
                    <a:pt x="1744548" y="1189470"/>
                  </a:lnTo>
                  <a:lnTo>
                    <a:pt x="1788883" y="1203888"/>
                  </a:lnTo>
                  <a:lnTo>
                    <a:pt x="1836117" y="1216734"/>
                  </a:lnTo>
                  <a:lnTo>
                    <a:pt x="1885996" y="1227935"/>
                  </a:lnTo>
                  <a:lnTo>
                    <a:pt x="1938266" y="1237415"/>
                  </a:lnTo>
                  <a:lnTo>
                    <a:pt x="1992670" y="1245100"/>
                  </a:lnTo>
                  <a:lnTo>
                    <a:pt x="2051564" y="1251112"/>
                  </a:lnTo>
                  <a:lnTo>
                    <a:pt x="2110530" y="1254911"/>
                  </a:lnTo>
                  <a:lnTo>
                    <a:pt x="2169276" y="1256561"/>
                  </a:lnTo>
                  <a:lnTo>
                    <a:pt x="2227507" y="1256124"/>
                  </a:lnTo>
                  <a:lnTo>
                    <a:pt x="2284931" y="1253663"/>
                  </a:lnTo>
                  <a:lnTo>
                    <a:pt x="2341252" y="1249242"/>
                  </a:lnTo>
                  <a:lnTo>
                    <a:pt x="2396179" y="1242922"/>
                  </a:lnTo>
                  <a:lnTo>
                    <a:pt x="2449416" y="1234768"/>
                  </a:lnTo>
                  <a:lnTo>
                    <a:pt x="2500670" y="1224841"/>
                  </a:lnTo>
                  <a:lnTo>
                    <a:pt x="2549648" y="1213206"/>
                  </a:lnTo>
                  <a:lnTo>
                    <a:pt x="2596056" y="1199925"/>
                  </a:lnTo>
                  <a:lnTo>
                    <a:pt x="2639599" y="1185061"/>
                  </a:lnTo>
                  <a:lnTo>
                    <a:pt x="2679985" y="1168676"/>
                  </a:lnTo>
                  <a:lnTo>
                    <a:pt x="2716919" y="1150835"/>
                  </a:lnTo>
                  <a:lnTo>
                    <a:pt x="2750108" y="1131599"/>
                  </a:lnTo>
                  <a:lnTo>
                    <a:pt x="2804075" y="1089197"/>
                  </a:lnTo>
                  <a:lnTo>
                    <a:pt x="2824266" y="1066157"/>
                  </a:lnTo>
                  <a:lnTo>
                    <a:pt x="2870070" y="1076513"/>
                  </a:lnTo>
                  <a:lnTo>
                    <a:pt x="2917856" y="1085084"/>
                  </a:lnTo>
                  <a:lnTo>
                    <a:pt x="2967300" y="1091842"/>
                  </a:lnTo>
                  <a:lnTo>
                    <a:pt x="3018078" y="1096759"/>
                  </a:lnTo>
                  <a:lnTo>
                    <a:pt x="3069864" y="1099806"/>
                  </a:lnTo>
                  <a:lnTo>
                    <a:pt x="3122335" y="1100955"/>
                  </a:lnTo>
                  <a:lnTo>
                    <a:pt x="3189006" y="1099630"/>
                  </a:lnTo>
                  <a:lnTo>
                    <a:pt x="3253477" y="1095334"/>
                  </a:lnTo>
                  <a:lnTo>
                    <a:pt x="3315315" y="1088238"/>
                  </a:lnTo>
                  <a:lnTo>
                    <a:pt x="3374088" y="1078511"/>
                  </a:lnTo>
                  <a:lnTo>
                    <a:pt x="3429365" y="1066323"/>
                  </a:lnTo>
                  <a:lnTo>
                    <a:pt x="3480714" y="1051846"/>
                  </a:lnTo>
                  <a:lnTo>
                    <a:pt x="3527704" y="1035248"/>
                  </a:lnTo>
                  <a:lnTo>
                    <a:pt x="3569901" y="1016701"/>
                  </a:lnTo>
                  <a:lnTo>
                    <a:pt x="3606875" y="996374"/>
                  </a:lnTo>
                  <a:lnTo>
                    <a:pt x="3638194" y="974438"/>
                  </a:lnTo>
                  <a:lnTo>
                    <a:pt x="3682139" y="926419"/>
                  </a:lnTo>
                  <a:lnTo>
                    <a:pt x="3698280" y="874006"/>
                  </a:lnTo>
                  <a:lnTo>
                    <a:pt x="3754683" y="869748"/>
                  </a:lnTo>
                  <a:lnTo>
                    <a:pt x="3809777" y="863610"/>
                  </a:lnTo>
                  <a:lnTo>
                    <a:pt x="3863269" y="855638"/>
                  </a:lnTo>
                  <a:lnTo>
                    <a:pt x="3914867" y="845877"/>
                  </a:lnTo>
                  <a:lnTo>
                    <a:pt x="3964278" y="834374"/>
                  </a:lnTo>
                  <a:lnTo>
                    <a:pt x="4011208" y="821174"/>
                  </a:lnTo>
                  <a:lnTo>
                    <a:pt x="4066646" y="802135"/>
                  </a:lnTo>
                  <a:lnTo>
                    <a:pt x="4115661" y="781240"/>
                  </a:lnTo>
                  <a:lnTo>
                    <a:pt x="4158180" y="758718"/>
                  </a:lnTo>
                  <a:lnTo>
                    <a:pt x="4194126" y="734800"/>
                  </a:lnTo>
                  <a:lnTo>
                    <a:pt x="4223425" y="709715"/>
                  </a:lnTo>
                  <a:lnTo>
                    <a:pt x="4261781" y="656963"/>
                  </a:lnTo>
                  <a:lnTo>
                    <a:pt x="4272645" y="602303"/>
                  </a:lnTo>
                  <a:lnTo>
                    <a:pt x="4267579" y="574831"/>
                  </a:lnTo>
                  <a:lnTo>
                    <a:pt x="4236078" y="520755"/>
                  </a:lnTo>
                  <a:lnTo>
                    <a:pt x="4175581" y="469366"/>
                  </a:lnTo>
                  <a:lnTo>
                    <a:pt x="4134271" y="445254"/>
                  </a:lnTo>
                  <a:lnTo>
                    <a:pt x="4141221" y="438443"/>
                  </a:lnTo>
                  <a:lnTo>
                    <a:pt x="4172545" y="389227"/>
                  </a:lnTo>
                  <a:lnTo>
                    <a:pt x="4177045" y="361178"/>
                  </a:lnTo>
                  <a:lnTo>
                    <a:pt x="4172340" y="333605"/>
                  </a:lnTo>
                  <a:lnTo>
                    <a:pt x="4137082" y="281115"/>
                  </a:lnTo>
                  <a:lnTo>
                    <a:pt x="4107411" y="256817"/>
                  </a:lnTo>
                  <a:lnTo>
                    <a:pt x="4070300" y="234228"/>
                  </a:lnTo>
                  <a:lnTo>
                    <a:pt x="4026190" y="213657"/>
                  </a:lnTo>
                  <a:lnTo>
                    <a:pt x="3975521" y="195413"/>
                  </a:lnTo>
                  <a:lnTo>
                    <a:pt x="3918736" y="179804"/>
                  </a:lnTo>
                  <a:lnTo>
                    <a:pt x="3856274" y="167138"/>
                  </a:lnTo>
                  <a:lnTo>
                    <a:pt x="3788577" y="157726"/>
                  </a:lnTo>
                  <a:lnTo>
                    <a:pt x="3766866" y="125753"/>
                  </a:lnTo>
                  <a:lnTo>
                    <a:pt x="3732047" y="95972"/>
                  </a:lnTo>
                  <a:lnTo>
                    <a:pt x="3685011" y="69000"/>
                  </a:lnTo>
                  <a:lnTo>
                    <a:pt x="3626652" y="45458"/>
                  </a:lnTo>
                  <a:lnTo>
                    <a:pt x="3581872" y="31986"/>
                  </a:lnTo>
                  <a:lnTo>
                    <a:pt x="3534520" y="20897"/>
                  </a:lnTo>
                  <a:lnTo>
                    <a:pt x="3485104" y="12174"/>
                  </a:lnTo>
                  <a:lnTo>
                    <a:pt x="3434131" y="5802"/>
                  </a:lnTo>
                  <a:lnTo>
                    <a:pt x="3382108" y="1764"/>
                  </a:lnTo>
                  <a:lnTo>
                    <a:pt x="3329542" y="44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248" name="object 6" descr=""/>
            <p:cNvPicPr/>
            <p:nvPr/>
          </p:nvPicPr>
          <p:blipFill>
            <a:blip r:embed="rId2"/>
            <a:stretch/>
          </p:blipFill>
          <p:spPr>
            <a:xfrm>
              <a:off x="4968000" y="4131360"/>
              <a:ext cx="208800" cy="208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49" name="object 7"/>
            <p:cNvSpPr/>
            <p:nvPr/>
          </p:nvSpPr>
          <p:spPr>
            <a:xfrm>
              <a:off x="758520" y="4310640"/>
              <a:ext cx="4272120" cy="1256040"/>
            </a:xfrm>
            <a:custGeom>
              <a:avLst/>
              <a:gdLst>
                <a:gd name="textAreaLeft" fmla="*/ 0 w 4272120"/>
                <a:gd name="textAreaRight" fmla="*/ 4272840 w 4272120"/>
                <a:gd name="textAreaTop" fmla="*/ 0 h 1256040"/>
                <a:gd name="textAreaBottom" fmla="*/ 1256760 h 1256040"/>
              </a:gdLst>
              <a:ahLst/>
              <a:rect l="textAreaLeft" t="textAreaTop" r="textAreaRight" b="textAreaBottom"/>
              <a:pathLst>
                <a:path w="4272915" h="1256664">
                  <a:moveTo>
                    <a:pt x="388826" y="413504"/>
                  </a:moveTo>
                  <a:lnTo>
                    <a:pt x="383047" y="386234"/>
                  </a:lnTo>
                  <a:lnTo>
                    <a:pt x="384135" y="359388"/>
                  </a:lnTo>
                  <a:lnTo>
                    <a:pt x="391804" y="333119"/>
                  </a:lnTo>
                  <a:lnTo>
                    <a:pt x="425738" y="282910"/>
                  </a:lnTo>
                  <a:lnTo>
                    <a:pt x="482555" y="236814"/>
                  </a:lnTo>
                  <a:lnTo>
                    <a:pt x="518827" y="215685"/>
                  </a:lnTo>
                  <a:lnTo>
                    <a:pt x="559961" y="196037"/>
                  </a:lnTo>
                  <a:lnTo>
                    <a:pt x="605668" y="178022"/>
                  </a:lnTo>
                  <a:lnTo>
                    <a:pt x="655662" y="161788"/>
                  </a:lnTo>
                  <a:lnTo>
                    <a:pt x="709657" y="147488"/>
                  </a:lnTo>
                  <a:lnTo>
                    <a:pt x="767365" y="135273"/>
                  </a:lnTo>
                  <a:lnTo>
                    <a:pt x="828501" y="125292"/>
                  </a:lnTo>
                  <a:lnTo>
                    <a:pt x="892777" y="117698"/>
                  </a:lnTo>
                  <a:lnTo>
                    <a:pt x="959906" y="112641"/>
                  </a:lnTo>
                  <a:lnTo>
                    <a:pt x="1015456" y="110577"/>
                  </a:lnTo>
                  <a:lnTo>
                    <a:pt x="1070950" y="110372"/>
                  </a:lnTo>
                  <a:lnTo>
                    <a:pt x="1126108" y="112004"/>
                  </a:lnTo>
                  <a:lnTo>
                    <a:pt x="1180648" y="115450"/>
                  </a:lnTo>
                  <a:lnTo>
                    <a:pt x="1234290" y="120688"/>
                  </a:lnTo>
                  <a:lnTo>
                    <a:pt x="1286751" y="127696"/>
                  </a:lnTo>
                  <a:lnTo>
                    <a:pt x="1337751" y="136451"/>
                  </a:lnTo>
                  <a:lnTo>
                    <a:pt x="1387007" y="146931"/>
                  </a:lnTo>
                  <a:lnTo>
                    <a:pt x="1416672" y="127168"/>
                  </a:lnTo>
                  <a:lnTo>
                    <a:pt x="1450765" y="109165"/>
                  </a:lnTo>
                  <a:lnTo>
                    <a:pt x="1488852" y="92976"/>
                  </a:lnTo>
                  <a:lnTo>
                    <a:pt x="1530500" y="78652"/>
                  </a:lnTo>
                  <a:lnTo>
                    <a:pt x="1575273" y="66248"/>
                  </a:lnTo>
                  <a:lnTo>
                    <a:pt x="1622738" y="55816"/>
                  </a:lnTo>
                  <a:lnTo>
                    <a:pt x="1672459" y="47409"/>
                  </a:lnTo>
                  <a:lnTo>
                    <a:pt x="1724003" y="41080"/>
                  </a:lnTo>
                  <a:lnTo>
                    <a:pt x="1776935" y="36883"/>
                  </a:lnTo>
                  <a:lnTo>
                    <a:pt x="1830821" y="34870"/>
                  </a:lnTo>
                  <a:lnTo>
                    <a:pt x="1885226" y="35094"/>
                  </a:lnTo>
                  <a:lnTo>
                    <a:pt x="1939715" y="37609"/>
                  </a:lnTo>
                  <a:lnTo>
                    <a:pt x="1993856" y="42468"/>
                  </a:lnTo>
                  <a:lnTo>
                    <a:pt x="2047212" y="49723"/>
                  </a:lnTo>
                  <a:lnTo>
                    <a:pt x="2099350" y="59428"/>
                  </a:lnTo>
                  <a:lnTo>
                    <a:pt x="2163803" y="75636"/>
                  </a:lnTo>
                  <a:lnTo>
                    <a:pt x="2221778" y="95369"/>
                  </a:lnTo>
                  <a:lnTo>
                    <a:pt x="2251416" y="75101"/>
                  </a:lnTo>
                  <a:lnTo>
                    <a:pt x="2286721" y="57033"/>
                  </a:lnTo>
                  <a:lnTo>
                    <a:pt x="2327004" y="41259"/>
                  </a:lnTo>
                  <a:lnTo>
                    <a:pt x="2371577" y="27870"/>
                  </a:lnTo>
                  <a:lnTo>
                    <a:pt x="2419753" y="16962"/>
                  </a:lnTo>
                  <a:lnTo>
                    <a:pt x="2470841" y="8628"/>
                  </a:lnTo>
                  <a:lnTo>
                    <a:pt x="2524155" y="2960"/>
                  </a:lnTo>
                  <a:lnTo>
                    <a:pt x="2579006" y="53"/>
                  </a:lnTo>
                  <a:lnTo>
                    <a:pt x="2634705" y="0"/>
                  </a:lnTo>
                  <a:lnTo>
                    <a:pt x="2690564" y="2894"/>
                  </a:lnTo>
                  <a:lnTo>
                    <a:pt x="2745895" y="8829"/>
                  </a:lnTo>
                  <a:lnTo>
                    <a:pt x="2800009" y="17899"/>
                  </a:lnTo>
                  <a:lnTo>
                    <a:pt x="2842810" y="27715"/>
                  </a:lnTo>
                  <a:lnTo>
                    <a:pt x="2882385" y="39377"/>
                  </a:lnTo>
                  <a:lnTo>
                    <a:pt x="2918364" y="52778"/>
                  </a:lnTo>
                  <a:lnTo>
                    <a:pt x="2950377" y="67810"/>
                  </a:lnTo>
                  <a:lnTo>
                    <a:pt x="2989017" y="51563"/>
                  </a:lnTo>
                  <a:lnTo>
                    <a:pt x="3031173" y="37507"/>
                  </a:lnTo>
                  <a:lnTo>
                    <a:pt x="3076338" y="25655"/>
                  </a:lnTo>
                  <a:lnTo>
                    <a:pt x="3124005" y="16025"/>
                  </a:lnTo>
                  <a:lnTo>
                    <a:pt x="3173666" y="8633"/>
                  </a:lnTo>
                  <a:lnTo>
                    <a:pt x="3224814" y="3495"/>
                  </a:lnTo>
                  <a:lnTo>
                    <a:pt x="3276942" y="627"/>
                  </a:lnTo>
                  <a:lnTo>
                    <a:pt x="3329542" y="44"/>
                  </a:lnTo>
                  <a:lnTo>
                    <a:pt x="3382108" y="1764"/>
                  </a:lnTo>
                  <a:lnTo>
                    <a:pt x="3434131" y="5802"/>
                  </a:lnTo>
                  <a:lnTo>
                    <a:pt x="3485104" y="12174"/>
                  </a:lnTo>
                  <a:lnTo>
                    <a:pt x="3534520" y="20897"/>
                  </a:lnTo>
                  <a:lnTo>
                    <a:pt x="3581872" y="31986"/>
                  </a:lnTo>
                  <a:lnTo>
                    <a:pt x="3626652" y="45458"/>
                  </a:lnTo>
                  <a:lnTo>
                    <a:pt x="3685011" y="69000"/>
                  </a:lnTo>
                  <a:lnTo>
                    <a:pt x="3732047" y="95972"/>
                  </a:lnTo>
                  <a:lnTo>
                    <a:pt x="3766866" y="125753"/>
                  </a:lnTo>
                  <a:lnTo>
                    <a:pt x="3788577" y="157726"/>
                  </a:lnTo>
                  <a:lnTo>
                    <a:pt x="3856274" y="167138"/>
                  </a:lnTo>
                  <a:lnTo>
                    <a:pt x="3918736" y="179804"/>
                  </a:lnTo>
                  <a:lnTo>
                    <a:pt x="3975521" y="195413"/>
                  </a:lnTo>
                  <a:lnTo>
                    <a:pt x="4026190" y="213657"/>
                  </a:lnTo>
                  <a:lnTo>
                    <a:pt x="4070300" y="234228"/>
                  </a:lnTo>
                  <a:lnTo>
                    <a:pt x="4107411" y="256817"/>
                  </a:lnTo>
                  <a:lnTo>
                    <a:pt x="4137082" y="281115"/>
                  </a:lnTo>
                  <a:lnTo>
                    <a:pt x="4172340" y="333605"/>
                  </a:lnTo>
                  <a:lnTo>
                    <a:pt x="4177045" y="361178"/>
                  </a:lnTo>
                  <a:lnTo>
                    <a:pt x="4172545" y="389227"/>
                  </a:lnTo>
                  <a:lnTo>
                    <a:pt x="4153310" y="424537"/>
                  </a:lnTo>
                  <a:lnTo>
                    <a:pt x="4134271" y="445254"/>
                  </a:lnTo>
                  <a:lnTo>
                    <a:pt x="4175581" y="469366"/>
                  </a:lnTo>
                  <a:lnTo>
                    <a:pt x="4209491" y="494609"/>
                  </a:lnTo>
                  <a:lnTo>
                    <a:pt x="4255415" y="547572"/>
                  </a:lnTo>
                  <a:lnTo>
                    <a:pt x="4272645" y="602303"/>
                  </a:lnTo>
                  <a:lnTo>
                    <a:pt x="4270687" y="629757"/>
                  </a:lnTo>
                  <a:lnTo>
                    <a:pt x="4246002" y="683693"/>
                  </a:lnTo>
                  <a:lnTo>
                    <a:pt x="4194126" y="734800"/>
                  </a:lnTo>
                  <a:lnTo>
                    <a:pt x="4158180" y="758718"/>
                  </a:lnTo>
                  <a:lnTo>
                    <a:pt x="4115661" y="781240"/>
                  </a:lnTo>
                  <a:lnTo>
                    <a:pt x="4066646" y="802135"/>
                  </a:lnTo>
                  <a:lnTo>
                    <a:pt x="4011208" y="821174"/>
                  </a:lnTo>
                  <a:lnTo>
                    <a:pt x="3964278" y="834374"/>
                  </a:lnTo>
                  <a:lnTo>
                    <a:pt x="3914867" y="845877"/>
                  </a:lnTo>
                  <a:lnTo>
                    <a:pt x="3863269" y="855638"/>
                  </a:lnTo>
                  <a:lnTo>
                    <a:pt x="3809777" y="863610"/>
                  </a:lnTo>
                  <a:lnTo>
                    <a:pt x="3754683" y="869748"/>
                  </a:lnTo>
                  <a:lnTo>
                    <a:pt x="3698280" y="874006"/>
                  </a:lnTo>
                  <a:lnTo>
                    <a:pt x="3693901" y="900676"/>
                  </a:lnTo>
                  <a:lnTo>
                    <a:pt x="3663426" y="951063"/>
                  </a:lnTo>
                  <a:lnTo>
                    <a:pt x="3606875" y="996374"/>
                  </a:lnTo>
                  <a:lnTo>
                    <a:pt x="3569901" y="1016701"/>
                  </a:lnTo>
                  <a:lnTo>
                    <a:pt x="3527704" y="1035248"/>
                  </a:lnTo>
                  <a:lnTo>
                    <a:pt x="3480714" y="1051846"/>
                  </a:lnTo>
                  <a:lnTo>
                    <a:pt x="3429365" y="1066323"/>
                  </a:lnTo>
                  <a:lnTo>
                    <a:pt x="3374088" y="1078511"/>
                  </a:lnTo>
                  <a:lnTo>
                    <a:pt x="3315315" y="1088238"/>
                  </a:lnTo>
                  <a:lnTo>
                    <a:pt x="3253477" y="1095334"/>
                  </a:lnTo>
                  <a:lnTo>
                    <a:pt x="3189006" y="1099630"/>
                  </a:lnTo>
                  <a:lnTo>
                    <a:pt x="3122335" y="1100955"/>
                  </a:lnTo>
                  <a:lnTo>
                    <a:pt x="3069864" y="1099806"/>
                  </a:lnTo>
                  <a:lnTo>
                    <a:pt x="3018078" y="1096759"/>
                  </a:lnTo>
                  <a:lnTo>
                    <a:pt x="2967300" y="1091842"/>
                  </a:lnTo>
                  <a:lnTo>
                    <a:pt x="2917856" y="1085084"/>
                  </a:lnTo>
                  <a:lnTo>
                    <a:pt x="2870070" y="1076513"/>
                  </a:lnTo>
                  <a:lnTo>
                    <a:pt x="2824266" y="1066157"/>
                  </a:lnTo>
                  <a:lnTo>
                    <a:pt x="2804075" y="1089197"/>
                  </a:lnTo>
                  <a:lnTo>
                    <a:pt x="2750108" y="1131599"/>
                  </a:lnTo>
                  <a:lnTo>
                    <a:pt x="2716919" y="1150835"/>
                  </a:lnTo>
                  <a:lnTo>
                    <a:pt x="2679985" y="1168676"/>
                  </a:lnTo>
                  <a:lnTo>
                    <a:pt x="2639599" y="1185061"/>
                  </a:lnTo>
                  <a:lnTo>
                    <a:pt x="2596056" y="1199925"/>
                  </a:lnTo>
                  <a:lnTo>
                    <a:pt x="2549648" y="1213206"/>
                  </a:lnTo>
                  <a:lnTo>
                    <a:pt x="2500670" y="1224841"/>
                  </a:lnTo>
                  <a:lnTo>
                    <a:pt x="2449416" y="1234768"/>
                  </a:lnTo>
                  <a:lnTo>
                    <a:pt x="2396179" y="1242922"/>
                  </a:lnTo>
                  <a:lnTo>
                    <a:pt x="2341252" y="1249242"/>
                  </a:lnTo>
                  <a:lnTo>
                    <a:pt x="2284931" y="1253663"/>
                  </a:lnTo>
                  <a:lnTo>
                    <a:pt x="2227507" y="1256124"/>
                  </a:lnTo>
                  <a:lnTo>
                    <a:pt x="2169276" y="1256561"/>
                  </a:lnTo>
                  <a:lnTo>
                    <a:pt x="2110530" y="1254911"/>
                  </a:lnTo>
                  <a:lnTo>
                    <a:pt x="2051564" y="1251112"/>
                  </a:lnTo>
                  <a:lnTo>
                    <a:pt x="1992670" y="1245100"/>
                  </a:lnTo>
                  <a:lnTo>
                    <a:pt x="1938266" y="1237415"/>
                  </a:lnTo>
                  <a:lnTo>
                    <a:pt x="1885996" y="1227935"/>
                  </a:lnTo>
                  <a:lnTo>
                    <a:pt x="1836117" y="1216734"/>
                  </a:lnTo>
                  <a:lnTo>
                    <a:pt x="1788883" y="1203888"/>
                  </a:lnTo>
                  <a:lnTo>
                    <a:pt x="1744548" y="1189470"/>
                  </a:lnTo>
                  <a:lnTo>
                    <a:pt x="1703366" y="1173555"/>
                  </a:lnTo>
                  <a:lnTo>
                    <a:pt x="1665593" y="1156217"/>
                  </a:lnTo>
                  <a:lnTo>
                    <a:pt x="1631482" y="1137531"/>
                  </a:lnTo>
                  <a:lnTo>
                    <a:pt x="1581631" y="1148599"/>
                  </a:lnTo>
                  <a:lnTo>
                    <a:pt x="1530649" y="1158025"/>
                  </a:lnTo>
                  <a:lnTo>
                    <a:pt x="1478737" y="1165826"/>
                  </a:lnTo>
                  <a:lnTo>
                    <a:pt x="1426099" y="1172025"/>
                  </a:lnTo>
                  <a:lnTo>
                    <a:pt x="1372937" y="1176640"/>
                  </a:lnTo>
                  <a:lnTo>
                    <a:pt x="1319453" y="1179694"/>
                  </a:lnTo>
                  <a:lnTo>
                    <a:pt x="1265849" y="1181205"/>
                  </a:lnTo>
                  <a:lnTo>
                    <a:pt x="1212328" y="1181194"/>
                  </a:lnTo>
                  <a:lnTo>
                    <a:pt x="1159092" y="1179681"/>
                  </a:lnTo>
                  <a:lnTo>
                    <a:pt x="1106343" y="1176688"/>
                  </a:lnTo>
                  <a:lnTo>
                    <a:pt x="1054283" y="1172233"/>
                  </a:lnTo>
                  <a:lnTo>
                    <a:pt x="1003116" y="1166338"/>
                  </a:lnTo>
                  <a:lnTo>
                    <a:pt x="953043" y="1159023"/>
                  </a:lnTo>
                  <a:lnTo>
                    <a:pt x="904266" y="1150308"/>
                  </a:lnTo>
                  <a:lnTo>
                    <a:pt x="856988" y="1140213"/>
                  </a:lnTo>
                  <a:lnTo>
                    <a:pt x="811411" y="1128759"/>
                  </a:lnTo>
                  <a:lnTo>
                    <a:pt x="767737" y="1115966"/>
                  </a:lnTo>
                  <a:lnTo>
                    <a:pt x="726170" y="1101855"/>
                  </a:lnTo>
                  <a:lnTo>
                    <a:pt x="686910" y="1086445"/>
                  </a:lnTo>
                  <a:lnTo>
                    <a:pt x="650161" y="1069757"/>
                  </a:lnTo>
                  <a:lnTo>
                    <a:pt x="616124" y="1051811"/>
                  </a:lnTo>
                  <a:lnTo>
                    <a:pt x="582335" y="1030851"/>
                  </a:lnTo>
                  <a:lnTo>
                    <a:pt x="579668" y="1028946"/>
                  </a:lnTo>
                  <a:lnTo>
                    <a:pt x="577001" y="1027168"/>
                  </a:lnTo>
                  <a:lnTo>
                    <a:pt x="513249" y="1028271"/>
                  </a:lnTo>
                  <a:lnTo>
                    <a:pt x="451340" y="1025709"/>
                  </a:lnTo>
                  <a:lnTo>
                    <a:pt x="392012" y="1019717"/>
                  </a:lnTo>
                  <a:lnTo>
                    <a:pt x="336006" y="1010527"/>
                  </a:lnTo>
                  <a:lnTo>
                    <a:pt x="284060" y="998374"/>
                  </a:lnTo>
                  <a:lnTo>
                    <a:pt x="236915" y="983490"/>
                  </a:lnTo>
                  <a:lnTo>
                    <a:pt x="195308" y="966109"/>
                  </a:lnTo>
                  <a:lnTo>
                    <a:pt x="159980" y="946465"/>
                  </a:lnTo>
                  <a:lnTo>
                    <a:pt x="111118" y="901323"/>
                  </a:lnTo>
                  <a:lnTo>
                    <a:pt x="98347" y="838761"/>
                  </a:lnTo>
                  <a:lnTo>
                    <a:pt x="117684" y="802457"/>
                  </a:lnTo>
                  <a:lnTo>
                    <a:pt x="156037" y="768653"/>
                  </a:lnTo>
                  <a:lnTo>
                    <a:pt x="212372" y="738624"/>
                  </a:lnTo>
                  <a:lnTo>
                    <a:pt x="149293" y="720513"/>
                  </a:lnTo>
                  <a:lnTo>
                    <a:pt x="96710" y="698799"/>
                  </a:lnTo>
                  <a:lnTo>
                    <a:pt x="55055" y="674150"/>
                  </a:lnTo>
                  <a:lnTo>
                    <a:pt x="24763" y="647234"/>
                  </a:lnTo>
                  <a:lnTo>
                    <a:pt x="0" y="589272"/>
                  </a:lnTo>
                  <a:lnTo>
                    <a:pt x="6394" y="559561"/>
                  </a:lnTo>
                  <a:lnTo>
                    <a:pt x="58905" y="502023"/>
                  </a:lnTo>
                  <a:lnTo>
                    <a:pt x="130023" y="465460"/>
                  </a:lnTo>
                  <a:lnTo>
                    <a:pt x="173521" y="450551"/>
                  </a:lnTo>
                  <a:lnTo>
                    <a:pt x="221443" y="438121"/>
                  </a:lnTo>
                  <a:lnTo>
                    <a:pt x="273136" y="428344"/>
                  </a:lnTo>
                  <a:lnTo>
                    <a:pt x="327950" y="421393"/>
                  </a:lnTo>
                  <a:lnTo>
                    <a:pt x="385231" y="417441"/>
                  </a:lnTo>
                  <a:lnTo>
                    <a:pt x="388826" y="413504"/>
                  </a:lnTo>
                  <a:close/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250" name="object 8" descr=""/>
            <p:cNvPicPr/>
            <p:nvPr/>
          </p:nvPicPr>
          <p:blipFill>
            <a:blip r:embed="rId3"/>
            <a:stretch/>
          </p:blipFill>
          <p:spPr>
            <a:xfrm>
              <a:off x="4958640" y="4121640"/>
              <a:ext cx="227880" cy="227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51" name="object 9"/>
            <p:cNvSpPr/>
            <p:nvPr/>
          </p:nvSpPr>
          <p:spPr>
            <a:xfrm>
              <a:off x="975240" y="4374360"/>
              <a:ext cx="3915360" cy="1068480"/>
            </a:xfrm>
            <a:custGeom>
              <a:avLst/>
              <a:gdLst>
                <a:gd name="textAreaLeft" fmla="*/ 0 w 3915360"/>
                <a:gd name="textAreaRight" fmla="*/ 3916080 w 3915360"/>
                <a:gd name="textAreaTop" fmla="*/ 0 h 1068480"/>
                <a:gd name="textAreaBottom" fmla="*/ 1069200 h 1068480"/>
              </a:gdLst>
              <a:ahLst/>
              <a:rect l="textAreaLeft" t="textAreaTop" r="textAreaRight" b="textAreaBottom"/>
              <a:pathLst>
                <a:path w="3916045" h="1069339">
                  <a:moveTo>
                    <a:pt x="250215" y="693293"/>
                  </a:moveTo>
                  <a:lnTo>
                    <a:pt x="197915" y="693619"/>
                  </a:lnTo>
                  <a:lnTo>
                    <a:pt x="146181" y="691421"/>
                  </a:lnTo>
                  <a:lnTo>
                    <a:pt x="95575" y="686736"/>
                  </a:lnTo>
                  <a:lnTo>
                    <a:pt x="46661" y="679601"/>
                  </a:lnTo>
                  <a:lnTo>
                    <a:pt x="0" y="670051"/>
                  </a:lnTo>
                </a:path>
                <a:path w="3916045" h="1069339">
                  <a:moveTo>
                    <a:pt x="470928" y="946911"/>
                  </a:moveTo>
                  <a:lnTo>
                    <a:pt x="444322" y="950763"/>
                  </a:lnTo>
                  <a:lnTo>
                    <a:pt x="417144" y="953912"/>
                  </a:lnTo>
                  <a:lnTo>
                    <a:pt x="389489" y="956323"/>
                  </a:lnTo>
                  <a:lnTo>
                    <a:pt x="361454" y="957960"/>
                  </a:lnTo>
                </a:path>
                <a:path w="3916045" h="1069339">
                  <a:moveTo>
                    <a:pt x="1414284" y="1068832"/>
                  </a:moveTo>
                  <a:lnTo>
                    <a:pt x="1395288" y="1056717"/>
                  </a:lnTo>
                  <a:lnTo>
                    <a:pt x="1377946" y="1044209"/>
                  </a:lnTo>
                  <a:lnTo>
                    <a:pt x="1362296" y="1031345"/>
                  </a:lnTo>
                  <a:lnTo>
                    <a:pt x="1348371" y="1018158"/>
                  </a:lnTo>
                </a:path>
                <a:path w="3916045" h="1069339">
                  <a:moveTo>
                    <a:pt x="2634119" y="942594"/>
                  </a:moveTo>
                  <a:lnTo>
                    <a:pt x="2630262" y="956712"/>
                  </a:lnTo>
                  <a:lnTo>
                    <a:pt x="2624594" y="970676"/>
                  </a:lnTo>
                  <a:lnTo>
                    <a:pt x="2617117" y="984474"/>
                  </a:lnTo>
                  <a:lnTo>
                    <a:pt x="2607830" y="998092"/>
                  </a:lnTo>
                </a:path>
                <a:path w="3916045" h="1069339">
                  <a:moveTo>
                    <a:pt x="3157867" y="599566"/>
                  </a:moveTo>
                  <a:lnTo>
                    <a:pt x="3221087" y="613950"/>
                  </a:lnTo>
                  <a:lnTo>
                    <a:pt x="3278454" y="631170"/>
                  </a:lnTo>
                  <a:lnTo>
                    <a:pt x="3329529" y="650940"/>
                  </a:lnTo>
                  <a:lnTo>
                    <a:pt x="3373868" y="672975"/>
                  </a:lnTo>
                  <a:lnTo>
                    <a:pt x="3411028" y="696987"/>
                  </a:lnTo>
                  <a:lnTo>
                    <a:pt x="3440569" y="722691"/>
                  </a:lnTo>
                  <a:lnTo>
                    <a:pt x="3475022" y="778026"/>
                  </a:lnTo>
                  <a:lnTo>
                    <a:pt x="3479050" y="807084"/>
                  </a:lnTo>
                </a:path>
                <a:path w="3916045" h="1069339">
                  <a:moveTo>
                    <a:pt x="3915422" y="378459"/>
                  </a:moveTo>
                  <a:lnTo>
                    <a:pt x="3888238" y="400357"/>
                  </a:lnTo>
                  <a:lnTo>
                    <a:pt x="3855113" y="420766"/>
                  </a:lnTo>
                  <a:lnTo>
                    <a:pt x="3816392" y="439485"/>
                  </a:lnTo>
                  <a:lnTo>
                    <a:pt x="3772420" y="456311"/>
                  </a:lnTo>
                </a:path>
                <a:path w="3916045" h="1069339">
                  <a:moveTo>
                    <a:pt x="3572268" y="89788"/>
                  </a:moveTo>
                  <a:lnTo>
                    <a:pt x="3575796" y="98934"/>
                  </a:lnTo>
                  <a:lnTo>
                    <a:pt x="3578205" y="108092"/>
                  </a:lnTo>
                  <a:lnTo>
                    <a:pt x="3579519" y="117274"/>
                  </a:lnTo>
                  <a:lnTo>
                    <a:pt x="3579761" y="126491"/>
                  </a:lnTo>
                </a:path>
                <a:path w="3916045" h="1069339">
                  <a:moveTo>
                    <a:pt x="2658884" y="46862"/>
                  </a:moveTo>
                  <a:lnTo>
                    <a:pt x="2673995" y="34415"/>
                  </a:lnTo>
                  <a:lnTo>
                    <a:pt x="2691285" y="22431"/>
                  </a:lnTo>
                  <a:lnTo>
                    <a:pt x="2710694" y="10947"/>
                  </a:lnTo>
                  <a:lnTo>
                    <a:pt x="2732163" y="0"/>
                  </a:lnTo>
                </a:path>
                <a:path w="3916045" h="1069339">
                  <a:moveTo>
                    <a:pt x="1973719" y="69214"/>
                  </a:moveTo>
                  <a:lnTo>
                    <a:pt x="1980220" y="58814"/>
                  </a:lnTo>
                  <a:lnTo>
                    <a:pt x="1988292" y="48593"/>
                  </a:lnTo>
                  <a:lnTo>
                    <a:pt x="1997937" y="38586"/>
                  </a:lnTo>
                  <a:lnTo>
                    <a:pt x="2009152" y="28828"/>
                  </a:lnTo>
                </a:path>
                <a:path w="3916045" h="1069339">
                  <a:moveTo>
                    <a:pt x="1169555" y="82931"/>
                  </a:moveTo>
                  <a:lnTo>
                    <a:pt x="1203833" y="91598"/>
                  </a:lnTo>
                  <a:lnTo>
                    <a:pt x="1236706" y="101028"/>
                  </a:lnTo>
                  <a:lnTo>
                    <a:pt x="1268103" y="111220"/>
                  </a:lnTo>
                  <a:lnTo>
                    <a:pt x="1297952" y="122174"/>
                  </a:lnTo>
                </a:path>
                <a:path w="3916045" h="1069339">
                  <a:moveTo>
                    <a:pt x="194309" y="391159"/>
                  </a:moveTo>
                  <a:lnTo>
                    <a:pt x="187184" y="380996"/>
                  </a:lnTo>
                  <a:lnTo>
                    <a:pt x="181070" y="370713"/>
                  </a:lnTo>
                  <a:lnTo>
                    <a:pt x="175975" y="360334"/>
                  </a:lnTo>
                  <a:lnTo>
                    <a:pt x="171907" y="349884"/>
                  </a:lnTo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52" name="object 10"/>
          <p:cNvGrpSpPr/>
          <p:nvPr/>
        </p:nvGrpSpPr>
        <p:grpSpPr>
          <a:xfrm>
            <a:off x="6563520" y="3699000"/>
            <a:ext cx="88200" cy="88200"/>
            <a:chOff x="6563520" y="3699000"/>
            <a:chExt cx="88200" cy="88200"/>
          </a:xfrm>
        </p:grpSpPr>
        <p:pic>
          <p:nvPicPr>
            <p:cNvPr id="253" name="object 11" descr=""/>
            <p:cNvPicPr/>
            <p:nvPr/>
          </p:nvPicPr>
          <p:blipFill>
            <a:blip r:embed="rId4"/>
            <a:stretch/>
          </p:blipFill>
          <p:spPr>
            <a:xfrm>
              <a:off x="6573240" y="3708720"/>
              <a:ext cx="69120" cy="69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4" name="object 12" descr=""/>
            <p:cNvPicPr/>
            <p:nvPr/>
          </p:nvPicPr>
          <p:blipFill>
            <a:blip r:embed="rId5"/>
            <a:stretch/>
          </p:blipFill>
          <p:spPr>
            <a:xfrm>
              <a:off x="6563520" y="3699000"/>
              <a:ext cx="88200" cy="88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55" name="object 13"/>
          <p:cNvGrpSpPr/>
          <p:nvPr/>
        </p:nvGrpSpPr>
        <p:grpSpPr>
          <a:xfrm>
            <a:off x="5794200" y="3899880"/>
            <a:ext cx="158040" cy="158040"/>
            <a:chOff x="5794200" y="3899880"/>
            <a:chExt cx="158040" cy="158040"/>
          </a:xfrm>
        </p:grpSpPr>
        <p:pic>
          <p:nvPicPr>
            <p:cNvPr id="256" name="object 14" descr=""/>
            <p:cNvPicPr/>
            <p:nvPr/>
          </p:nvPicPr>
          <p:blipFill>
            <a:blip r:embed="rId6"/>
            <a:stretch/>
          </p:blipFill>
          <p:spPr>
            <a:xfrm>
              <a:off x="5803920" y="3909240"/>
              <a:ext cx="138960" cy="138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7" name="object 15" descr=""/>
            <p:cNvPicPr/>
            <p:nvPr/>
          </p:nvPicPr>
          <p:blipFill>
            <a:blip r:embed="rId7"/>
            <a:stretch/>
          </p:blipFill>
          <p:spPr>
            <a:xfrm>
              <a:off x="5794200" y="3899880"/>
              <a:ext cx="158040" cy="1580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58" name="object 16"/>
          <p:cNvSpPr/>
          <p:nvPr/>
        </p:nvSpPr>
        <p:spPr>
          <a:xfrm>
            <a:off x="172440" y="1218600"/>
            <a:ext cx="6148080" cy="50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360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40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95880" indent="-320760" defTabSz="914400">
              <a:lnSpc>
                <a:spcPct val="100000"/>
              </a:lnSpc>
              <a:spcBef>
                <a:spcPts val="374"/>
              </a:spcBef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695880"/>
                <a:tab algn="l" pos="696600"/>
              </a:tabLst>
            </a:pPr>
            <a:r>
              <a:rPr b="0" lang="en-US" sz="1700" spc="-170" strike="noStrike" u="none">
                <a:solidFill>
                  <a:schemeClr val="dk1"/>
                </a:solidFill>
                <a:uFillTx/>
                <a:latin typeface="Microsoft Sans Serif"/>
              </a:rPr>
              <a:t>They</a:t>
            </a:r>
            <a:r>
              <a:rPr b="0" lang="en-US" sz="17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60" strike="noStrike" u="none">
                <a:solidFill>
                  <a:schemeClr val="dk1"/>
                </a:solidFill>
                <a:uFillTx/>
                <a:latin typeface="Microsoft Sans Serif"/>
              </a:rPr>
              <a:t>explain</a:t>
            </a:r>
            <a:r>
              <a:rPr b="0" lang="en-US" sz="17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79" strike="noStrike" u="none">
                <a:solidFill>
                  <a:schemeClr val="dk1"/>
                </a:solidFill>
                <a:uFillTx/>
                <a:latin typeface="Microsoft Sans Serif"/>
              </a:rPr>
              <a:t>what</a:t>
            </a:r>
            <a:r>
              <a:rPr b="0" lang="en-US" sz="17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0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7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64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r>
              <a:rPr b="0" lang="en-US" sz="17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11" strike="noStrike" u="none">
                <a:solidFill>
                  <a:schemeClr val="dk1"/>
                </a:solidFill>
                <a:uFillTx/>
                <a:latin typeface="Microsoft Sans Serif"/>
              </a:rPr>
              <a:t>shall</a:t>
            </a:r>
            <a:r>
              <a:rPr b="0" lang="en-US" sz="17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1" lang="en-US" sz="1700" spc="-136" strike="noStrike" u="none">
                <a:solidFill>
                  <a:srgbClr val="c00000"/>
                </a:solidFill>
                <a:uFillTx/>
                <a:latin typeface="Arial"/>
              </a:rPr>
              <a:t>not</a:t>
            </a:r>
            <a:r>
              <a:rPr b="1" lang="en-US" sz="1700" strike="noStrike" u="none">
                <a:solidFill>
                  <a:srgbClr val="c00000"/>
                </a:solidFill>
                <a:uFillTx/>
                <a:latin typeface="Arial"/>
              </a:rPr>
              <a:t> </a:t>
            </a:r>
            <a:r>
              <a:rPr b="0" lang="en-US" sz="1700" spc="-85" strike="noStrike" u="none">
                <a:solidFill>
                  <a:schemeClr val="dk1"/>
                </a:solidFill>
                <a:uFillTx/>
                <a:latin typeface="Microsoft Sans Serif"/>
              </a:rPr>
              <a:t>do.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1"/>
              </a:spcBef>
              <a:tabLst>
                <a:tab algn="l" pos="695880"/>
                <a:tab algn="l" pos="69660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95880" indent="-320040" defTabSz="914400">
              <a:lnSpc>
                <a:spcPts val="1630"/>
              </a:lnSpc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695880"/>
                <a:tab algn="l" pos="696600"/>
              </a:tabLst>
            </a:pPr>
            <a:r>
              <a:rPr b="0" lang="en-US" sz="1700" spc="-136" strike="noStrike" u="none">
                <a:solidFill>
                  <a:schemeClr val="dk1"/>
                </a:solidFill>
                <a:uFillTx/>
                <a:latin typeface="Microsoft Sans Serif"/>
              </a:rPr>
              <a:t>Inverse</a:t>
            </a:r>
            <a:r>
              <a:rPr b="0" lang="en-US" sz="17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11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700" spc="20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91" strike="noStrike" u="none">
                <a:solidFill>
                  <a:schemeClr val="dk1"/>
                </a:solidFill>
                <a:uFillTx/>
                <a:latin typeface="Microsoft Sans Serif"/>
              </a:rPr>
              <a:t>describe</a:t>
            </a:r>
            <a:r>
              <a:rPr b="0" lang="en-US" sz="1700" spc="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0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700" spc="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25" strike="noStrike" u="none">
                <a:solidFill>
                  <a:schemeClr val="dk1"/>
                </a:solidFill>
                <a:uFillTx/>
                <a:latin typeface="Microsoft Sans Serif"/>
              </a:rPr>
              <a:t>constraints</a:t>
            </a:r>
            <a:r>
              <a:rPr b="0" lang="en-US" sz="1700" spc="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50" strike="noStrike" u="none">
                <a:solidFill>
                  <a:schemeClr val="dk1"/>
                </a:solidFill>
                <a:uFillTx/>
                <a:latin typeface="Microsoft Sans Serif"/>
              </a:rPr>
              <a:t>on</a:t>
            </a:r>
            <a:r>
              <a:rPr b="0" lang="en-US" sz="1700" spc="-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0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700" spc="1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54" strike="noStrike" u="none">
                <a:solidFill>
                  <a:schemeClr val="dk1"/>
                </a:solidFill>
                <a:uFillTx/>
                <a:latin typeface="Microsoft Sans Serif"/>
              </a:rPr>
              <a:t>allowable </a:t>
            </a:r>
            <a:r>
              <a:rPr b="0" lang="en-US" sz="1700" spc="-4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96" strike="noStrike" u="none">
                <a:solidFill>
                  <a:schemeClr val="dk1"/>
                </a:solidFill>
                <a:uFillTx/>
                <a:latin typeface="Microsoft Sans Serif"/>
              </a:rPr>
              <a:t>behaviors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1"/>
              </a:spcBef>
              <a:tabLst>
                <a:tab algn="l" pos="695880"/>
                <a:tab algn="l" pos="696600"/>
              </a:tabLst>
            </a:pP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95880" indent="-320760" defTabSz="914400">
              <a:lnSpc>
                <a:spcPts val="1834"/>
              </a:lnSpc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695880"/>
                <a:tab algn="l" pos="696600"/>
              </a:tabLst>
            </a:pPr>
            <a:r>
              <a:rPr b="0" lang="en-US" sz="1700" spc="-96" strike="noStrike" u="none">
                <a:solidFill>
                  <a:schemeClr val="dk1"/>
                </a:solidFill>
                <a:uFillTx/>
                <a:latin typeface="Microsoft Sans Serif"/>
              </a:rPr>
              <a:t>Many</a:t>
            </a:r>
            <a:r>
              <a:rPr b="0" lang="en-US" sz="1700" spc="1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54" strike="noStrike" u="none">
                <a:solidFill>
                  <a:schemeClr val="dk1"/>
                </a:solidFill>
                <a:uFillTx/>
                <a:latin typeface="Microsoft Sans Serif"/>
              </a:rPr>
              <a:t>people</a:t>
            </a:r>
            <a:r>
              <a:rPr b="0" lang="en-US" sz="1700" spc="19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31" strike="noStrike" u="none">
                <a:solidFill>
                  <a:schemeClr val="dk1"/>
                </a:solidFill>
                <a:uFillTx/>
                <a:latin typeface="Microsoft Sans Serif"/>
              </a:rPr>
              <a:t>find</a:t>
            </a:r>
            <a:r>
              <a:rPr b="0" lang="en-US" sz="1700" spc="1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4" strike="noStrike" u="none">
                <a:solidFill>
                  <a:schemeClr val="dk1"/>
                </a:solidFill>
                <a:uFillTx/>
                <a:latin typeface="Microsoft Sans Serif"/>
              </a:rPr>
              <a:t>it</a:t>
            </a:r>
            <a:r>
              <a:rPr b="0" lang="en-US" sz="1700" spc="19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25" strike="noStrike" u="none">
                <a:solidFill>
                  <a:schemeClr val="dk1"/>
                </a:solidFill>
                <a:uFillTx/>
                <a:latin typeface="Microsoft Sans Serif"/>
              </a:rPr>
              <a:t>convenient  </a:t>
            </a:r>
            <a:r>
              <a:rPr b="0" lang="en-US" sz="1700" spc="-60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700" spc="20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91" strike="noStrike" u="none">
                <a:solidFill>
                  <a:schemeClr val="dk1"/>
                </a:solidFill>
                <a:uFillTx/>
                <a:latin typeface="Microsoft Sans Serif"/>
              </a:rPr>
              <a:t>describe</a:t>
            </a:r>
            <a:r>
              <a:rPr b="0" lang="en-US" sz="1700" spc="1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71" strike="noStrike" u="none">
                <a:solidFill>
                  <a:schemeClr val="dk1"/>
                </a:solidFill>
                <a:uFillTx/>
                <a:latin typeface="Microsoft Sans Serif"/>
              </a:rPr>
              <a:t>their</a:t>
            </a:r>
            <a:r>
              <a:rPr b="0" lang="en-US" sz="1700" spc="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36" strike="noStrike" u="none">
                <a:solidFill>
                  <a:schemeClr val="dk1"/>
                </a:solidFill>
                <a:uFillTx/>
                <a:latin typeface="Microsoft Sans Serif"/>
              </a:rPr>
              <a:t>needs</a:t>
            </a:r>
            <a:r>
              <a:rPr b="0" lang="en-US" sz="1700" spc="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11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700" spc="20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30" strike="noStrike" u="none">
                <a:solidFill>
                  <a:schemeClr val="dk1"/>
                </a:solidFill>
                <a:uFillTx/>
                <a:latin typeface="Microsoft Sans Serif"/>
              </a:rPr>
              <a:t>this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95880" defTabSz="914400">
              <a:lnSpc>
                <a:spcPts val="1834"/>
              </a:lnSpc>
              <a:tabLst>
                <a:tab algn="l" pos="695880"/>
                <a:tab algn="l" pos="696600"/>
              </a:tabLst>
            </a:pPr>
            <a:r>
              <a:rPr b="0" lang="en-US" sz="1700" spc="-130" strike="noStrike" u="none">
                <a:solidFill>
                  <a:schemeClr val="dk1"/>
                </a:solidFill>
                <a:uFillTx/>
                <a:latin typeface="Microsoft Sans Serif"/>
              </a:rPr>
              <a:t>manner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95880" defTabSz="914400">
              <a:lnSpc>
                <a:spcPct val="100000"/>
              </a:lnSpc>
              <a:spcBef>
                <a:spcPts val="40"/>
              </a:spcBef>
              <a:tabLst>
                <a:tab algn="l" pos="695880"/>
                <a:tab algn="l" pos="69660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95880" indent="-320040" defTabSz="914400">
              <a:lnSpc>
                <a:spcPct val="80000"/>
              </a:lnSpc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695880"/>
                <a:tab algn="l" pos="696600"/>
              </a:tabLst>
            </a:pPr>
            <a:r>
              <a:rPr b="0" lang="en-US" sz="1700" spc="-196" strike="noStrike" u="none">
                <a:solidFill>
                  <a:schemeClr val="dk1"/>
                </a:solidFill>
                <a:uFillTx/>
                <a:latin typeface="Microsoft Sans Serif"/>
              </a:rPr>
              <a:t>These</a:t>
            </a:r>
            <a:r>
              <a:rPr b="0" lang="en-US" sz="1700" spc="-19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11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7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74" strike="noStrike" u="none">
                <a:solidFill>
                  <a:schemeClr val="dk1"/>
                </a:solidFill>
                <a:uFillTx/>
                <a:latin typeface="Microsoft Sans Serif"/>
              </a:rPr>
              <a:t>indicate</a:t>
            </a:r>
            <a:r>
              <a:rPr b="0" lang="en-US" sz="1700" spc="-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0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700" spc="-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11" strike="noStrike" u="none">
                <a:solidFill>
                  <a:schemeClr val="dk1"/>
                </a:solidFill>
                <a:uFillTx/>
                <a:latin typeface="Microsoft Sans Serif"/>
              </a:rPr>
              <a:t>indecisive</a:t>
            </a:r>
            <a:r>
              <a:rPr b="0" lang="en-US" sz="17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91" strike="noStrike" u="none">
                <a:solidFill>
                  <a:schemeClr val="dk1"/>
                </a:solidFill>
                <a:uFillTx/>
                <a:latin typeface="Microsoft Sans Serif"/>
              </a:rPr>
              <a:t>nature</a:t>
            </a:r>
            <a:r>
              <a:rPr b="0" lang="en-US" sz="1700" spc="-8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6" strike="noStrike" u="none">
                <a:solidFill>
                  <a:schemeClr val="dk1"/>
                </a:solidFill>
                <a:uFillTx/>
                <a:latin typeface="Microsoft Sans Serif"/>
              </a:rPr>
              <a:t>of </a:t>
            </a:r>
            <a:r>
              <a:rPr b="0" lang="en-US" sz="1700" spc="-164" strike="noStrike" u="none">
                <a:solidFill>
                  <a:schemeClr val="dk1"/>
                </a:solidFill>
                <a:uFillTx/>
                <a:latin typeface="Microsoft Sans Serif"/>
              </a:rPr>
              <a:t>customers </a:t>
            </a:r>
            <a:r>
              <a:rPr b="0" lang="en-US" sz="1700" spc="-4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65" strike="noStrike" u="none">
                <a:solidFill>
                  <a:schemeClr val="dk1"/>
                </a:solidFill>
                <a:uFillTx/>
                <a:latin typeface="Microsoft Sans Serif"/>
              </a:rPr>
              <a:t>about</a:t>
            </a:r>
            <a:r>
              <a:rPr b="0" lang="en-US" sz="17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74" strike="noStrike" u="none">
                <a:solidFill>
                  <a:schemeClr val="dk1"/>
                </a:solidFill>
                <a:uFillTx/>
                <a:latin typeface="Microsoft Sans Serif"/>
              </a:rPr>
              <a:t>certain</a:t>
            </a:r>
            <a:r>
              <a:rPr b="0" lang="en-US" sz="17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30" strike="noStrike" u="none">
                <a:solidFill>
                  <a:schemeClr val="dk1"/>
                </a:solidFill>
                <a:uFillTx/>
                <a:latin typeface="Microsoft Sans Serif"/>
              </a:rPr>
              <a:t>aspects</a:t>
            </a:r>
            <a:r>
              <a:rPr b="0" lang="en-US" sz="17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700" spc="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7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45" strike="noStrike" u="none">
                <a:solidFill>
                  <a:schemeClr val="dk1"/>
                </a:solidFill>
                <a:uFillTx/>
                <a:latin typeface="Microsoft Sans Serif"/>
              </a:rPr>
              <a:t>new</a:t>
            </a:r>
            <a:r>
              <a:rPr b="0" lang="en-US" sz="17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74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r>
              <a:rPr b="0" lang="en-US" sz="17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85" strike="noStrike" u="none">
                <a:solidFill>
                  <a:schemeClr val="dk1"/>
                </a:solidFill>
                <a:uFillTx/>
                <a:latin typeface="Microsoft Sans Serif"/>
              </a:rPr>
              <a:t>product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1"/>
              </a:spcBef>
              <a:tabLst>
                <a:tab algn="l" pos="695880"/>
                <a:tab algn="l" pos="696600"/>
              </a:tabLst>
            </a:pP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95880" indent="-320760" defTabSz="914400">
              <a:lnSpc>
                <a:spcPct val="100000"/>
              </a:lnSpc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695880"/>
                <a:tab algn="l" pos="696600"/>
              </a:tabLst>
            </a:pPr>
            <a:r>
              <a:rPr b="0" lang="en-US" sz="1700" spc="-113" strike="noStrike" u="none">
                <a:solidFill>
                  <a:schemeClr val="dk1"/>
                </a:solidFill>
                <a:uFillTx/>
                <a:latin typeface="Microsoft Sans Serif"/>
              </a:rPr>
              <a:t>Example: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9360" algn="just" defTabSz="914400">
              <a:lnSpc>
                <a:spcPct val="100000"/>
              </a:lnSpc>
              <a:spcBef>
                <a:spcPts val="1420"/>
              </a:spcBef>
              <a:tabLst>
                <a:tab algn="l" pos="695880"/>
                <a:tab algn="l" pos="696600"/>
              </a:tabLst>
            </a:pPr>
            <a:r>
              <a:rPr b="1" lang="en-US" sz="1400" spc="-136" strike="noStrike" u="none">
                <a:solidFill>
                  <a:srgbClr val="ffffff"/>
                </a:solidFill>
                <a:uFillTx/>
                <a:latin typeface="Arial"/>
              </a:rPr>
              <a:t>The</a:t>
            </a:r>
            <a:r>
              <a:rPr b="1" lang="en-US" sz="1400" spc="113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125" strike="noStrike" u="none">
                <a:solidFill>
                  <a:srgbClr val="ffffff"/>
                </a:solidFill>
                <a:uFillTx/>
                <a:latin typeface="Arial"/>
              </a:rPr>
              <a:t>system </a:t>
            </a:r>
            <a:r>
              <a:rPr b="1" lang="en-US" sz="1400" spc="-79" strike="noStrike" u="none">
                <a:solidFill>
                  <a:srgbClr val="ffffff"/>
                </a:solidFill>
                <a:uFillTx/>
                <a:latin typeface="Arial"/>
              </a:rPr>
              <a:t>shall </a:t>
            </a:r>
            <a:r>
              <a:rPr b="1" lang="en-US" sz="1400" spc="-119" strike="noStrike" u="none">
                <a:solidFill>
                  <a:srgbClr val="ffffff"/>
                </a:solidFill>
                <a:uFillTx/>
                <a:latin typeface="Arial"/>
              </a:rPr>
              <a:t>not </a:t>
            </a:r>
            <a:r>
              <a:rPr b="1" lang="en-US" sz="1400" spc="-136" strike="noStrike" u="none">
                <a:solidFill>
                  <a:srgbClr val="ffffff"/>
                </a:solidFill>
                <a:uFillTx/>
                <a:latin typeface="Arial"/>
              </a:rPr>
              <a:t>use</a:t>
            </a:r>
            <a:r>
              <a:rPr b="1" lang="en-US" sz="1400" spc="119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99" strike="noStrike" u="none">
                <a:solidFill>
                  <a:srgbClr val="ffffff"/>
                </a:solidFill>
                <a:uFillTx/>
                <a:latin typeface="Arial"/>
              </a:rPr>
              <a:t>red </a:t>
            </a:r>
            <a:r>
              <a:rPr b="1" lang="en-US" sz="1400" spc="-119" strike="noStrike" u="none">
                <a:solidFill>
                  <a:srgbClr val="ffffff"/>
                </a:solidFill>
                <a:uFillTx/>
                <a:latin typeface="Arial"/>
              </a:rPr>
              <a:t>color </a:t>
            </a:r>
            <a:r>
              <a:rPr b="1" lang="en-US" sz="1400" spc="-113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54" strike="noStrike" u="none">
                <a:solidFill>
                  <a:srgbClr val="ffffff"/>
                </a:solidFill>
                <a:uFillTx/>
                <a:latin typeface="Arial"/>
              </a:rPr>
              <a:t>i</a:t>
            </a:r>
            <a:r>
              <a:rPr b="1" lang="en-US" sz="1400" spc="-96" strike="noStrike" u="none">
                <a:solidFill>
                  <a:srgbClr val="ffffff"/>
                </a:solidFill>
                <a:uFillTx/>
                <a:latin typeface="Arial"/>
              </a:rPr>
              <a:t>n</a:t>
            </a:r>
            <a:r>
              <a:rPr b="1" lang="en-US" sz="14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113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400" spc="-111" strike="noStrike" u="none">
                <a:solidFill>
                  <a:srgbClr val="ffffff"/>
                </a:solidFill>
                <a:uFillTx/>
                <a:latin typeface="Arial"/>
              </a:rPr>
              <a:t>he</a:t>
            </a:r>
            <a:r>
              <a:rPr b="1" lang="en-US" sz="14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136" strike="noStrike" u="none">
                <a:solidFill>
                  <a:srgbClr val="ffffff"/>
                </a:solidFill>
                <a:uFillTx/>
                <a:latin typeface="Arial"/>
              </a:rPr>
              <a:t>us</a:t>
            </a:r>
            <a:r>
              <a:rPr b="1" lang="en-US" sz="1400" spc="-139" strike="noStrike" u="none">
                <a:solidFill>
                  <a:srgbClr val="ffffff"/>
                </a:solidFill>
                <a:uFillTx/>
                <a:latin typeface="Arial"/>
              </a:rPr>
              <a:t>e</a:t>
            </a:r>
            <a:r>
              <a:rPr b="1" lang="en-US" sz="1400" spc="-105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400" spc="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45" strike="noStrike" u="none">
                <a:solidFill>
                  <a:srgbClr val="ffffff"/>
                </a:solidFill>
                <a:uFillTx/>
                <a:latin typeface="Arial"/>
              </a:rPr>
              <a:t>i</a:t>
            </a:r>
            <a:r>
              <a:rPr b="1" lang="en-US" sz="1400" spc="-139" strike="noStrike" u="none">
                <a:solidFill>
                  <a:srgbClr val="ffffff"/>
                </a:solidFill>
                <a:uFillTx/>
                <a:latin typeface="Arial"/>
              </a:rPr>
              <a:t>n</a:t>
            </a:r>
            <a:r>
              <a:rPr b="1" lang="en-US" sz="1400" spc="-85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400" spc="-79" strike="noStrike" u="none">
                <a:solidFill>
                  <a:srgbClr val="ffffff"/>
                </a:solidFill>
                <a:uFillTx/>
                <a:latin typeface="Arial"/>
              </a:rPr>
              <a:t>erf</a:t>
            </a:r>
            <a:r>
              <a:rPr b="1" lang="en-US" sz="1400" spc="-119" strike="noStrike" u="none">
                <a:solidFill>
                  <a:srgbClr val="ffffff"/>
                </a:solidFill>
                <a:uFillTx/>
                <a:latin typeface="Arial"/>
              </a:rPr>
              <a:t>ac</a:t>
            </a:r>
            <a:r>
              <a:rPr b="1" lang="en-US" sz="1400" spc="-125" strike="noStrike" u="none">
                <a:solidFill>
                  <a:srgbClr val="ffffff"/>
                </a:solidFill>
                <a:uFillTx/>
                <a:latin typeface="Arial"/>
              </a:rPr>
              <a:t>e</a:t>
            </a:r>
            <a:r>
              <a:rPr b="1" lang="en-US" sz="1400" spc="-26" strike="noStrike" u="none">
                <a:solidFill>
                  <a:srgbClr val="ffffff"/>
                </a:solidFill>
                <a:uFillTx/>
                <a:latin typeface="Arial"/>
              </a:rPr>
              <a:t>,</a:t>
            </a:r>
            <a:r>
              <a:rPr b="1" lang="en-US" sz="14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79" strike="noStrike" u="none">
                <a:solidFill>
                  <a:srgbClr val="ffffff"/>
                </a:solidFill>
                <a:uFillTx/>
                <a:latin typeface="Arial"/>
              </a:rPr>
              <a:t>whe</a:t>
            </a:r>
            <a:r>
              <a:rPr b="1" lang="en-US" sz="1400" spc="-85" strike="noStrike" u="none">
                <a:solidFill>
                  <a:srgbClr val="ffffff"/>
                </a:solidFill>
                <a:uFillTx/>
                <a:latin typeface="Arial"/>
              </a:rPr>
              <a:t>n</a:t>
            </a:r>
            <a:r>
              <a:rPr b="1" lang="en-US" sz="1400" spc="-145" strike="noStrike" u="none">
                <a:solidFill>
                  <a:srgbClr val="ffffff"/>
                </a:solidFill>
                <a:uFillTx/>
                <a:latin typeface="Arial"/>
              </a:rPr>
              <a:t>e</a:t>
            </a:r>
            <a:r>
              <a:rPr b="1" lang="en-US" sz="1400" spc="-54" strike="noStrike" u="none">
                <a:solidFill>
                  <a:srgbClr val="ffffff"/>
                </a:solidFill>
                <a:uFillTx/>
                <a:latin typeface="Arial"/>
              </a:rPr>
              <a:t>v</a:t>
            </a:r>
            <a:r>
              <a:rPr b="1" lang="en-US" sz="1400" spc="-105" strike="noStrike" u="none">
                <a:solidFill>
                  <a:srgbClr val="ffffff"/>
                </a:solidFill>
                <a:uFillTx/>
                <a:latin typeface="Arial"/>
              </a:rPr>
              <a:t>er</a:t>
            </a:r>
            <a:r>
              <a:rPr b="1" lang="en-US" sz="1400" spc="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71" strike="noStrike" u="none">
                <a:solidFill>
                  <a:srgbClr val="ffffff"/>
                </a:solidFill>
                <a:uFillTx/>
                <a:latin typeface="Arial"/>
              </a:rPr>
              <a:t>it</a:t>
            </a:r>
            <a:r>
              <a:rPr b="1" lang="en-US" sz="14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96" strike="noStrike" u="none">
                <a:solidFill>
                  <a:srgbClr val="ffffff"/>
                </a:solidFill>
                <a:uFillTx/>
                <a:latin typeface="Arial"/>
              </a:rPr>
              <a:t>is  asking</a:t>
            </a:r>
            <a:r>
              <a:rPr b="1" lang="en-US" sz="1400" spc="-3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40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400" spc="-111" strike="noStrike" u="none">
                <a:solidFill>
                  <a:srgbClr val="ffffff"/>
                </a:solidFill>
                <a:uFillTx/>
                <a:latin typeface="Arial"/>
              </a:rPr>
              <a:t>or</a:t>
            </a:r>
            <a:r>
              <a:rPr b="1" lang="en-US" sz="1400" spc="-3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34" strike="noStrike" u="none">
                <a:solidFill>
                  <a:srgbClr val="ffffff"/>
                </a:solidFill>
                <a:uFillTx/>
                <a:latin typeface="Arial"/>
              </a:rPr>
              <a:t>i</a:t>
            </a:r>
            <a:r>
              <a:rPr b="1" lang="en-US" sz="1400" spc="-111" strike="noStrike" u="none">
                <a:solidFill>
                  <a:srgbClr val="ffffff"/>
                </a:solidFill>
                <a:uFillTx/>
                <a:latin typeface="Arial"/>
              </a:rPr>
              <a:t>np</a:t>
            </a:r>
            <a:r>
              <a:rPr b="1" lang="en-US" sz="1400" spc="-113" strike="noStrike" u="none">
                <a:solidFill>
                  <a:srgbClr val="ffffff"/>
                </a:solidFill>
                <a:uFillTx/>
                <a:latin typeface="Arial"/>
              </a:rPr>
              <a:t>ut</a:t>
            </a:r>
            <a:r>
              <a:rPr b="1" lang="en-US" sz="1400" spc="-181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400" spc="-31" strike="noStrike" u="none">
                <a:solidFill>
                  <a:srgbClr val="ffffff"/>
                </a:solidFill>
                <a:uFillTx/>
                <a:latin typeface="Arial"/>
              </a:rPr>
              <a:t> f</a:t>
            </a:r>
            <a:r>
              <a:rPr b="1" lang="en-US" sz="1400" spc="-111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400" spc="-125" strike="noStrike" u="none">
                <a:solidFill>
                  <a:srgbClr val="ffffff"/>
                </a:solidFill>
                <a:uFillTx/>
                <a:latin typeface="Arial"/>
              </a:rPr>
              <a:t>om</a:t>
            </a:r>
            <a:r>
              <a:rPr b="1" lang="en-US" sz="1400" spc="-34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113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400" spc="-111" strike="noStrike" u="none">
                <a:solidFill>
                  <a:srgbClr val="ffffff"/>
                </a:solidFill>
                <a:uFillTx/>
                <a:latin typeface="Arial"/>
              </a:rPr>
              <a:t>he</a:t>
            </a:r>
            <a:r>
              <a:rPr b="1" lang="en-US" sz="1400" spc="-2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400" spc="-111" strike="noStrike" u="none">
                <a:solidFill>
                  <a:srgbClr val="ffffff"/>
                </a:solidFill>
                <a:uFillTx/>
                <a:latin typeface="Arial"/>
              </a:rPr>
              <a:t>end</a:t>
            </a:r>
            <a:r>
              <a:rPr b="1" lang="en-US" sz="1400" spc="-31" strike="noStrike" u="none">
                <a:solidFill>
                  <a:srgbClr val="ffffff"/>
                </a:solidFill>
                <a:uFillTx/>
                <a:latin typeface="Arial"/>
              </a:rPr>
              <a:t>-</a:t>
            </a:r>
            <a:r>
              <a:rPr b="1" lang="en-US" sz="1400" spc="-130" strike="noStrike" u="none">
                <a:solidFill>
                  <a:srgbClr val="ffffff"/>
                </a:solidFill>
                <a:uFillTx/>
                <a:latin typeface="Arial"/>
              </a:rPr>
              <a:t>user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9360" defTabSz="914400">
              <a:lnSpc>
                <a:spcPct val="100000"/>
              </a:lnSpc>
              <a:spcBef>
                <a:spcPts val="6"/>
              </a:spcBef>
              <a:tabLst>
                <a:tab algn="l" pos="695880"/>
                <a:tab algn="l" pos="696600"/>
              </a:tabLst>
            </a:pP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95880" indent="-320760" defTabSz="914400">
              <a:lnSpc>
                <a:spcPts val="1834"/>
              </a:lnSpc>
              <a:spcBef>
                <a:spcPts val="6"/>
              </a:spcBef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695880"/>
                <a:tab algn="l" pos="696600"/>
              </a:tabLst>
            </a:pPr>
            <a:r>
              <a:rPr b="0" lang="en-US" sz="1700" spc="-54" strike="noStrike" u="none">
                <a:solidFill>
                  <a:schemeClr val="dk1"/>
                </a:solidFill>
                <a:uFillTx/>
                <a:latin typeface="Microsoft Sans Serif"/>
              </a:rPr>
              <a:t>Safety</a:t>
            </a:r>
            <a:r>
              <a:rPr b="0" lang="en-US" sz="1700" spc="4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74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700" spc="49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05" strike="noStrike" u="none">
                <a:solidFill>
                  <a:schemeClr val="dk1"/>
                </a:solidFill>
                <a:uFillTx/>
                <a:latin typeface="Microsoft Sans Serif"/>
              </a:rPr>
              <a:t>security</a:t>
            </a:r>
            <a:r>
              <a:rPr b="0" lang="en-US" sz="1700" spc="48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11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700" spc="4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34" strike="noStrike" u="none">
                <a:solidFill>
                  <a:schemeClr val="dk1"/>
                </a:solidFill>
                <a:uFillTx/>
                <a:latin typeface="Microsoft Sans Serif"/>
              </a:rPr>
              <a:t>are</a:t>
            </a:r>
            <a:r>
              <a:rPr b="0" lang="en-US" sz="1700" spc="4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05" strike="noStrike" u="none">
                <a:solidFill>
                  <a:schemeClr val="dk1"/>
                </a:solidFill>
                <a:uFillTx/>
                <a:latin typeface="Microsoft Sans Serif"/>
              </a:rPr>
              <a:t>usually</a:t>
            </a:r>
            <a:r>
              <a:rPr b="0" lang="en-US" sz="1700" spc="4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71" strike="noStrike" u="none">
                <a:solidFill>
                  <a:schemeClr val="dk1"/>
                </a:solidFill>
                <a:uFillTx/>
                <a:latin typeface="Microsoft Sans Serif"/>
              </a:rPr>
              <a:t>stated</a:t>
            </a:r>
            <a:r>
              <a:rPr b="0" lang="en-US" sz="1700" spc="4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11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700" spc="4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700" spc="-130" strike="noStrike" u="none">
                <a:solidFill>
                  <a:schemeClr val="dk1"/>
                </a:solidFill>
                <a:uFillTx/>
                <a:latin typeface="Microsoft Sans Serif"/>
              </a:rPr>
              <a:t>this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95880" defTabSz="914400">
              <a:lnSpc>
                <a:spcPts val="1834"/>
              </a:lnSpc>
              <a:tabLst>
                <a:tab algn="l" pos="695880"/>
                <a:tab algn="l" pos="696600"/>
              </a:tabLst>
            </a:pPr>
            <a:r>
              <a:rPr b="0" lang="en-US" sz="1700" spc="-136" strike="noStrike" u="none">
                <a:solidFill>
                  <a:schemeClr val="dk1"/>
                </a:solidFill>
                <a:uFillTx/>
                <a:latin typeface="Microsoft Sans Serif"/>
              </a:rPr>
              <a:t>manner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9" name="object 17" descr=""/>
          <p:cNvPicPr/>
          <p:nvPr/>
        </p:nvPicPr>
        <p:blipFill>
          <a:blip r:embed="rId8"/>
          <a:stretch/>
        </p:blipFill>
        <p:spPr>
          <a:xfrm>
            <a:off x="6705720" y="2133720"/>
            <a:ext cx="2370960" cy="4535280"/>
          </a:xfrm>
          <a:prstGeom prst="rect">
            <a:avLst/>
          </a:prstGeom>
          <a:ln w="0">
            <a:noFill/>
          </a:ln>
        </p:spPr>
      </p:pic>
      <p:sp>
        <p:nvSpPr>
          <p:cNvPr id="260" name="PlaceHolder 2"/>
          <p:cNvSpPr>
            <a:spLocks noGrp="1"/>
          </p:cNvSpPr>
          <p:nvPr>
            <p:ph type="ftr" idx="25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536040" y="377280"/>
            <a:ext cx="8501760" cy="7369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US" sz="4000" spc="-320" strike="noStrike" u="none">
                <a:solidFill>
                  <a:srgbClr val="1f2022"/>
                </a:solidFill>
                <a:uFillTx/>
                <a:latin typeface="Microsoft Sans Serif"/>
              </a:rPr>
              <a:t>Design</a:t>
            </a:r>
            <a:r>
              <a:rPr b="0" lang="en-US" sz="4000" spc="4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176" strike="noStrike" u="none">
                <a:solidFill>
                  <a:srgbClr val="1f2022"/>
                </a:solidFill>
                <a:uFillTx/>
                <a:latin typeface="Microsoft Sans Serif"/>
              </a:rPr>
              <a:t>and</a:t>
            </a:r>
            <a:r>
              <a:rPr b="0" lang="en-US" sz="4000" spc="4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300" strike="noStrike" u="none">
                <a:solidFill>
                  <a:srgbClr val="1f2022"/>
                </a:solidFill>
                <a:uFillTx/>
                <a:latin typeface="Microsoft Sans Serif"/>
              </a:rPr>
              <a:t>Implem</a:t>
            </a:r>
            <a:r>
              <a:rPr b="0" lang="en-US" sz="4000" spc="-295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000" spc="-184" strike="noStrike" u="none">
                <a:solidFill>
                  <a:srgbClr val="1f2022"/>
                </a:solidFill>
                <a:uFillTx/>
                <a:latin typeface="Microsoft Sans Serif"/>
              </a:rPr>
              <a:t>ntation</a:t>
            </a:r>
            <a:r>
              <a:rPr b="0" lang="en-US" sz="4000" spc="4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334" strike="noStrike" u="none">
                <a:solidFill>
                  <a:srgbClr val="1f2022"/>
                </a:solidFill>
                <a:uFillTx/>
                <a:latin typeface="Microsoft Sans Serif"/>
              </a:rPr>
              <a:t>Const</a:t>
            </a:r>
            <a:r>
              <a:rPr b="0" lang="en-US" sz="4000" spc="-255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000" spc="-244" strike="noStrike" u="none">
                <a:solidFill>
                  <a:srgbClr val="1f2022"/>
                </a:solidFill>
                <a:uFillTx/>
                <a:latin typeface="Microsoft Sans Serif"/>
              </a:rPr>
              <a:t>aints</a:t>
            </a:r>
            <a:r>
              <a:rPr b="0" lang="en-US" sz="4000" spc="74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object 3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41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object 4"/>
          <p:cNvSpPr/>
          <p:nvPr/>
        </p:nvSpPr>
        <p:spPr>
          <a:xfrm>
            <a:off x="691560" y="1621440"/>
            <a:ext cx="6935400" cy="37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99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0" lang="en-US" sz="1800" spc="-176" strike="noStrike" u="none">
                <a:solidFill>
                  <a:schemeClr val="dk1"/>
                </a:solidFill>
                <a:uFillTx/>
                <a:latin typeface="Microsoft Sans Serif"/>
              </a:rPr>
              <a:t>They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are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development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guidelines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within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which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designer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201" strike="noStrike" u="none">
                <a:solidFill>
                  <a:schemeClr val="dk1"/>
                </a:solidFill>
                <a:uFillTx/>
                <a:latin typeface="Microsoft Sans Serif"/>
              </a:rPr>
              <a:t>must</a:t>
            </a:r>
            <a:r>
              <a:rPr b="0" lang="en-US" sz="18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work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1"/>
              </a:spcBef>
              <a:tabLst>
                <a:tab algn="l" pos="332640"/>
                <a:tab algn="l" pos="333360"/>
              </a:tabLst>
            </a:pPr>
            <a:endParaRPr b="0" lang="en-US" sz="2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defTabSz="914400">
              <a:lnSpc>
                <a:spcPct val="100000"/>
              </a:lnSpc>
              <a:spcBef>
                <a:spcPts val="6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0" lang="en-US" sz="1800" spc="-204" strike="noStrike" u="none">
                <a:solidFill>
                  <a:schemeClr val="dk1"/>
                </a:solidFill>
                <a:uFillTx/>
                <a:latin typeface="Microsoft Sans Serif"/>
              </a:rPr>
              <a:t>These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can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seriously</a:t>
            </a:r>
            <a:r>
              <a:rPr b="0" lang="en-US" sz="18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limit</a:t>
            </a:r>
            <a:r>
              <a:rPr b="0" lang="en-US" sz="18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design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implementation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options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"/>
              </a:spcBef>
              <a:tabLst>
                <a:tab algn="l" pos="332640"/>
                <a:tab algn="l" pos="333360"/>
              </a:tabLst>
            </a:pPr>
            <a:endParaRPr b="0" lang="en-US" sz="2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defTabSz="914400">
              <a:lnSpc>
                <a:spcPct val="100000"/>
              </a:lnSpc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0" lang="en-US" sz="1800" spc="-125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215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also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ha</a:t>
            </a:r>
            <a:r>
              <a:rPr b="0" lang="en-US" sz="1800" spc="-150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imp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ct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on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215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800" spc="-210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800" spc="-176" strike="noStrike" u="none">
                <a:solidFill>
                  <a:schemeClr val="dk1"/>
                </a:solidFill>
                <a:uFillTx/>
                <a:latin typeface="Microsoft Sans Serif"/>
              </a:rPr>
              <a:t>man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resour</a:t>
            </a:r>
            <a:r>
              <a:rPr b="0" lang="en-US" sz="1800" spc="-204" strike="noStrike" u="none">
                <a:solidFill>
                  <a:schemeClr val="dk1"/>
                </a:solidFill>
                <a:uFillTx/>
                <a:latin typeface="Microsoft Sans Serif"/>
              </a:rPr>
              <a:t>ces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5"/>
              </a:spcBef>
              <a:tabLst>
                <a:tab algn="l" pos="332640"/>
                <a:tab algn="l" pos="333360"/>
              </a:tabLst>
            </a:pPr>
            <a:endParaRPr b="0" lang="en-US" sz="2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defTabSz="914400">
              <a:lnSpc>
                <a:spcPct val="100000"/>
              </a:lnSpc>
              <a:spcBef>
                <a:spcPts val="6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Example: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"/>
              </a:spcBef>
              <a:tabLst>
                <a:tab algn="l" pos="332640"/>
                <a:tab algn="l" pos="333360"/>
              </a:tabLst>
            </a:pPr>
            <a:endParaRPr b="0" lang="en-US" sz="2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927000" indent="-229320" defTabSz="914400">
              <a:lnSpc>
                <a:spcPct val="100000"/>
              </a:lnSpc>
              <a:spcBef>
                <a:spcPts val="6"/>
              </a:spcBef>
              <a:buClr>
                <a:srgbClr val="cc8e5f"/>
              </a:buClr>
              <a:buSzPct val="75000"/>
              <a:buFont typeface="Wingdings" charset="2"/>
              <a:buChar char=""/>
              <a:tabLst>
                <a:tab algn="l" pos="927000"/>
                <a:tab algn="l" pos="927720"/>
              </a:tabLst>
            </a:pPr>
            <a:r>
              <a:rPr b="0" lang="en-US" sz="1200" spc="-13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136" strike="noStrike" u="none">
                <a:solidFill>
                  <a:schemeClr val="dk1"/>
                </a:solidFill>
                <a:uFillTx/>
                <a:latin typeface="Microsoft Sans Serif"/>
              </a:rPr>
              <a:t>sy</a:t>
            </a:r>
            <a:r>
              <a:rPr b="0" lang="en-US" sz="1200" spc="-145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200" spc="-96" strike="noStrike" u="none">
                <a:solidFill>
                  <a:schemeClr val="dk1"/>
                </a:solidFill>
                <a:uFillTx/>
                <a:latin typeface="Microsoft Sans Serif"/>
              </a:rPr>
              <a:t>tem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74" strike="noStrike" u="none">
                <a:solidFill>
                  <a:schemeClr val="dk1"/>
                </a:solidFill>
                <a:uFillTx/>
                <a:latin typeface="Microsoft Sans Serif"/>
              </a:rPr>
              <a:t>shall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45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Microsoft Sans Serif"/>
              </a:rPr>
              <a:t>de</a:t>
            </a:r>
            <a:r>
              <a:rPr b="0" lang="en-US" sz="1200" spc="-74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Microsoft Sans Serif"/>
              </a:rPr>
              <a:t>eloped</a:t>
            </a:r>
            <a:r>
              <a:rPr b="0" lang="en-US" sz="12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99" strike="noStrike" u="none">
                <a:solidFill>
                  <a:schemeClr val="dk1"/>
                </a:solidFill>
                <a:uFillTx/>
                <a:latin typeface="Microsoft Sans Serif"/>
              </a:rPr>
              <a:t>using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74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1" lang="en-US" sz="1200" spc="-85" strike="noStrike" u="none">
                <a:solidFill>
                  <a:schemeClr val="dk1"/>
                </a:solidFill>
                <a:uFillTx/>
                <a:latin typeface="Arial"/>
              </a:rPr>
              <a:t>Mi</a:t>
            </a:r>
            <a:r>
              <a:rPr b="1" lang="en-US" sz="1200" spc="-96" strike="noStrike" u="none">
                <a:solidFill>
                  <a:schemeClr val="dk1"/>
                </a:solidFill>
                <a:uFillTx/>
                <a:latin typeface="Arial"/>
              </a:rPr>
              <a:t>c</a:t>
            </a:r>
            <a:r>
              <a:rPr b="1" lang="en-US" sz="1200" spc="-74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1200" spc="-119" strike="noStrike" u="none">
                <a:solidFill>
                  <a:schemeClr val="dk1"/>
                </a:solidFill>
                <a:uFillTx/>
                <a:latin typeface="Arial"/>
              </a:rPr>
              <a:t>o</a:t>
            </a:r>
            <a:r>
              <a:rPr b="1" lang="en-US" sz="1200" spc="-96" strike="noStrike" u="none">
                <a:solidFill>
                  <a:schemeClr val="dk1"/>
                </a:solidFill>
                <a:uFillTx/>
                <a:latin typeface="Arial"/>
              </a:rPr>
              <a:t>soft</a:t>
            </a:r>
            <a:r>
              <a:rPr b="1" lang="en-US" sz="1200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200" spc="-26" strike="noStrike" u="none">
                <a:solidFill>
                  <a:schemeClr val="dk1"/>
                </a:solidFill>
                <a:uFillTx/>
                <a:latin typeface="Arial"/>
              </a:rPr>
              <a:t>.</a:t>
            </a:r>
            <a:r>
              <a:rPr b="1" lang="en-US" sz="1200" spc="-71" strike="noStrike" u="none">
                <a:solidFill>
                  <a:schemeClr val="dk1"/>
                </a:solidFill>
                <a:uFillTx/>
                <a:latin typeface="Arial"/>
              </a:rPr>
              <a:t>Ne</a:t>
            </a:r>
            <a:r>
              <a:rPr b="1" lang="en-US" sz="1200" spc="-91" strike="noStrike" u="none">
                <a:solidFill>
                  <a:schemeClr val="dk1"/>
                </a:solidFill>
                <a:uFillTx/>
                <a:latin typeface="Arial"/>
              </a:rPr>
              <a:t>t</a:t>
            </a:r>
            <a:r>
              <a:rPr b="1" lang="en-US" sz="1200" spc="-11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200" spc="-51" strike="noStrike" u="none">
                <a:solidFill>
                  <a:schemeClr val="dk1"/>
                </a:solidFill>
                <a:uFillTx/>
                <a:latin typeface="Arial"/>
              </a:rPr>
              <a:t>pl</a:t>
            </a:r>
            <a:r>
              <a:rPr b="1" lang="en-US" sz="1200" spc="-40" strike="noStrike" u="none">
                <a:solidFill>
                  <a:schemeClr val="dk1"/>
                </a:solidFill>
                <a:uFillTx/>
                <a:latin typeface="Arial"/>
              </a:rPr>
              <a:t>a</a:t>
            </a:r>
            <a:r>
              <a:rPr b="1" lang="en-US" sz="1200" spc="-60" strike="noStrike" u="none">
                <a:solidFill>
                  <a:schemeClr val="dk1"/>
                </a:solidFill>
                <a:uFillTx/>
                <a:latin typeface="Arial"/>
              </a:rPr>
              <a:t>t</a:t>
            </a:r>
            <a:r>
              <a:rPr b="1" lang="en-US" sz="1200" spc="-79" strike="noStrike" u="none">
                <a:solidFill>
                  <a:schemeClr val="dk1"/>
                </a:solidFill>
                <a:uFillTx/>
                <a:latin typeface="Arial"/>
              </a:rPr>
              <a:t>f</a:t>
            </a:r>
            <a:r>
              <a:rPr b="1" lang="en-US" sz="1200" spc="-113" strike="noStrike" u="none">
                <a:solidFill>
                  <a:schemeClr val="dk1"/>
                </a:solidFill>
                <a:uFillTx/>
                <a:latin typeface="Arial"/>
              </a:rPr>
              <a:t>o</a:t>
            </a:r>
            <a:r>
              <a:rPr b="1" lang="en-US" sz="1200" spc="-60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1200" spc="-119" strike="noStrike" u="none">
                <a:solidFill>
                  <a:schemeClr val="dk1"/>
                </a:solidFill>
                <a:uFillTx/>
                <a:latin typeface="Arial"/>
              </a:rPr>
              <a:t>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927000" indent="-229320" defTabSz="914400">
              <a:lnSpc>
                <a:spcPct val="100000"/>
              </a:lnSpc>
              <a:spcBef>
                <a:spcPts val="360"/>
              </a:spcBef>
              <a:buClr>
                <a:srgbClr val="cc8e5f"/>
              </a:buClr>
              <a:buSzPct val="75000"/>
              <a:buFont typeface="Wingdings" charset="2"/>
              <a:buChar char=""/>
              <a:tabLst>
                <a:tab algn="l" pos="927000"/>
                <a:tab algn="l" pos="927720"/>
              </a:tabLst>
            </a:pPr>
            <a:r>
              <a:rPr b="0" lang="en-US" sz="1200" spc="-13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113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74" strike="noStrike" u="none">
                <a:solidFill>
                  <a:schemeClr val="dk1"/>
                </a:solidFill>
                <a:uFillTx/>
                <a:latin typeface="Microsoft Sans Serif"/>
              </a:rPr>
              <a:t>shall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45" strike="noStrike" u="none">
                <a:solidFill>
                  <a:schemeClr val="dk1"/>
                </a:solidFill>
                <a:uFillTx/>
                <a:latin typeface="Microsoft Sans Serif"/>
              </a:rPr>
              <a:t>developed</a:t>
            </a:r>
            <a:r>
              <a:rPr b="0" lang="en-US" sz="12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99" strike="noStrike" u="none">
                <a:solidFill>
                  <a:schemeClr val="dk1"/>
                </a:solidFill>
                <a:uFillTx/>
                <a:latin typeface="Microsoft Sans Serif"/>
              </a:rPr>
              <a:t>using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1" lang="en-US" sz="1200" spc="-99" strike="noStrike" u="none">
                <a:solidFill>
                  <a:schemeClr val="dk1"/>
                </a:solidFill>
                <a:uFillTx/>
                <a:latin typeface="Arial"/>
              </a:rPr>
              <a:t>open</a:t>
            </a:r>
            <a:r>
              <a:rPr b="1" lang="en-US" sz="1200" spc="-14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200" spc="-125" strike="noStrike" u="none">
                <a:solidFill>
                  <a:schemeClr val="dk1"/>
                </a:solidFill>
                <a:uFillTx/>
                <a:latin typeface="Arial"/>
              </a:rPr>
              <a:t>source</a:t>
            </a:r>
            <a:r>
              <a:rPr b="1" lang="en-US" sz="1200" spc="6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200" spc="-71" strike="noStrike" u="none">
                <a:solidFill>
                  <a:schemeClr val="dk1"/>
                </a:solidFill>
                <a:uFillTx/>
                <a:latin typeface="Arial"/>
              </a:rPr>
              <a:t>tools[4]</a:t>
            </a:r>
            <a:r>
              <a:rPr b="1" lang="en-US" sz="1200" spc="-6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74" strike="noStrike" u="none">
                <a:solidFill>
                  <a:schemeClr val="dk1"/>
                </a:solidFill>
                <a:uFillTx/>
                <a:latin typeface="Microsoft Sans Serif"/>
              </a:rPr>
              <a:t>shall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91" strike="noStrike" u="none">
                <a:solidFill>
                  <a:schemeClr val="dk1"/>
                </a:solidFill>
                <a:uFillTx/>
                <a:latin typeface="Microsoft Sans Serif"/>
              </a:rPr>
              <a:t>run</a:t>
            </a:r>
            <a:r>
              <a:rPr b="0" lang="en-US" sz="12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105" strike="noStrike" u="none">
                <a:solidFill>
                  <a:schemeClr val="dk1"/>
                </a:solidFill>
                <a:uFillTx/>
                <a:latin typeface="Microsoft Sans Serif"/>
              </a:rPr>
              <a:t>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88200" defTabSz="914400">
              <a:lnSpc>
                <a:spcPct val="100000"/>
              </a:lnSpc>
              <a:spcBef>
                <a:spcPts val="360"/>
              </a:spcBef>
              <a:tabLst>
                <a:tab algn="l" pos="927000"/>
                <a:tab algn="l" pos="927720"/>
              </a:tabLst>
            </a:pPr>
            <a:r>
              <a:rPr b="1" lang="en-US" sz="1200" spc="-96" strike="noStrike" u="none">
                <a:solidFill>
                  <a:schemeClr val="dk1"/>
                </a:solidFill>
                <a:uFillTx/>
                <a:latin typeface="Arial"/>
              </a:rPr>
              <a:t>Linux</a:t>
            </a:r>
            <a:r>
              <a:rPr b="1" lang="en-US" sz="1200" spc="-11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200" spc="-105" strike="noStrike" u="none">
                <a:solidFill>
                  <a:schemeClr val="dk1"/>
                </a:solidFill>
                <a:uFillTx/>
                <a:latin typeface="Arial"/>
              </a:rPr>
              <a:t>ope</a:t>
            </a:r>
            <a:r>
              <a:rPr b="1" lang="en-US" sz="1200" spc="-65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1200" spc="-11" strike="noStrike" u="none">
                <a:solidFill>
                  <a:schemeClr val="dk1"/>
                </a:solidFill>
                <a:uFillTx/>
                <a:latin typeface="Arial"/>
              </a:rPr>
              <a:t>a</a:t>
            </a:r>
            <a:r>
              <a:rPr b="1" lang="en-US" sz="1200" spc="-79" strike="noStrike" u="none">
                <a:solidFill>
                  <a:schemeClr val="dk1"/>
                </a:solidFill>
                <a:uFillTx/>
                <a:latin typeface="Arial"/>
              </a:rPr>
              <a:t>ting</a:t>
            </a:r>
            <a:r>
              <a:rPr b="1" lang="en-US" sz="1200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200" spc="-113" strike="noStrike" u="none">
                <a:solidFill>
                  <a:schemeClr val="dk1"/>
                </a:solidFill>
                <a:uFillTx/>
                <a:latin typeface="Arial"/>
              </a:rPr>
              <a:t>sy</a:t>
            </a:r>
            <a:r>
              <a:rPr b="1" lang="en-US" sz="1200" spc="-111" strike="noStrike" u="none">
                <a:solidFill>
                  <a:schemeClr val="dk1"/>
                </a:solidFill>
                <a:uFillTx/>
                <a:latin typeface="Arial"/>
              </a:rPr>
              <a:t>s</a:t>
            </a:r>
            <a:r>
              <a:rPr b="1" lang="en-US" sz="1200" spc="-99" strike="noStrike" u="none">
                <a:solidFill>
                  <a:schemeClr val="dk1"/>
                </a:solidFill>
                <a:uFillTx/>
                <a:latin typeface="Arial"/>
              </a:rPr>
              <a:t>tem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927000" indent="-229320" defTabSz="914400">
              <a:lnSpc>
                <a:spcPct val="100000"/>
              </a:lnSpc>
              <a:spcBef>
                <a:spcPts val="349"/>
              </a:spcBef>
              <a:buClr>
                <a:srgbClr val="cc8e5f"/>
              </a:buClr>
              <a:buSzPct val="75000"/>
              <a:buFont typeface="Wingdings" charset="2"/>
              <a:buChar char=""/>
              <a:tabLst>
                <a:tab algn="l" pos="927000"/>
                <a:tab algn="l" pos="927720"/>
              </a:tabLst>
            </a:pPr>
            <a:r>
              <a:rPr b="0" lang="en-US" sz="1200" spc="-13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119" strike="noStrike" u="none">
                <a:solidFill>
                  <a:schemeClr val="dk1"/>
                </a:solidFill>
                <a:uFillTx/>
                <a:latin typeface="Microsoft Sans Serif"/>
              </a:rPr>
              <a:t>Sys</a:t>
            </a:r>
            <a:r>
              <a:rPr b="0" lang="en-US" sz="1200" spc="-65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200" spc="-136" strike="noStrike" u="none">
                <a:solidFill>
                  <a:schemeClr val="dk1"/>
                </a:solidFill>
                <a:uFillTx/>
                <a:latin typeface="Microsoft Sans Serif"/>
              </a:rPr>
              <a:t>em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96" strike="noStrike" u="none">
                <a:solidFill>
                  <a:schemeClr val="dk1"/>
                </a:solidFill>
                <a:uFillTx/>
                <a:latin typeface="Microsoft Sans Serif"/>
              </a:rPr>
              <a:t>should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45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200" spc="-164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200" spc="-85" strike="noStrike" u="none">
                <a:solidFill>
                  <a:schemeClr val="dk1"/>
                </a:solidFill>
                <a:uFillTx/>
                <a:latin typeface="Microsoft Sans Serif"/>
              </a:rPr>
              <a:t>plemen</a:t>
            </a:r>
            <a:r>
              <a:rPr b="0" lang="en-US" sz="1200" spc="-31" strike="noStrike" u="none">
                <a:solidFill>
                  <a:schemeClr val="dk1"/>
                </a:solidFill>
                <a:uFillTx/>
                <a:latin typeface="Microsoft Sans Serif"/>
              </a:rPr>
              <a:t>ted</a:t>
            </a:r>
            <a:r>
              <a:rPr b="0" lang="en-US" sz="12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99" strike="noStrike" u="none">
                <a:solidFill>
                  <a:schemeClr val="dk1"/>
                </a:solidFill>
                <a:uFillTx/>
                <a:latin typeface="Microsoft Sans Serif"/>
              </a:rPr>
              <a:t>using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1" lang="en-US" sz="1200" spc="-184" strike="noStrike" u="none">
                <a:solidFill>
                  <a:schemeClr val="dk1"/>
                </a:solidFill>
                <a:uFillTx/>
                <a:latin typeface="Arial"/>
              </a:rPr>
              <a:t>c</a:t>
            </a:r>
            <a:r>
              <a:rPr b="1" lang="en-US" sz="1200" spc="-6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200" spc="-99" strike="noStrike" u="none">
                <a:solidFill>
                  <a:schemeClr val="dk1"/>
                </a:solidFill>
                <a:uFillTx/>
                <a:latin typeface="Arial"/>
              </a:rPr>
              <a:t>sha</a:t>
            </a:r>
            <a:r>
              <a:rPr b="1" lang="en-US" sz="1200" spc="-96" strike="noStrike" u="none">
                <a:solidFill>
                  <a:schemeClr val="dk1"/>
                </a:solidFill>
                <a:uFillTx/>
                <a:latin typeface="Arial"/>
              </a:rPr>
              <a:t>rp</a:t>
            </a:r>
            <a:r>
              <a:rPr b="1" lang="en-US" sz="1200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200" spc="-65" strike="noStrike" u="none">
                <a:solidFill>
                  <a:schemeClr val="dk1"/>
                </a:solidFill>
                <a:uFillTx/>
                <a:latin typeface="Arial"/>
              </a:rPr>
              <a:t>langu</a:t>
            </a:r>
            <a:r>
              <a:rPr b="1" lang="en-US" sz="1200" spc="-45" strike="noStrike" u="none">
                <a:solidFill>
                  <a:schemeClr val="dk1"/>
                </a:solidFill>
                <a:uFillTx/>
                <a:latin typeface="Arial"/>
              </a:rPr>
              <a:t>a</a:t>
            </a:r>
            <a:r>
              <a:rPr b="1" lang="en-US" sz="1200" spc="-99" strike="noStrike" u="none">
                <a:solidFill>
                  <a:schemeClr val="dk1"/>
                </a:solidFill>
                <a:uFillTx/>
                <a:latin typeface="Arial"/>
              </a:rPr>
              <a:t>ge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927000" indent="-229320" defTabSz="914400">
              <a:lnSpc>
                <a:spcPct val="100000"/>
              </a:lnSpc>
              <a:spcBef>
                <a:spcPts val="360"/>
              </a:spcBef>
              <a:buClr>
                <a:srgbClr val="cc8e5f"/>
              </a:buClr>
              <a:buSzPct val="75000"/>
              <a:buFont typeface="Wingdings" charset="2"/>
              <a:buChar char=""/>
              <a:tabLst>
                <a:tab algn="l" pos="927000"/>
                <a:tab algn="l" pos="927720"/>
              </a:tabLst>
            </a:pPr>
            <a:r>
              <a:rPr b="0" lang="en-US" sz="1200" spc="-13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79" strike="noStrike" u="none">
                <a:solidFill>
                  <a:schemeClr val="dk1"/>
                </a:solidFill>
                <a:uFillTx/>
                <a:latin typeface="Microsoft Sans Serif"/>
              </a:rPr>
              <a:t>so</a:t>
            </a:r>
            <a:r>
              <a:rPr b="0" lang="en-US" sz="1200" spc="-54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200" spc="-26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200" spc="-105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200" spc="-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200" spc="-14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200" spc="-7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2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176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200" spc="-119" strike="noStrike" u="none">
                <a:solidFill>
                  <a:schemeClr val="dk1"/>
                </a:solidFill>
                <a:uFillTx/>
                <a:latin typeface="Microsoft Sans Serif"/>
              </a:rPr>
              <a:t>ust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14" strike="noStrike" u="none">
                <a:solidFill>
                  <a:schemeClr val="dk1"/>
                </a:solidFill>
                <a:uFillTx/>
                <a:latin typeface="Microsoft Sans Serif"/>
              </a:rPr>
              <a:t>fit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51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200" spc="-111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200" spc="-40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74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2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201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200" spc="-71" strike="noStrike" u="none">
                <a:solidFill>
                  <a:schemeClr val="dk1"/>
                </a:solidFill>
                <a:uFillTx/>
                <a:latin typeface="Microsoft Sans Serif"/>
              </a:rPr>
              <a:t>emory</a:t>
            </a:r>
            <a:r>
              <a:rPr b="0" lang="en-US" sz="12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2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14" strike="noStrike" u="none">
                <a:solidFill>
                  <a:schemeClr val="dk1"/>
                </a:solidFill>
                <a:uFillTx/>
                <a:latin typeface="Microsoft Sans Serif"/>
              </a:rPr>
              <a:t>512</a:t>
            </a:r>
            <a:r>
              <a:rPr b="0" lang="en-US" sz="1200" spc="-79" strike="noStrike" u="none">
                <a:solidFill>
                  <a:schemeClr val="dk1"/>
                </a:solidFill>
                <a:uFillTx/>
                <a:latin typeface="Microsoft Sans Serif"/>
              </a:rPr>
              <a:t>K</a:t>
            </a:r>
            <a:r>
              <a:rPr b="0" lang="en-US" sz="1200" spc="-136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1200" spc="-31" strike="noStrike" u="none">
                <a:solidFill>
                  <a:schemeClr val="dk1"/>
                </a:solidFill>
                <a:uFillTx/>
                <a:latin typeface="Microsoft Sans Serif"/>
              </a:rPr>
              <a:t>yte</a:t>
            </a:r>
            <a:r>
              <a:rPr b="0" lang="en-US" sz="12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200" spc="-201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200" spc="-79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200" spc="-34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200" spc="-79" strike="noStrike" u="none">
                <a:solidFill>
                  <a:schemeClr val="dk1"/>
                </a:solidFill>
                <a:uFillTx/>
                <a:latin typeface="Microsoft Sans Serif"/>
              </a:rPr>
              <a:t>hi</a:t>
            </a:r>
            <a:r>
              <a:rPr b="0" lang="en-US" sz="1200" spc="-105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200" spc="-113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200" spc="-74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64" name="object 5"/>
          <p:cNvGrpSpPr/>
          <p:nvPr/>
        </p:nvGrpSpPr>
        <p:grpSpPr>
          <a:xfrm>
            <a:off x="5791320" y="2590920"/>
            <a:ext cx="3351960" cy="4248360"/>
            <a:chOff x="5791320" y="2590920"/>
            <a:chExt cx="3351960" cy="4248360"/>
          </a:xfrm>
        </p:grpSpPr>
        <p:pic>
          <p:nvPicPr>
            <p:cNvPr id="265" name="object 6" descr=""/>
            <p:cNvPicPr/>
            <p:nvPr/>
          </p:nvPicPr>
          <p:blipFill>
            <a:blip r:embed="rId1"/>
            <a:stretch/>
          </p:blipFill>
          <p:spPr>
            <a:xfrm>
              <a:off x="7020000" y="4114800"/>
              <a:ext cx="2123280" cy="2724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66" name="object 7" descr=""/>
            <p:cNvPicPr/>
            <p:nvPr/>
          </p:nvPicPr>
          <p:blipFill>
            <a:blip r:embed="rId2"/>
            <a:stretch/>
          </p:blipFill>
          <p:spPr>
            <a:xfrm>
              <a:off x="5791320" y="2590920"/>
              <a:ext cx="3276000" cy="204948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67" name="object 8" descr=""/>
          <p:cNvPicPr/>
          <p:nvPr/>
        </p:nvPicPr>
        <p:blipFill>
          <a:blip r:embed="rId3"/>
          <a:stretch/>
        </p:blipFill>
        <p:spPr>
          <a:xfrm>
            <a:off x="2472480" y="5418000"/>
            <a:ext cx="2761560" cy="1499400"/>
          </a:xfrm>
          <a:prstGeom prst="rect">
            <a:avLst/>
          </a:prstGeom>
          <a:ln w="0">
            <a:noFill/>
          </a:ln>
        </p:spPr>
      </p:pic>
      <p:sp>
        <p:nvSpPr>
          <p:cNvPr id="268" name="PlaceHolder 2"/>
          <p:cNvSpPr>
            <a:spLocks noGrp="1"/>
          </p:cNvSpPr>
          <p:nvPr>
            <p:ph type="ftr" idx="26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4427640" cy="8002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US" sz="4400" spc="-490" strike="noStrike" u="none">
                <a:solidFill>
                  <a:srgbClr val="1f2022"/>
                </a:solidFill>
                <a:uFillTx/>
                <a:latin typeface="Microsoft Sans Serif"/>
              </a:rPr>
              <a:t>P</a:t>
            </a:r>
            <a:r>
              <a:rPr b="0" lang="en-US" sz="4400" spc="-326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oblem</a:t>
            </a:r>
            <a:r>
              <a:rPr b="0" lang="en-US" sz="4400" spc="14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451" strike="noStrike" u="none">
                <a:solidFill>
                  <a:srgbClr val="1f2022"/>
                </a:solidFill>
                <a:uFillTx/>
                <a:latin typeface="Microsoft Sans Serif"/>
              </a:rPr>
              <a:t>Do</a:t>
            </a:r>
            <a:r>
              <a:rPr b="0" lang="en-US" sz="4400" spc="-581" strike="noStrike" u="none">
                <a:solidFill>
                  <a:srgbClr val="1f2022"/>
                </a:solidFill>
                <a:uFillTx/>
                <a:latin typeface="Microsoft Sans Serif"/>
              </a:rPr>
              <a:t>m</a:t>
            </a:r>
            <a:r>
              <a:rPr b="0" lang="en-US" sz="4400" spc="-196" strike="noStrike" u="none">
                <a:solidFill>
                  <a:srgbClr val="1f2022"/>
                </a:solidFill>
                <a:uFillTx/>
                <a:latin typeface="Microsoft Sans Serif"/>
              </a:rPr>
              <a:t>ain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object 3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42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object 4"/>
          <p:cNvSpPr/>
          <p:nvPr/>
        </p:nvSpPr>
        <p:spPr>
          <a:xfrm>
            <a:off x="383400" y="1917360"/>
            <a:ext cx="8528760" cy="40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32640" indent="-320040" defTabSz="914400">
              <a:lnSpc>
                <a:spcPct val="100000"/>
              </a:lnSpc>
              <a:spcBef>
                <a:spcPts val="96"/>
              </a:spcBef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332280"/>
                <a:tab algn="l" pos="332640"/>
              </a:tabLst>
            </a:pP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Most</a:t>
            </a:r>
            <a:r>
              <a:rPr b="0" lang="en-US" sz="1600" spc="6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successful</a:t>
            </a:r>
            <a:r>
              <a:rPr b="0" lang="en-US" sz="1600" spc="54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requirements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journeys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begin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with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a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trip</a:t>
            </a:r>
            <a:r>
              <a:rPr b="0" lang="en-US" sz="1600" spc="14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to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the</a:t>
            </a:r>
            <a:r>
              <a:rPr b="0" lang="en-US" sz="1600" spc="6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land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of</a:t>
            </a:r>
            <a:r>
              <a:rPr b="0" lang="en-US" sz="1600" spc="6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problem.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5"/>
              </a:spcBef>
              <a:tabLst>
                <a:tab algn="l" pos="332280"/>
                <a:tab algn="l" pos="332640"/>
              </a:tabLst>
            </a:pPr>
            <a:endParaRPr b="0" lang="en-US" sz="2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040" algn="just" defTabSz="914400">
              <a:lnSpc>
                <a:spcPts val="1729"/>
              </a:lnSpc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332640"/>
              </a:tabLst>
            </a:pP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This problem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domain is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the home of real users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and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other stakeholders, people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whose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needs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must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be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addressed</a:t>
            </a:r>
            <a:r>
              <a:rPr b="0" lang="en-US" sz="1600" spc="51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in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order</a:t>
            </a:r>
            <a:r>
              <a:rPr b="0" lang="en-US" sz="1600" spc="14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for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us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to</a:t>
            </a:r>
            <a:r>
              <a:rPr b="0" lang="en-US" sz="1600" spc="6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build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the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perfect</a:t>
            </a:r>
            <a:r>
              <a:rPr b="0" lang="en-US" sz="1600" spc="14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system.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1"/>
              </a:spcBef>
              <a:tabLst>
                <a:tab algn="l" pos="332640"/>
              </a:tabLst>
            </a:pPr>
            <a:endParaRPr b="0" lang="en-US" sz="2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040" algn="just" defTabSz="914400">
              <a:lnSpc>
                <a:spcPts val="1729"/>
              </a:lnSpc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332640"/>
              </a:tabLst>
            </a:pP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This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is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the home of the people who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need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the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rock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or a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new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sales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order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entry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system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or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a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configuration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management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system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good</a:t>
            </a:r>
            <a:r>
              <a:rPr b="0" lang="en-US" sz="1600" spc="6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enough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to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blow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the </a:t>
            </a:r>
            <a:r>
              <a:rPr b="0" lang="en-US" sz="1600" spc="-55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competition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Verdana"/>
              </a:rPr>
              <a:t>away.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1"/>
              </a:spcBef>
              <a:tabLst>
                <a:tab algn="l" pos="332640"/>
              </a:tabLst>
            </a:pPr>
            <a:endParaRPr b="0" lang="en-US" sz="2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040" algn="just" defTabSz="914400">
              <a:lnSpc>
                <a:spcPts val="1729"/>
              </a:lnSpc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332640"/>
              </a:tabLst>
            </a:pP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In all 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Verdana"/>
              </a:rPr>
              <a:t>probability,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these people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are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not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like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us. Their technical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and economic </a:t>
            </a:r>
            <a:r>
              <a:rPr b="0" lang="en-US" sz="1600" spc="6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backgrounds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are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different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from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ours.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32640"/>
              </a:tabLst>
            </a:pPr>
            <a:endParaRPr b="0" lang="en-US" sz="2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040" algn="just" defTabSz="914400">
              <a:lnSpc>
                <a:spcPts val="1729"/>
              </a:lnSpc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332640"/>
              </a:tabLst>
            </a:pP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On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rare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occasions,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they are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just like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us.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They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are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programmers looking for a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new tool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or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system developers who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have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asked you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to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Verdana"/>
              </a:rPr>
              <a:t>develop a portion of the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Verdana"/>
              </a:rPr>
              <a:t>system.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72" name="object 5"/>
          <p:cNvGrpSpPr/>
          <p:nvPr/>
        </p:nvGrpSpPr>
        <p:grpSpPr>
          <a:xfrm>
            <a:off x="5247000" y="4320"/>
            <a:ext cx="3664440" cy="1997280"/>
            <a:chOff x="5247000" y="4320"/>
            <a:chExt cx="3664440" cy="1997280"/>
          </a:xfrm>
        </p:grpSpPr>
        <p:pic>
          <p:nvPicPr>
            <p:cNvPr id="273" name="object 6" descr=""/>
            <p:cNvPicPr/>
            <p:nvPr/>
          </p:nvPicPr>
          <p:blipFill>
            <a:blip r:embed="rId1"/>
            <a:stretch/>
          </p:blipFill>
          <p:spPr>
            <a:xfrm>
              <a:off x="5247000" y="9000"/>
              <a:ext cx="3664440" cy="1992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74" name="object 7" descr=""/>
            <p:cNvPicPr/>
            <p:nvPr/>
          </p:nvPicPr>
          <p:blipFill>
            <a:blip r:embed="rId2"/>
            <a:stretch/>
          </p:blipFill>
          <p:spPr>
            <a:xfrm>
              <a:off x="5722560" y="204120"/>
              <a:ext cx="2019960" cy="962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75" name="object 8"/>
            <p:cNvSpPr/>
            <p:nvPr/>
          </p:nvSpPr>
          <p:spPr>
            <a:xfrm>
              <a:off x="5254560" y="4320"/>
              <a:ext cx="3623400" cy="1295280"/>
            </a:xfrm>
            <a:custGeom>
              <a:avLst/>
              <a:gdLst>
                <a:gd name="textAreaLeft" fmla="*/ 0 w 3623400"/>
                <a:gd name="textAreaRight" fmla="*/ 3624120 w 3623400"/>
                <a:gd name="textAreaTop" fmla="*/ 0 h 1295280"/>
                <a:gd name="textAreaBottom" fmla="*/ 1296000 h 1295280"/>
              </a:gdLst>
              <a:ahLst/>
              <a:rect l="textAreaLeft" t="textAreaTop" r="textAreaRight" b="textAreaBottom"/>
              <a:pathLst>
                <a:path w="3623945" h="1296035">
                  <a:moveTo>
                    <a:pt x="2221953" y="0"/>
                  </a:moveTo>
                  <a:lnTo>
                    <a:pt x="2170598" y="1091"/>
                  </a:lnTo>
                  <a:lnTo>
                    <a:pt x="2120351" y="5641"/>
                  </a:lnTo>
                  <a:lnTo>
                    <a:pt x="2071970" y="13524"/>
                  </a:lnTo>
                  <a:lnTo>
                    <a:pt x="2026213" y="24617"/>
                  </a:lnTo>
                  <a:lnTo>
                    <a:pt x="1983839" y="38795"/>
                  </a:lnTo>
                  <a:lnTo>
                    <a:pt x="1945606" y="55934"/>
                  </a:lnTo>
                  <a:lnTo>
                    <a:pt x="1912274" y="75909"/>
                  </a:lnTo>
                  <a:lnTo>
                    <a:pt x="1884600" y="98597"/>
                  </a:lnTo>
                  <a:lnTo>
                    <a:pt x="1860759" y="87981"/>
                  </a:lnTo>
                  <a:lnTo>
                    <a:pt x="1808697" y="69415"/>
                  </a:lnTo>
                  <a:lnTo>
                    <a:pt x="1729583" y="50177"/>
                  </a:lnTo>
                  <a:lnTo>
                    <a:pt x="1677151" y="42197"/>
                  </a:lnTo>
                  <a:lnTo>
                    <a:pt x="1623985" y="37488"/>
                  </a:lnTo>
                  <a:lnTo>
                    <a:pt x="1570650" y="35965"/>
                  </a:lnTo>
                  <a:lnTo>
                    <a:pt x="1517713" y="37544"/>
                  </a:lnTo>
                  <a:lnTo>
                    <a:pt x="1465739" y="42140"/>
                  </a:lnTo>
                  <a:lnTo>
                    <a:pt x="1415294" y="49669"/>
                  </a:lnTo>
                  <a:lnTo>
                    <a:pt x="1366946" y="60045"/>
                  </a:lnTo>
                  <a:lnTo>
                    <a:pt x="1321259" y="73185"/>
                  </a:lnTo>
                  <a:lnTo>
                    <a:pt x="1278799" y="89003"/>
                  </a:lnTo>
                  <a:lnTo>
                    <a:pt x="1240134" y="107415"/>
                  </a:lnTo>
                  <a:lnTo>
                    <a:pt x="1205828" y="128337"/>
                  </a:lnTo>
                  <a:lnTo>
                    <a:pt x="1176448" y="151683"/>
                  </a:lnTo>
                  <a:lnTo>
                    <a:pt x="1128579" y="139497"/>
                  </a:lnTo>
                  <a:lnTo>
                    <a:pt x="1078826" y="129633"/>
                  </a:lnTo>
                  <a:lnTo>
                    <a:pt x="1027544" y="122125"/>
                  </a:lnTo>
                  <a:lnTo>
                    <a:pt x="975090" y="117010"/>
                  </a:lnTo>
                  <a:lnTo>
                    <a:pt x="921818" y="114324"/>
                  </a:lnTo>
                  <a:lnTo>
                    <a:pt x="868084" y="114101"/>
                  </a:lnTo>
                  <a:lnTo>
                    <a:pt x="814244" y="116377"/>
                  </a:lnTo>
                  <a:lnTo>
                    <a:pt x="749375" y="122557"/>
                  </a:lnTo>
                  <a:lnTo>
                    <a:pt x="687708" y="132124"/>
                  </a:lnTo>
                  <a:lnTo>
                    <a:pt x="629607" y="144846"/>
                  </a:lnTo>
                  <a:lnTo>
                    <a:pt x="575435" y="160492"/>
                  </a:lnTo>
                  <a:lnTo>
                    <a:pt x="525556" y="178828"/>
                  </a:lnTo>
                  <a:lnTo>
                    <a:pt x="480334" y="199623"/>
                  </a:lnTo>
                  <a:lnTo>
                    <a:pt x="440133" y="222645"/>
                  </a:lnTo>
                  <a:lnTo>
                    <a:pt x="405317" y="247660"/>
                  </a:lnTo>
                  <a:lnTo>
                    <a:pt x="376249" y="274439"/>
                  </a:lnTo>
                  <a:lnTo>
                    <a:pt x="336813" y="332353"/>
                  </a:lnTo>
                  <a:lnTo>
                    <a:pt x="324735" y="394531"/>
                  </a:lnTo>
                  <a:lnTo>
                    <a:pt x="329866" y="426638"/>
                  </a:lnTo>
                  <a:lnTo>
                    <a:pt x="326818" y="430702"/>
                  </a:lnTo>
                  <a:lnTo>
                    <a:pt x="270300" y="435789"/>
                  </a:lnTo>
                  <a:lnTo>
                    <a:pt x="216770" y="445025"/>
                  </a:lnTo>
                  <a:lnTo>
                    <a:pt x="167099" y="458134"/>
                  </a:lnTo>
                  <a:lnTo>
                    <a:pt x="122159" y="474842"/>
                  </a:lnTo>
                  <a:lnTo>
                    <a:pt x="82822" y="494873"/>
                  </a:lnTo>
                  <a:lnTo>
                    <a:pt x="49958" y="517951"/>
                  </a:lnTo>
                  <a:lnTo>
                    <a:pt x="21952" y="547052"/>
                  </a:lnTo>
                  <a:lnTo>
                    <a:pt x="0" y="607867"/>
                  </a:lnTo>
                  <a:lnTo>
                    <a:pt x="5318" y="638209"/>
                  </a:lnTo>
                  <a:lnTo>
                    <a:pt x="46703" y="695328"/>
                  </a:lnTo>
                  <a:lnTo>
                    <a:pt x="82033" y="720731"/>
                  </a:lnTo>
                  <a:lnTo>
                    <a:pt x="126633" y="743114"/>
                  </a:lnTo>
                  <a:lnTo>
                    <a:pt x="180133" y="761791"/>
                  </a:lnTo>
                  <a:lnTo>
                    <a:pt x="132394" y="792799"/>
                  </a:lnTo>
                  <a:lnTo>
                    <a:pt x="99884" y="827641"/>
                  </a:lnTo>
                  <a:lnTo>
                    <a:pt x="83495" y="865054"/>
                  </a:lnTo>
                  <a:lnTo>
                    <a:pt x="84121" y="903777"/>
                  </a:lnTo>
                  <a:lnTo>
                    <a:pt x="116064" y="958411"/>
                  </a:lnTo>
                  <a:lnTo>
                    <a:pt x="179249" y="1003857"/>
                  </a:lnTo>
                  <a:lnTo>
                    <a:pt x="220471" y="1022332"/>
                  </a:lnTo>
                  <a:lnTo>
                    <a:pt x="267001" y="1037545"/>
                  </a:lnTo>
                  <a:lnTo>
                    <a:pt x="318003" y="1049175"/>
                  </a:lnTo>
                  <a:lnTo>
                    <a:pt x="372644" y="1056901"/>
                  </a:lnTo>
                  <a:lnTo>
                    <a:pt x="430089" y="1060400"/>
                  </a:lnTo>
                  <a:lnTo>
                    <a:pt x="489505" y="1059352"/>
                  </a:lnTo>
                  <a:lnTo>
                    <a:pt x="496236" y="1065067"/>
                  </a:lnTo>
                  <a:lnTo>
                    <a:pt x="527039" y="1087843"/>
                  </a:lnTo>
                  <a:lnTo>
                    <a:pt x="561121" y="1108903"/>
                  </a:lnTo>
                  <a:lnTo>
                    <a:pt x="598214" y="1128217"/>
                  </a:lnTo>
                  <a:lnTo>
                    <a:pt x="638053" y="1145751"/>
                  </a:lnTo>
                  <a:lnTo>
                    <a:pt x="680370" y="1161473"/>
                  </a:lnTo>
                  <a:lnTo>
                    <a:pt x="724900" y="1175350"/>
                  </a:lnTo>
                  <a:lnTo>
                    <a:pt x="771376" y="1187350"/>
                  </a:lnTo>
                  <a:lnTo>
                    <a:pt x="819532" y="1197441"/>
                  </a:lnTo>
                  <a:lnTo>
                    <a:pt x="869101" y="1205590"/>
                  </a:lnTo>
                  <a:lnTo>
                    <a:pt x="919818" y="1211765"/>
                  </a:lnTo>
                  <a:lnTo>
                    <a:pt x="971416" y="1215933"/>
                  </a:lnTo>
                  <a:lnTo>
                    <a:pt x="1023629" y="1218062"/>
                  </a:lnTo>
                  <a:lnTo>
                    <a:pt x="1076191" y="1218120"/>
                  </a:lnTo>
                  <a:lnTo>
                    <a:pt x="1128834" y="1216073"/>
                  </a:lnTo>
                  <a:lnTo>
                    <a:pt x="1181294" y="1211890"/>
                  </a:lnTo>
                  <a:lnTo>
                    <a:pt x="1233303" y="1205538"/>
                  </a:lnTo>
                  <a:lnTo>
                    <a:pt x="1284596" y="1196985"/>
                  </a:lnTo>
                  <a:lnTo>
                    <a:pt x="1334905" y="1186198"/>
                  </a:lnTo>
                  <a:lnTo>
                    <a:pt x="1383966" y="1173144"/>
                  </a:lnTo>
                  <a:lnTo>
                    <a:pt x="1417269" y="1195028"/>
                  </a:lnTo>
                  <a:lnTo>
                    <a:pt x="1454592" y="1215097"/>
                  </a:lnTo>
                  <a:lnTo>
                    <a:pt x="1495613" y="1233230"/>
                  </a:lnTo>
                  <a:lnTo>
                    <a:pt x="1540013" y="1249309"/>
                  </a:lnTo>
                  <a:lnTo>
                    <a:pt x="1587473" y="1263212"/>
                  </a:lnTo>
                  <a:lnTo>
                    <a:pt x="1637672" y="1274821"/>
                  </a:lnTo>
                  <a:lnTo>
                    <a:pt x="1690290" y="1284015"/>
                  </a:lnTo>
                  <a:lnTo>
                    <a:pt x="1746483" y="1290832"/>
                  </a:lnTo>
                  <a:lnTo>
                    <a:pt x="1802718" y="1294771"/>
                  </a:lnTo>
                  <a:lnTo>
                    <a:pt x="1858638" y="1295925"/>
                  </a:lnTo>
                  <a:lnTo>
                    <a:pt x="1913891" y="1294386"/>
                  </a:lnTo>
                  <a:lnTo>
                    <a:pt x="1968120" y="1290247"/>
                  </a:lnTo>
                  <a:lnTo>
                    <a:pt x="2020971" y="1283600"/>
                  </a:lnTo>
                  <a:lnTo>
                    <a:pt x="2072090" y="1274539"/>
                  </a:lnTo>
                  <a:lnTo>
                    <a:pt x="2121121" y="1263156"/>
                  </a:lnTo>
                  <a:lnTo>
                    <a:pt x="2167710" y="1249543"/>
                  </a:lnTo>
                  <a:lnTo>
                    <a:pt x="2211502" y="1233793"/>
                  </a:lnTo>
                  <a:lnTo>
                    <a:pt x="2252142" y="1216000"/>
                  </a:lnTo>
                  <a:lnTo>
                    <a:pt x="2289275" y="1196254"/>
                  </a:lnTo>
                  <a:lnTo>
                    <a:pt x="2322547" y="1174650"/>
                  </a:lnTo>
                  <a:lnTo>
                    <a:pt x="2376088" y="1126236"/>
                  </a:lnTo>
                  <a:lnTo>
                    <a:pt x="2395648" y="1099611"/>
                  </a:lnTo>
                  <a:lnTo>
                    <a:pt x="2442463" y="1112175"/>
                  </a:lnTo>
                  <a:lnTo>
                    <a:pt x="2491613" y="1122093"/>
                  </a:lnTo>
                  <a:lnTo>
                    <a:pt x="2542628" y="1129311"/>
                  </a:lnTo>
                  <a:lnTo>
                    <a:pt x="2595040" y="1133773"/>
                  </a:lnTo>
                  <a:lnTo>
                    <a:pt x="2648378" y="1135425"/>
                  </a:lnTo>
                  <a:lnTo>
                    <a:pt x="2709214" y="1133818"/>
                  </a:lnTo>
                  <a:lnTo>
                    <a:pt x="2767856" y="1128675"/>
                  </a:lnTo>
                  <a:lnTo>
                    <a:pt x="2823844" y="1120214"/>
                  </a:lnTo>
                  <a:lnTo>
                    <a:pt x="2876722" y="1108654"/>
                  </a:lnTo>
                  <a:lnTo>
                    <a:pt x="2926029" y="1094216"/>
                  </a:lnTo>
                  <a:lnTo>
                    <a:pt x="2971308" y="1077117"/>
                  </a:lnTo>
                  <a:lnTo>
                    <a:pt x="3012100" y="1057578"/>
                  </a:lnTo>
                  <a:lnTo>
                    <a:pt x="3047946" y="1035818"/>
                  </a:lnTo>
                  <a:lnTo>
                    <a:pt x="3078388" y="1012055"/>
                  </a:lnTo>
                  <a:lnTo>
                    <a:pt x="3121227" y="959399"/>
                  </a:lnTo>
                  <a:lnTo>
                    <a:pt x="3136947" y="901364"/>
                  </a:lnTo>
                  <a:lnTo>
                    <a:pt x="3194239" y="895906"/>
                  </a:lnTo>
                  <a:lnTo>
                    <a:pt x="3249855" y="887663"/>
                  </a:lnTo>
                  <a:lnTo>
                    <a:pt x="3303367" y="876712"/>
                  </a:lnTo>
                  <a:lnTo>
                    <a:pt x="3354350" y="863134"/>
                  </a:lnTo>
                  <a:lnTo>
                    <a:pt x="3402377" y="847008"/>
                  </a:lnTo>
                  <a:lnTo>
                    <a:pt x="3456160" y="824159"/>
                  </a:lnTo>
                  <a:lnTo>
                    <a:pt x="3502677" y="798818"/>
                  </a:lnTo>
                  <a:lnTo>
                    <a:pt x="3541830" y="771348"/>
                  </a:lnTo>
                  <a:lnTo>
                    <a:pt x="3573522" y="742111"/>
                  </a:lnTo>
                  <a:lnTo>
                    <a:pt x="3597655" y="711470"/>
                  </a:lnTo>
                  <a:lnTo>
                    <a:pt x="3622853" y="647424"/>
                  </a:lnTo>
                  <a:lnTo>
                    <a:pt x="3623724" y="614745"/>
                  </a:lnTo>
                  <a:lnTo>
                    <a:pt x="3616646" y="582111"/>
                  </a:lnTo>
                  <a:lnTo>
                    <a:pt x="3601522" y="549884"/>
                  </a:lnTo>
                  <a:lnTo>
                    <a:pt x="3578254" y="518428"/>
                  </a:lnTo>
                  <a:lnTo>
                    <a:pt x="3546745" y="488105"/>
                  </a:lnTo>
                  <a:lnTo>
                    <a:pt x="3506898" y="459277"/>
                  </a:lnTo>
                  <a:lnTo>
                    <a:pt x="3512753" y="452276"/>
                  </a:lnTo>
                  <a:lnTo>
                    <a:pt x="3540002" y="398988"/>
                  </a:lnTo>
                  <a:lnTo>
                    <a:pt x="3542967" y="367505"/>
                  </a:lnTo>
                  <a:lnTo>
                    <a:pt x="3536725" y="336669"/>
                  </a:lnTo>
                  <a:lnTo>
                    <a:pt x="3498560" y="278593"/>
                  </a:lnTo>
                  <a:lnTo>
                    <a:pt x="3467606" y="252183"/>
                  </a:lnTo>
                  <a:lnTo>
                    <a:pt x="3429386" y="228077"/>
                  </a:lnTo>
                  <a:lnTo>
                    <a:pt x="3384382" y="206690"/>
                  </a:lnTo>
                  <a:lnTo>
                    <a:pt x="3333082" y="188436"/>
                  </a:lnTo>
                  <a:lnTo>
                    <a:pt x="3275969" y="173730"/>
                  </a:lnTo>
                  <a:lnTo>
                    <a:pt x="3213528" y="162986"/>
                  </a:lnTo>
                  <a:lnTo>
                    <a:pt x="3195130" y="129976"/>
                  </a:lnTo>
                  <a:lnTo>
                    <a:pt x="3165601" y="99216"/>
                  </a:lnTo>
                  <a:lnTo>
                    <a:pt x="3125713" y="71386"/>
                  </a:lnTo>
                  <a:lnTo>
                    <a:pt x="3076241" y="47162"/>
                  </a:lnTo>
                  <a:lnTo>
                    <a:pt x="3031714" y="31190"/>
                  </a:lnTo>
                  <a:lnTo>
                    <a:pt x="2984314" y="18561"/>
                  </a:lnTo>
                  <a:lnTo>
                    <a:pt x="2934725" y="9249"/>
                  </a:lnTo>
                  <a:lnTo>
                    <a:pt x="2883629" y="3225"/>
                  </a:lnTo>
                  <a:lnTo>
                    <a:pt x="2831709" y="463"/>
                  </a:lnTo>
                  <a:lnTo>
                    <a:pt x="2779648" y="934"/>
                  </a:lnTo>
                  <a:lnTo>
                    <a:pt x="2728130" y="4613"/>
                  </a:lnTo>
                  <a:lnTo>
                    <a:pt x="2677837" y="11471"/>
                  </a:lnTo>
                  <a:lnTo>
                    <a:pt x="2629453" y="21481"/>
                  </a:lnTo>
                  <a:lnTo>
                    <a:pt x="2583660" y="34615"/>
                  </a:lnTo>
                  <a:lnTo>
                    <a:pt x="2541142" y="50847"/>
                  </a:lnTo>
                  <a:lnTo>
                    <a:pt x="2502582" y="70149"/>
                  </a:lnTo>
                  <a:lnTo>
                    <a:pt x="2475443" y="54665"/>
                  </a:lnTo>
                  <a:lnTo>
                    <a:pt x="2411356" y="28841"/>
                  </a:lnTo>
                  <a:lnTo>
                    <a:pt x="2324949" y="8687"/>
                  </a:lnTo>
                  <a:lnTo>
                    <a:pt x="2273656" y="2490"/>
                  </a:lnTo>
                  <a:lnTo>
                    <a:pt x="2221953" y="0"/>
                  </a:lnTo>
                  <a:close/>
                </a:path>
              </a:pathLst>
            </a:custGeom>
            <a:solidFill>
              <a:srgbClr val="c050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276" name="object 9" descr=""/>
            <p:cNvPicPr/>
            <p:nvPr/>
          </p:nvPicPr>
          <p:blipFill>
            <a:blip r:embed="rId3"/>
            <a:stretch/>
          </p:blipFill>
          <p:spPr>
            <a:xfrm>
              <a:off x="8168400" y="1884240"/>
              <a:ext cx="71280" cy="712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77" name="object 10" descr=""/>
            <p:cNvPicPr/>
            <p:nvPr/>
          </p:nvPicPr>
          <p:blipFill>
            <a:blip r:embed="rId4"/>
            <a:stretch/>
          </p:blipFill>
          <p:spPr>
            <a:xfrm>
              <a:off x="7953120" y="1647720"/>
              <a:ext cx="143280" cy="1432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78" name="object 11" descr=""/>
            <p:cNvPicPr/>
            <p:nvPr/>
          </p:nvPicPr>
          <p:blipFill>
            <a:blip r:embed="rId5"/>
            <a:stretch/>
          </p:blipFill>
          <p:spPr>
            <a:xfrm>
              <a:off x="7689960" y="1357200"/>
              <a:ext cx="215280" cy="215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79" name="object 12"/>
            <p:cNvSpPr/>
            <p:nvPr/>
          </p:nvSpPr>
          <p:spPr>
            <a:xfrm>
              <a:off x="5254560" y="4320"/>
              <a:ext cx="3623400" cy="1295280"/>
            </a:xfrm>
            <a:custGeom>
              <a:avLst/>
              <a:gdLst>
                <a:gd name="textAreaLeft" fmla="*/ 0 w 3623400"/>
                <a:gd name="textAreaRight" fmla="*/ 3624120 w 3623400"/>
                <a:gd name="textAreaTop" fmla="*/ 0 h 1295280"/>
                <a:gd name="textAreaBottom" fmla="*/ 1296000 h 1295280"/>
              </a:gdLst>
              <a:ahLst/>
              <a:rect l="textAreaLeft" t="textAreaTop" r="textAreaRight" b="textAreaBottom"/>
              <a:pathLst>
                <a:path w="3623945" h="1296035">
                  <a:moveTo>
                    <a:pt x="329866" y="426638"/>
                  </a:moveTo>
                  <a:lnTo>
                    <a:pt x="324735" y="394531"/>
                  </a:lnTo>
                  <a:lnTo>
                    <a:pt x="327172" y="363025"/>
                  </a:lnTo>
                  <a:lnTo>
                    <a:pt x="336813" y="332353"/>
                  </a:lnTo>
                  <a:lnTo>
                    <a:pt x="376249" y="274439"/>
                  </a:lnTo>
                  <a:lnTo>
                    <a:pt x="405317" y="247660"/>
                  </a:lnTo>
                  <a:lnTo>
                    <a:pt x="440133" y="222645"/>
                  </a:lnTo>
                  <a:lnTo>
                    <a:pt x="480334" y="199623"/>
                  </a:lnTo>
                  <a:lnTo>
                    <a:pt x="525556" y="178828"/>
                  </a:lnTo>
                  <a:lnTo>
                    <a:pt x="575435" y="160492"/>
                  </a:lnTo>
                  <a:lnTo>
                    <a:pt x="629607" y="144846"/>
                  </a:lnTo>
                  <a:lnTo>
                    <a:pt x="687708" y="132124"/>
                  </a:lnTo>
                  <a:lnTo>
                    <a:pt x="749375" y="122557"/>
                  </a:lnTo>
                  <a:lnTo>
                    <a:pt x="814244" y="116377"/>
                  </a:lnTo>
                  <a:lnTo>
                    <a:pt x="868084" y="114101"/>
                  </a:lnTo>
                  <a:lnTo>
                    <a:pt x="921818" y="114324"/>
                  </a:lnTo>
                  <a:lnTo>
                    <a:pt x="975090" y="117010"/>
                  </a:lnTo>
                  <a:lnTo>
                    <a:pt x="1027544" y="122125"/>
                  </a:lnTo>
                  <a:lnTo>
                    <a:pt x="1078826" y="129633"/>
                  </a:lnTo>
                  <a:lnTo>
                    <a:pt x="1128579" y="139497"/>
                  </a:lnTo>
                  <a:lnTo>
                    <a:pt x="1176448" y="151683"/>
                  </a:lnTo>
                  <a:lnTo>
                    <a:pt x="1205828" y="128337"/>
                  </a:lnTo>
                  <a:lnTo>
                    <a:pt x="1240134" y="107415"/>
                  </a:lnTo>
                  <a:lnTo>
                    <a:pt x="1278799" y="89003"/>
                  </a:lnTo>
                  <a:lnTo>
                    <a:pt x="1321259" y="73185"/>
                  </a:lnTo>
                  <a:lnTo>
                    <a:pt x="1366946" y="60045"/>
                  </a:lnTo>
                  <a:lnTo>
                    <a:pt x="1415294" y="49669"/>
                  </a:lnTo>
                  <a:lnTo>
                    <a:pt x="1465739" y="42140"/>
                  </a:lnTo>
                  <a:lnTo>
                    <a:pt x="1517713" y="37544"/>
                  </a:lnTo>
                  <a:lnTo>
                    <a:pt x="1570650" y="35965"/>
                  </a:lnTo>
                  <a:lnTo>
                    <a:pt x="1623985" y="37488"/>
                  </a:lnTo>
                  <a:lnTo>
                    <a:pt x="1677151" y="42197"/>
                  </a:lnTo>
                  <a:lnTo>
                    <a:pt x="1729583" y="50177"/>
                  </a:lnTo>
                  <a:lnTo>
                    <a:pt x="1780714" y="61513"/>
                  </a:lnTo>
                  <a:lnTo>
                    <a:pt x="1835419" y="78246"/>
                  </a:lnTo>
                  <a:lnTo>
                    <a:pt x="1884600" y="98597"/>
                  </a:lnTo>
                  <a:lnTo>
                    <a:pt x="1912274" y="75909"/>
                  </a:lnTo>
                  <a:lnTo>
                    <a:pt x="1945606" y="55934"/>
                  </a:lnTo>
                  <a:lnTo>
                    <a:pt x="1983839" y="38795"/>
                  </a:lnTo>
                  <a:lnTo>
                    <a:pt x="2026213" y="24617"/>
                  </a:lnTo>
                  <a:lnTo>
                    <a:pt x="2071970" y="13524"/>
                  </a:lnTo>
                  <a:lnTo>
                    <a:pt x="2120351" y="5641"/>
                  </a:lnTo>
                  <a:lnTo>
                    <a:pt x="2170598" y="1091"/>
                  </a:lnTo>
                  <a:lnTo>
                    <a:pt x="2221953" y="0"/>
                  </a:lnTo>
                  <a:lnTo>
                    <a:pt x="2273656" y="2490"/>
                  </a:lnTo>
                  <a:lnTo>
                    <a:pt x="2324949" y="8687"/>
                  </a:lnTo>
                  <a:lnTo>
                    <a:pt x="2375074" y="18714"/>
                  </a:lnTo>
                  <a:lnTo>
                    <a:pt x="2444924" y="40860"/>
                  </a:lnTo>
                  <a:lnTo>
                    <a:pt x="2502582" y="70149"/>
                  </a:lnTo>
                  <a:lnTo>
                    <a:pt x="2541142" y="50847"/>
                  </a:lnTo>
                  <a:lnTo>
                    <a:pt x="2583660" y="34615"/>
                  </a:lnTo>
                  <a:lnTo>
                    <a:pt x="2629453" y="21481"/>
                  </a:lnTo>
                  <a:lnTo>
                    <a:pt x="2677837" y="11471"/>
                  </a:lnTo>
                  <a:lnTo>
                    <a:pt x="2728130" y="4613"/>
                  </a:lnTo>
                  <a:lnTo>
                    <a:pt x="2779648" y="934"/>
                  </a:lnTo>
                  <a:lnTo>
                    <a:pt x="2831709" y="463"/>
                  </a:lnTo>
                  <a:lnTo>
                    <a:pt x="2883629" y="3225"/>
                  </a:lnTo>
                  <a:lnTo>
                    <a:pt x="2934725" y="9249"/>
                  </a:lnTo>
                  <a:lnTo>
                    <a:pt x="2984314" y="18561"/>
                  </a:lnTo>
                  <a:lnTo>
                    <a:pt x="3031714" y="31190"/>
                  </a:lnTo>
                  <a:lnTo>
                    <a:pt x="3076241" y="47162"/>
                  </a:lnTo>
                  <a:lnTo>
                    <a:pt x="3125713" y="71386"/>
                  </a:lnTo>
                  <a:lnTo>
                    <a:pt x="3165601" y="99216"/>
                  </a:lnTo>
                  <a:lnTo>
                    <a:pt x="3195130" y="129976"/>
                  </a:lnTo>
                  <a:lnTo>
                    <a:pt x="3213528" y="162986"/>
                  </a:lnTo>
                  <a:lnTo>
                    <a:pt x="3275969" y="173730"/>
                  </a:lnTo>
                  <a:lnTo>
                    <a:pt x="3333082" y="188436"/>
                  </a:lnTo>
                  <a:lnTo>
                    <a:pt x="3384382" y="206690"/>
                  </a:lnTo>
                  <a:lnTo>
                    <a:pt x="3429386" y="228077"/>
                  </a:lnTo>
                  <a:lnTo>
                    <a:pt x="3467606" y="252183"/>
                  </a:lnTo>
                  <a:lnTo>
                    <a:pt x="3498560" y="278593"/>
                  </a:lnTo>
                  <a:lnTo>
                    <a:pt x="3536725" y="336669"/>
                  </a:lnTo>
                  <a:lnTo>
                    <a:pt x="3542967" y="367505"/>
                  </a:lnTo>
                  <a:lnTo>
                    <a:pt x="3540002" y="398988"/>
                  </a:lnTo>
                  <a:lnTo>
                    <a:pt x="3522989" y="437989"/>
                  </a:lnTo>
                  <a:lnTo>
                    <a:pt x="3506898" y="459277"/>
                  </a:lnTo>
                  <a:lnTo>
                    <a:pt x="3546745" y="488105"/>
                  </a:lnTo>
                  <a:lnTo>
                    <a:pt x="3578254" y="518428"/>
                  </a:lnTo>
                  <a:lnTo>
                    <a:pt x="3601522" y="549884"/>
                  </a:lnTo>
                  <a:lnTo>
                    <a:pt x="3616646" y="582111"/>
                  </a:lnTo>
                  <a:lnTo>
                    <a:pt x="3623724" y="614745"/>
                  </a:lnTo>
                  <a:lnTo>
                    <a:pt x="3622853" y="647424"/>
                  </a:lnTo>
                  <a:lnTo>
                    <a:pt x="3597655" y="711470"/>
                  </a:lnTo>
                  <a:lnTo>
                    <a:pt x="3573522" y="742111"/>
                  </a:lnTo>
                  <a:lnTo>
                    <a:pt x="3541830" y="771348"/>
                  </a:lnTo>
                  <a:lnTo>
                    <a:pt x="3502677" y="798818"/>
                  </a:lnTo>
                  <a:lnTo>
                    <a:pt x="3456160" y="824159"/>
                  </a:lnTo>
                  <a:lnTo>
                    <a:pt x="3402377" y="847008"/>
                  </a:lnTo>
                  <a:lnTo>
                    <a:pt x="3354350" y="863134"/>
                  </a:lnTo>
                  <a:lnTo>
                    <a:pt x="3303367" y="876712"/>
                  </a:lnTo>
                  <a:lnTo>
                    <a:pt x="3249855" y="887663"/>
                  </a:lnTo>
                  <a:lnTo>
                    <a:pt x="3194239" y="895906"/>
                  </a:lnTo>
                  <a:lnTo>
                    <a:pt x="3136947" y="901364"/>
                  </a:lnTo>
                  <a:lnTo>
                    <a:pt x="3132706" y="930944"/>
                  </a:lnTo>
                  <a:lnTo>
                    <a:pt x="3102968" y="986509"/>
                  </a:lnTo>
                  <a:lnTo>
                    <a:pt x="3047946" y="1035818"/>
                  </a:lnTo>
                  <a:lnTo>
                    <a:pt x="3012100" y="1057578"/>
                  </a:lnTo>
                  <a:lnTo>
                    <a:pt x="2971308" y="1077117"/>
                  </a:lnTo>
                  <a:lnTo>
                    <a:pt x="2926029" y="1094216"/>
                  </a:lnTo>
                  <a:lnTo>
                    <a:pt x="2876722" y="1108654"/>
                  </a:lnTo>
                  <a:lnTo>
                    <a:pt x="2823844" y="1120214"/>
                  </a:lnTo>
                  <a:lnTo>
                    <a:pt x="2767856" y="1128675"/>
                  </a:lnTo>
                  <a:lnTo>
                    <a:pt x="2709214" y="1133818"/>
                  </a:lnTo>
                  <a:lnTo>
                    <a:pt x="2648378" y="1135425"/>
                  </a:lnTo>
                  <a:lnTo>
                    <a:pt x="2595040" y="1133773"/>
                  </a:lnTo>
                  <a:lnTo>
                    <a:pt x="2542628" y="1129311"/>
                  </a:lnTo>
                  <a:lnTo>
                    <a:pt x="2491613" y="1122093"/>
                  </a:lnTo>
                  <a:lnTo>
                    <a:pt x="2442463" y="1112175"/>
                  </a:lnTo>
                  <a:lnTo>
                    <a:pt x="2395648" y="1099611"/>
                  </a:lnTo>
                  <a:lnTo>
                    <a:pt x="2376088" y="1126236"/>
                  </a:lnTo>
                  <a:lnTo>
                    <a:pt x="2322547" y="1174650"/>
                  </a:lnTo>
                  <a:lnTo>
                    <a:pt x="2289275" y="1196254"/>
                  </a:lnTo>
                  <a:lnTo>
                    <a:pt x="2252142" y="1216000"/>
                  </a:lnTo>
                  <a:lnTo>
                    <a:pt x="2211502" y="1233793"/>
                  </a:lnTo>
                  <a:lnTo>
                    <a:pt x="2167710" y="1249543"/>
                  </a:lnTo>
                  <a:lnTo>
                    <a:pt x="2121121" y="1263156"/>
                  </a:lnTo>
                  <a:lnTo>
                    <a:pt x="2072090" y="1274539"/>
                  </a:lnTo>
                  <a:lnTo>
                    <a:pt x="2020971" y="1283600"/>
                  </a:lnTo>
                  <a:lnTo>
                    <a:pt x="1968120" y="1290247"/>
                  </a:lnTo>
                  <a:lnTo>
                    <a:pt x="1913891" y="1294386"/>
                  </a:lnTo>
                  <a:lnTo>
                    <a:pt x="1858638" y="1295925"/>
                  </a:lnTo>
                  <a:lnTo>
                    <a:pt x="1802718" y="1294771"/>
                  </a:lnTo>
                  <a:lnTo>
                    <a:pt x="1746483" y="1290832"/>
                  </a:lnTo>
                  <a:lnTo>
                    <a:pt x="1690290" y="1284015"/>
                  </a:lnTo>
                  <a:lnTo>
                    <a:pt x="1637672" y="1274821"/>
                  </a:lnTo>
                  <a:lnTo>
                    <a:pt x="1587473" y="1263212"/>
                  </a:lnTo>
                  <a:lnTo>
                    <a:pt x="1540013" y="1249309"/>
                  </a:lnTo>
                  <a:lnTo>
                    <a:pt x="1495613" y="1233230"/>
                  </a:lnTo>
                  <a:lnTo>
                    <a:pt x="1454592" y="1215097"/>
                  </a:lnTo>
                  <a:lnTo>
                    <a:pt x="1417269" y="1195028"/>
                  </a:lnTo>
                  <a:lnTo>
                    <a:pt x="1383966" y="1173144"/>
                  </a:lnTo>
                  <a:lnTo>
                    <a:pt x="1334905" y="1186198"/>
                  </a:lnTo>
                  <a:lnTo>
                    <a:pt x="1284596" y="1196985"/>
                  </a:lnTo>
                  <a:lnTo>
                    <a:pt x="1233303" y="1205538"/>
                  </a:lnTo>
                  <a:lnTo>
                    <a:pt x="1181294" y="1211890"/>
                  </a:lnTo>
                  <a:lnTo>
                    <a:pt x="1128834" y="1216073"/>
                  </a:lnTo>
                  <a:lnTo>
                    <a:pt x="1076191" y="1218120"/>
                  </a:lnTo>
                  <a:lnTo>
                    <a:pt x="1023629" y="1218062"/>
                  </a:lnTo>
                  <a:lnTo>
                    <a:pt x="971416" y="1215933"/>
                  </a:lnTo>
                  <a:lnTo>
                    <a:pt x="919818" y="1211765"/>
                  </a:lnTo>
                  <a:lnTo>
                    <a:pt x="869101" y="1205590"/>
                  </a:lnTo>
                  <a:lnTo>
                    <a:pt x="819532" y="1197441"/>
                  </a:lnTo>
                  <a:lnTo>
                    <a:pt x="771376" y="1187350"/>
                  </a:lnTo>
                  <a:lnTo>
                    <a:pt x="724900" y="1175350"/>
                  </a:lnTo>
                  <a:lnTo>
                    <a:pt x="680370" y="1161473"/>
                  </a:lnTo>
                  <a:lnTo>
                    <a:pt x="638053" y="1145751"/>
                  </a:lnTo>
                  <a:lnTo>
                    <a:pt x="598214" y="1128217"/>
                  </a:lnTo>
                  <a:lnTo>
                    <a:pt x="561121" y="1108903"/>
                  </a:lnTo>
                  <a:lnTo>
                    <a:pt x="527039" y="1087843"/>
                  </a:lnTo>
                  <a:lnTo>
                    <a:pt x="496236" y="1065067"/>
                  </a:lnTo>
                  <a:lnTo>
                    <a:pt x="489505" y="1059352"/>
                  </a:lnTo>
                  <a:lnTo>
                    <a:pt x="430089" y="1060400"/>
                  </a:lnTo>
                  <a:lnTo>
                    <a:pt x="372644" y="1056901"/>
                  </a:lnTo>
                  <a:lnTo>
                    <a:pt x="318003" y="1049175"/>
                  </a:lnTo>
                  <a:lnTo>
                    <a:pt x="267001" y="1037545"/>
                  </a:lnTo>
                  <a:lnTo>
                    <a:pt x="220471" y="1022332"/>
                  </a:lnTo>
                  <a:lnTo>
                    <a:pt x="179249" y="1003857"/>
                  </a:lnTo>
                  <a:lnTo>
                    <a:pt x="144168" y="982443"/>
                  </a:lnTo>
                  <a:lnTo>
                    <a:pt x="95770" y="932082"/>
                  </a:lnTo>
                  <a:lnTo>
                    <a:pt x="83495" y="865054"/>
                  </a:lnTo>
                  <a:lnTo>
                    <a:pt x="99884" y="827641"/>
                  </a:lnTo>
                  <a:lnTo>
                    <a:pt x="132394" y="792799"/>
                  </a:lnTo>
                  <a:lnTo>
                    <a:pt x="180133" y="761791"/>
                  </a:lnTo>
                  <a:lnTo>
                    <a:pt x="126633" y="743114"/>
                  </a:lnTo>
                  <a:lnTo>
                    <a:pt x="82033" y="720731"/>
                  </a:lnTo>
                  <a:lnTo>
                    <a:pt x="46703" y="695328"/>
                  </a:lnTo>
                  <a:lnTo>
                    <a:pt x="5318" y="638209"/>
                  </a:lnTo>
                  <a:lnTo>
                    <a:pt x="0" y="607867"/>
                  </a:lnTo>
                  <a:lnTo>
                    <a:pt x="5421" y="577252"/>
                  </a:lnTo>
                  <a:lnTo>
                    <a:pt x="49958" y="517951"/>
                  </a:lnTo>
                  <a:lnTo>
                    <a:pt x="82822" y="494873"/>
                  </a:lnTo>
                  <a:lnTo>
                    <a:pt x="122159" y="474842"/>
                  </a:lnTo>
                  <a:lnTo>
                    <a:pt x="167099" y="458134"/>
                  </a:lnTo>
                  <a:lnTo>
                    <a:pt x="216770" y="445025"/>
                  </a:lnTo>
                  <a:lnTo>
                    <a:pt x="270300" y="435789"/>
                  </a:lnTo>
                  <a:lnTo>
                    <a:pt x="326818" y="430702"/>
                  </a:lnTo>
                  <a:lnTo>
                    <a:pt x="329866" y="426638"/>
                  </a:lnTo>
                  <a:close/>
                </a:path>
              </a:pathLst>
            </a:custGeom>
            <a:noFill/>
            <a:ln w="38100">
              <a:solidFill>
                <a:srgbClr val="f1f1f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280" name="object 13" descr=""/>
            <p:cNvPicPr/>
            <p:nvPr/>
          </p:nvPicPr>
          <p:blipFill>
            <a:blip r:embed="rId6"/>
            <a:stretch/>
          </p:blipFill>
          <p:spPr>
            <a:xfrm>
              <a:off x="8149320" y="1865160"/>
              <a:ext cx="109440" cy="109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81" name="object 14" descr=""/>
            <p:cNvPicPr/>
            <p:nvPr/>
          </p:nvPicPr>
          <p:blipFill>
            <a:blip r:embed="rId7"/>
            <a:stretch/>
          </p:blipFill>
          <p:spPr>
            <a:xfrm>
              <a:off x="7934040" y="1628640"/>
              <a:ext cx="181440" cy="181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82" name="object 15" descr=""/>
            <p:cNvPicPr/>
            <p:nvPr/>
          </p:nvPicPr>
          <p:blipFill>
            <a:blip r:embed="rId8"/>
            <a:stretch/>
          </p:blipFill>
          <p:spPr>
            <a:xfrm>
              <a:off x="7670880" y="1338480"/>
              <a:ext cx="253440" cy="253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83" name="object 16"/>
            <p:cNvSpPr/>
            <p:nvPr/>
          </p:nvSpPr>
          <p:spPr>
            <a:xfrm>
              <a:off x="5438880" y="70200"/>
              <a:ext cx="3320280" cy="1101600"/>
            </a:xfrm>
            <a:custGeom>
              <a:avLst/>
              <a:gdLst>
                <a:gd name="textAreaLeft" fmla="*/ 0 w 3320280"/>
                <a:gd name="textAreaRight" fmla="*/ 3321000 w 3320280"/>
                <a:gd name="textAreaTop" fmla="*/ 0 h 1101600"/>
                <a:gd name="textAreaBottom" fmla="*/ 1102320 h 1101600"/>
              </a:gdLst>
              <a:ahLst/>
              <a:rect l="textAreaLeft" t="textAreaTop" r="textAreaRight" b="textAreaBottom"/>
              <a:pathLst>
                <a:path w="3321050" h="1102360">
                  <a:moveTo>
                    <a:pt x="212216" y="714756"/>
                  </a:moveTo>
                  <a:lnTo>
                    <a:pt x="156841" y="714773"/>
                  </a:lnTo>
                  <a:lnTo>
                    <a:pt x="102393" y="710707"/>
                  </a:lnTo>
                  <a:lnTo>
                    <a:pt x="49803" y="702665"/>
                  </a:lnTo>
                  <a:lnTo>
                    <a:pt x="0" y="690753"/>
                  </a:lnTo>
                </a:path>
                <a:path w="3321050" h="1102360">
                  <a:moveTo>
                    <a:pt x="399541" y="976249"/>
                  </a:moveTo>
                  <a:lnTo>
                    <a:pt x="376908" y="980249"/>
                  </a:lnTo>
                  <a:lnTo>
                    <a:pt x="353822" y="983488"/>
                  </a:lnTo>
                  <a:lnTo>
                    <a:pt x="330354" y="985964"/>
                  </a:lnTo>
                  <a:lnTo>
                    <a:pt x="306577" y="987679"/>
                  </a:lnTo>
                </a:path>
                <a:path w="3321050" h="1102360">
                  <a:moveTo>
                    <a:pt x="1199642" y="1101979"/>
                  </a:moveTo>
                  <a:lnTo>
                    <a:pt x="1183550" y="1089483"/>
                  </a:lnTo>
                  <a:lnTo>
                    <a:pt x="1168828" y="1076594"/>
                  </a:lnTo>
                  <a:lnTo>
                    <a:pt x="1155511" y="1063349"/>
                  </a:lnTo>
                  <a:lnTo>
                    <a:pt x="1143634" y="1049782"/>
                  </a:lnTo>
                </a:path>
                <a:path w="3321050" h="1102360">
                  <a:moveTo>
                    <a:pt x="2234310" y="971804"/>
                  </a:moveTo>
                  <a:lnTo>
                    <a:pt x="2231050" y="986325"/>
                  </a:lnTo>
                  <a:lnTo>
                    <a:pt x="2226230" y="1000728"/>
                  </a:lnTo>
                  <a:lnTo>
                    <a:pt x="2219862" y="1014987"/>
                  </a:lnTo>
                  <a:lnTo>
                    <a:pt x="2211958" y="1029081"/>
                  </a:lnTo>
                </a:path>
                <a:path w="3321050" h="1102360">
                  <a:moveTo>
                    <a:pt x="2678556" y="618109"/>
                  </a:moveTo>
                  <a:lnTo>
                    <a:pt x="2738523" y="634987"/>
                  </a:lnTo>
                  <a:lnTo>
                    <a:pt x="2792148" y="655526"/>
                  </a:lnTo>
                  <a:lnTo>
                    <a:pt x="2838900" y="679304"/>
                  </a:lnTo>
                  <a:lnTo>
                    <a:pt x="2878248" y="705897"/>
                  </a:lnTo>
                  <a:lnTo>
                    <a:pt x="2909661" y="734884"/>
                  </a:lnTo>
                  <a:lnTo>
                    <a:pt x="2932606" y="765841"/>
                  </a:lnTo>
                  <a:lnTo>
                    <a:pt x="2946554" y="798346"/>
                  </a:lnTo>
                  <a:lnTo>
                    <a:pt x="2950972" y="831977"/>
                  </a:lnTo>
                </a:path>
                <a:path w="3321050" h="1102360">
                  <a:moveTo>
                    <a:pt x="3321050" y="390144"/>
                  </a:moveTo>
                  <a:lnTo>
                    <a:pt x="3298027" y="412686"/>
                  </a:lnTo>
                  <a:lnTo>
                    <a:pt x="3269932" y="433705"/>
                  </a:lnTo>
                  <a:lnTo>
                    <a:pt x="3237075" y="453009"/>
                  </a:lnTo>
                  <a:lnTo>
                    <a:pt x="3199765" y="470408"/>
                  </a:lnTo>
                </a:path>
                <a:path w="3321050" h="1102360">
                  <a:moveTo>
                    <a:pt x="3029966" y="92455"/>
                  </a:moveTo>
                  <a:lnTo>
                    <a:pt x="3033014" y="101889"/>
                  </a:lnTo>
                  <a:lnTo>
                    <a:pt x="3035109" y="111347"/>
                  </a:lnTo>
                  <a:lnTo>
                    <a:pt x="3036252" y="120852"/>
                  </a:lnTo>
                  <a:lnTo>
                    <a:pt x="3036443" y="130428"/>
                  </a:lnTo>
                </a:path>
                <a:path w="3321050" h="1102360">
                  <a:moveTo>
                    <a:pt x="2255266" y="48260"/>
                  </a:moveTo>
                  <a:lnTo>
                    <a:pt x="2268114" y="35361"/>
                  </a:lnTo>
                  <a:lnTo>
                    <a:pt x="2282809" y="22987"/>
                  </a:lnTo>
                  <a:lnTo>
                    <a:pt x="2299289" y="11183"/>
                  </a:lnTo>
                  <a:lnTo>
                    <a:pt x="2317496" y="0"/>
                  </a:lnTo>
                </a:path>
                <a:path w="3321050" h="1102360">
                  <a:moveTo>
                    <a:pt x="1674114" y="71247"/>
                  </a:moveTo>
                  <a:lnTo>
                    <a:pt x="1679638" y="60541"/>
                  </a:lnTo>
                  <a:lnTo>
                    <a:pt x="1686496" y="49990"/>
                  </a:lnTo>
                  <a:lnTo>
                    <a:pt x="1694687" y="39653"/>
                  </a:lnTo>
                  <a:lnTo>
                    <a:pt x="1704213" y="29591"/>
                  </a:lnTo>
                </a:path>
                <a:path w="3321050" h="1102360">
                  <a:moveTo>
                    <a:pt x="991997" y="85471"/>
                  </a:moveTo>
                  <a:lnTo>
                    <a:pt x="1021060" y="94370"/>
                  </a:lnTo>
                  <a:lnTo>
                    <a:pt x="1048956" y="104092"/>
                  </a:lnTo>
                  <a:lnTo>
                    <a:pt x="1075614" y="114599"/>
                  </a:lnTo>
                  <a:lnTo>
                    <a:pt x="1100963" y="125857"/>
                  </a:lnTo>
                </a:path>
                <a:path w="3321050" h="1102360">
                  <a:moveTo>
                    <a:pt x="164846" y="403225"/>
                  </a:moveTo>
                  <a:lnTo>
                    <a:pt x="158797" y="392701"/>
                  </a:lnTo>
                  <a:lnTo>
                    <a:pt x="153606" y="382095"/>
                  </a:lnTo>
                  <a:lnTo>
                    <a:pt x="149272" y="371417"/>
                  </a:lnTo>
                  <a:lnTo>
                    <a:pt x="145796" y="360680"/>
                  </a:lnTo>
                </a:path>
              </a:pathLst>
            </a:custGeom>
            <a:noFill/>
            <a:ln w="38100">
              <a:solidFill>
                <a:srgbClr val="f1f1f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84" name="object 17"/>
          <p:cNvSpPr/>
          <p:nvPr/>
        </p:nvSpPr>
        <p:spPr>
          <a:xfrm>
            <a:off x="5836320" y="470880"/>
            <a:ext cx="1711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1600" spc="-6" strike="noStrike" u="none">
                <a:solidFill>
                  <a:srgbClr val="f1f1f1"/>
                </a:solidFill>
                <a:uFillTx/>
                <a:latin typeface="Verdana"/>
              </a:rPr>
              <a:t>Problem</a:t>
            </a:r>
            <a:r>
              <a:rPr b="0" lang="en-US" sz="1600" spc="-34" strike="noStrike" u="none">
                <a:solidFill>
                  <a:srgbClr val="f1f1f1"/>
                </a:solidFill>
                <a:uFillTx/>
                <a:latin typeface="Verdana"/>
              </a:rPr>
              <a:t> </a:t>
            </a:r>
            <a:r>
              <a:rPr b="0" lang="en-US" sz="1600" spc="-11" strike="noStrike" u="none">
                <a:solidFill>
                  <a:srgbClr val="f1f1f1"/>
                </a:solidFill>
                <a:uFillTx/>
                <a:latin typeface="Verdana"/>
              </a:rPr>
              <a:t>Domain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ftr" idx="27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object 2" descr=""/>
          <p:cNvPicPr/>
          <p:nvPr/>
        </p:nvPicPr>
        <p:blipFill>
          <a:blip r:embed="rId1"/>
          <a:stretch/>
        </p:blipFill>
        <p:spPr>
          <a:xfrm>
            <a:off x="7848720" y="0"/>
            <a:ext cx="1294560" cy="1294560"/>
          </a:xfrm>
          <a:prstGeom prst="rect">
            <a:avLst/>
          </a:prstGeom>
          <a:ln w="0">
            <a:noFill/>
          </a:ln>
        </p:spPr>
      </p:pic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4429080" cy="8002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US" sz="4400" spc="-490" strike="noStrike" u="none">
                <a:solidFill>
                  <a:srgbClr val="1f2022"/>
                </a:solidFill>
                <a:uFillTx/>
                <a:latin typeface="Microsoft Sans Serif"/>
              </a:rPr>
              <a:t>P</a:t>
            </a:r>
            <a:r>
              <a:rPr b="0" lang="en-US" sz="4400" spc="-326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oblem</a:t>
            </a:r>
            <a:r>
              <a:rPr b="0" lang="en-US" sz="4400" spc="2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451" strike="noStrike" u="none">
                <a:solidFill>
                  <a:srgbClr val="1f2022"/>
                </a:solidFill>
                <a:uFillTx/>
                <a:latin typeface="Microsoft Sans Serif"/>
              </a:rPr>
              <a:t>Do</a:t>
            </a:r>
            <a:r>
              <a:rPr b="0" lang="en-US" sz="4400" spc="-581" strike="noStrike" u="none">
                <a:solidFill>
                  <a:srgbClr val="1f2022"/>
                </a:solidFill>
                <a:uFillTx/>
                <a:latin typeface="Microsoft Sans Serif"/>
              </a:rPr>
              <a:t>m</a:t>
            </a:r>
            <a:r>
              <a:rPr b="0" lang="en-US" sz="4400" spc="-196" strike="noStrike" u="none">
                <a:solidFill>
                  <a:srgbClr val="1f2022"/>
                </a:solidFill>
                <a:uFillTx/>
                <a:latin typeface="Microsoft Sans Serif"/>
              </a:rPr>
              <a:t>ain</a:t>
            </a:r>
            <a:r>
              <a:rPr b="0" lang="en-US" sz="4400" spc="1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object 4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43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object 5"/>
          <p:cNvSpPr/>
          <p:nvPr/>
        </p:nvSpPr>
        <p:spPr>
          <a:xfrm>
            <a:off x="3127320" y="2383200"/>
            <a:ext cx="5723280" cy="37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32280" indent="-320040" algn="just" defTabSz="914400">
              <a:lnSpc>
                <a:spcPct val="100000"/>
              </a:lnSpc>
              <a:spcBef>
                <a:spcPts val="10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</a:tabLst>
            </a:pPr>
            <a:r>
              <a:rPr b="0" lang="en-US" sz="2000" spc="-230" strike="noStrike" u="none">
                <a:solidFill>
                  <a:schemeClr val="dk1"/>
                </a:solidFill>
                <a:uFillTx/>
                <a:latin typeface="Microsoft Sans Serif"/>
              </a:rPr>
              <a:t>These</a:t>
            </a:r>
            <a:r>
              <a:rPr b="0" lang="en-US" sz="2000" spc="-22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210" strike="noStrike" u="none">
                <a:solidFill>
                  <a:schemeClr val="dk1"/>
                </a:solidFill>
                <a:uFillTx/>
                <a:latin typeface="Microsoft Sans Serif"/>
              </a:rPr>
              <a:t>users</a:t>
            </a:r>
            <a:r>
              <a:rPr b="0" lang="en-US" sz="2000" spc="-20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9" strike="noStrike" u="none">
                <a:solidFill>
                  <a:schemeClr val="dk1"/>
                </a:solidFill>
                <a:uFillTx/>
                <a:latin typeface="Microsoft Sans Serif"/>
              </a:rPr>
              <a:t>have </a:t>
            </a:r>
            <a:r>
              <a:rPr b="0" lang="en-US" sz="2000" spc="-210" strike="noStrike" u="none">
                <a:solidFill>
                  <a:schemeClr val="dk1"/>
                </a:solidFill>
                <a:uFillTx/>
                <a:latin typeface="Microsoft Sans Serif"/>
              </a:rPr>
              <a:t>business</a:t>
            </a:r>
            <a:r>
              <a:rPr b="0" lang="en-US" sz="2000" spc="-20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or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technical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problems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that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they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need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our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help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45" strike="noStrike" u="none">
                <a:solidFill>
                  <a:schemeClr val="dk1"/>
                </a:solidFill>
                <a:uFillTx/>
                <a:latin typeface="Microsoft Sans Serif"/>
              </a:rPr>
              <a:t>solve.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33264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280" indent="-320040" algn="just" defTabSz="914400">
              <a:lnSpc>
                <a:spcPct val="100000"/>
              </a:lnSpc>
              <a:spcBef>
                <a:spcPts val="1301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</a:tabLst>
            </a:pP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Therefore,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it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81" strike="noStrike" u="none">
                <a:solidFill>
                  <a:schemeClr val="dk1"/>
                </a:solidFill>
                <a:uFillTx/>
                <a:latin typeface="Microsoft Sans Serif"/>
              </a:rPr>
              <a:t>becomes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our</a:t>
            </a:r>
            <a:r>
              <a:rPr b="0" lang="en-US" sz="2000" spc="28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problem</a:t>
            </a:r>
            <a:r>
              <a:rPr b="0" lang="en-US" sz="2000" spc="3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2000" spc="38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understand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their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problems,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their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culture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2000" spc="34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their</a:t>
            </a:r>
            <a:r>
              <a:rPr b="0" lang="en-US" sz="2000" spc="3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language,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5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buil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0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st</a:t>
            </a:r>
            <a:r>
              <a:rPr b="0" lang="en-US" sz="2000" spc="-184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334" strike="noStrike" u="none">
                <a:solidFill>
                  <a:schemeClr val="dk1"/>
                </a:solidFill>
                <a:uFillTx/>
                <a:latin typeface="Microsoft Sans Serif"/>
              </a:rPr>
              <a:t>ms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201" strike="noStrike" u="none">
                <a:solidFill>
                  <a:schemeClr val="dk1"/>
                </a:solidFill>
                <a:uFillTx/>
                <a:latin typeface="Microsoft Sans Serif"/>
              </a:rPr>
              <a:t>me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thei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r 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ne</a:t>
            </a:r>
            <a:r>
              <a:rPr b="0" lang="en-US" sz="2000" spc="-150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18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-184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33264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280" indent="-320040" algn="just" defTabSz="914400">
              <a:lnSpc>
                <a:spcPct val="100000"/>
              </a:lnSpc>
              <a:spcBef>
                <a:spcPts val="1321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</a:tabLst>
            </a:pP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Within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problem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domain,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we</a:t>
            </a:r>
            <a:r>
              <a:rPr b="0" lang="en-US" sz="2000" spc="26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230" strike="noStrike" u="none">
                <a:solidFill>
                  <a:schemeClr val="dk1"/>
                </a:solidFill>
                <a:uFillTx/>
                <a:latin typeface="Microsoft Sans Serif"/>
              </a:rPr>
              <a:t>use</a:t>
            </a:r>
            <a:r>
              <a:rPr b="0" lang="en-US" sz="2000" spc="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 </a:t>
            </a:r>
            <a:r>
              <a:rPr b="0" lang="en-US" sz="2000" spc="-159" strike="noStrike" u="none">
                <a:solidFill>
                  <a:schemeClr val="dk1"/>
                </a:solidFill>
                <a:uFillTx/>
                <a:latin typeface="Microsoft Sans Serif"/>
              </a:rPr>
              <a:t>set</a:t>
            </a:r>
            <a:r>
              <a:rPr b="0" lang="en-US" sz="2000" spc="21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of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team 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45" strike="noStrike" u="none">
                <a:solidFill>
                  <a:schemeClr val="dk1"/>
                </a:solidFill>
                <a:uFillTx/>
                <a:latin typeface="Microsoft Sans Serif"/>
              </a:rPr>
              <a:t>skills</a:t>
            </a:r>
            <a:r>
              <a:rPr b="0" lang="en-US" sz="2000" spc="-1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to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gain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an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understanding</a:t>
            </a:r>
            <a:r>
              <a:rPr b="0" lang="en-US" sz="2000" spc="3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of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26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problem</a:t>
            </a:r>
            <a:r>
              <a:rPr b="0" lang="en-US" sz="2000" spc="3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and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ne</a:t>
            </a:r>
            <a:r>
              <a:rPr b="0" lang="en-US" sz="2000" spc="-150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170" strike="noStrike" u="none">
                <a:solidFill>
                  <a:schemeClr val="dk1"/>
                </a:solidFill>
                <a:uFillTx/>
                <a:latin typeface="Microsoft Sans Serif"/>
              </a:rPr>
              <a:t>ds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300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2000" spc="-196" strike="noStrike" u="none">
                <a:solidFill>
                  <a:schemeClr val="dk1"/>
                </a:solidFill>
                <a:uFillTx/>
                <a:latin typeface="Microsoft Sans Serif"/>
              </a:rPr>
              <a:t>ust</a:t>
            </a:r>
            <a:r>
              <a:rPr b="0" lang="en-US" sz="20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51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2000" spc="45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ed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5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ad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334" strike="noStrike" u="none">
                <a:solidFill>
                  <a:schemeClr val="dk1"/>
                </a:solidFill>
                <a:uFillTx/>
                <a:latin typeface="Microsoft Sans Serif"/>
              </a:rPr>
              <a:t>ss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0" strike="noStrike" u="none">
                <a:solidFill>
                  <a:schemeClr val="dk1"/>
                </a:solidFill>
                <a:uFillTx/>
                <a:latin typeface="Microsoft Sans Serif"/>
              </a:rPr>
              <a:t>this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ob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2000" spc="-18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275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0" name="object 6" descr=""/>
          <p:cNvPicPr/>
          <p:nvPr/>
        </p:nvPicPr>
        <p:blipFill>
          <a:blip r:embed="rId2"/>
          <a:stretch/>
        </p:blipFill>
        <p:spPr>
          <a:xfrm>
            <a:off x="0" y="1600200"/>
            <a:ext cx="2988720" cy="4098240"/>
          </a:xfrm>
          <a:prstGeom prst="rect">
            <a:avLst/>
          </a:prstGeom>
          <a:ln w="0">
            <a:noFill/>
          </a:ln>
        </p:spPr>
      </p:pic>
      <p:sp>
        <p:nvSpPr>
          <p:cNvPr id="291" name="PlaceHolder 2"/>
          <p:cNvSpPr>
            <a:spLocks noGrp="1"/>
          </p:cNvSpPr>
          <p:nvPr>
            <p:ph type="ftr" idx="28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5043240" cy="8002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Sta</a:t>
            </a:r>
            <a:r>
              <a:rPr b="0" lang="en-US" sz="4400" spc="-349" strike="noStrike" u="none">
                <a:solidFill>
                  <a:srgbClr val="1f2022"/>
                </a:solidFill>
                <a:uFillTx/>
                <a:latin typeface="Microsoft Sans Serif"/>
              </a:rPr>
              <a:t>k</a:t>
            </a:r>
            <a:r>
              <a:rPr b="0" lang="en-US" sz="4400" spc="-334" strike="noStrike" u="none">
                <a:solidFill>
                  <a:srgbClr val="1f2022"/>
                </a:solidFill>
                <a:uFillTx/>
                <a:latin typeface="Microsoft Sans Serif"/>
              </a:rPr>
              <a:t>eh</a:t>
            </a:r>
            <a:r>
              <a:rPr b="0" lang="en-US" sz="4400" spc="-326" strike="noStrike" u="none">
                <a:solidFill>
                  <a:srgbClr val="1f2022"/>
                </a:solidFill>
                <a:uFillTx/>
                <a:latin typeface="Microsoft Sans Serif"/>
              </a:rPr>
              <a:t>o</a:t>
            </a:r>
            <a:r>
              <a:rPr b="0" lang="en-US" sz="4400" spc="-96" strike="noStrike" u="none">
                <a:solidFill>
                  <a:srgbClr val="1f2022"/>
                </a:solidFill>
                <a:uFillTx/>
                <a:latin typeface="Microsoft Sans Serif"/>
              </a:rPr>
              <a:t>ld</a:t>
            </a:r>
            <a:r>
              <a:rPr b="0" lang="en-US" sz="4400" spc="-145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r 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Ne</a:t>
            </a:r>
            <a:r>
              <a:rPr b="0" lang="en-US" sz="4400" spc="-215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374" strike="noStrike" u="none">
                <a:solidFill>
                  <a:srgbClr val="1f2022"/>
                </a:solidFill>
                <a:uFillTx/>
                <a:latin typeface="Microsoft Sans Serif"/>
              </a:rPr>
              <a:t>ds</a:t>
            </a:r>
            <a:r>
              <a:rPr b="0" lang="en-US" sz="4400" spc="2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object 3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44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object 4"/>
          <p:cNvSpPr/>
          <p:nvPr/>
        </p:nvSpPr>
        <p:spPr>
          <a:xfrm>
            <a:off x="691560" y="1618200"/>
            <a:ext cx="7995960" cy="28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10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  <a:tab algn="l" pos="333360"/>
                <a:tab algn="l" pos="5094000"/>
                <a:tab algn="l" pos="5958720"/>
              </a:tabLst>
            </a:pP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Sta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k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eho</a:t>
            </a:r>
            <a:r>
              <a:rPr b="0" lang="en-US" sz="2000" spc="-31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rs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are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peo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ple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ho</a:t>
            </a:r>
            <a:r>
              <a:rPr b="0" lang="en-US" sz="20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sta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k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inte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st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2000" spc="-14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-34" strike="noStrike" u="none">
                <a:solidFill>
                  <a:schemeClr val="dk1"/>
                </a:solidFill>
                <a:uFillTx/>
                <a:latin typeface="Microsoft Sans Serif"/>
              </a:rPr>
              <a:t>j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ect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332640"/>
                <a:tab algn="l" pos="333360"/>
                <a:tab algn="l" pos="5094000"/>
                <a:tab algn="l" pos="595872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defTabSz="914400">
              <a:lnSpc>
                <a:spcPct val="100000"/>
              </a:lnSpc>
              <a:spcBef>
                <a:spcPts val="131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  <a:tab algn="l" pos="333360"/>
                <a:tab algn="l" pos="851040"/>
                <a:tab algn="l" pos="3272760"/>
                <a:tab algn="l" pos="3594240"/>
                <a:tab algn="l" pos="6330240"/>
              </a:tabLst>
            </a:pP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It</a:t>
            </a:r>
            <a:r>
              <a:rPr b="0" lang="en-US" sz="2000" spc="45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81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2000" spc="-181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also</a:t>
            </a:r>
            <a:r>
              <a:rPr b="0" lang="en-US" sz="2000" spc="4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our</a:t>
            </a:r>
            <a:r>
              <a:rPr b="0" lang="en-US" sz="2000" spc="4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responsibility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understand</a:t>
            </a:r>
            <a:r>
              <a:rPr b="0" lang="en-US" sz="2000" spc="4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4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needs</a:t>
            </a:r>
            <a:r>
              <a:rPr b="0" lang="en-US" sz="2000" spc="4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204" strike="noStrike" u="none">
                <a:solidFill>
                  <a:schemeClr val="dk1"/>
                </a:solidFill>
                <a:uFillTx/>
                <a:latin typeface="Microsoft Sans Serif"/>
              </a:rPr>
              <a:t>users</a:t>
            </a:r>
            <a:r>
              <a:rPr b="0" lang="en-US" sz="2000" spc="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other </a:t>
            </a:r>
            <a:r>
              <a:rPr b="0" lang="en-US" sz="2000" spc="-5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stakeholders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84" strike="noStrike" u="none">
                <a:solidFill>
                  <a:schemeClr val="dk1"/>
                </a:solidFill>
                <a:uFillTx/>
                <a:latin typeface="Microsoft Sans Serif"/>
              </a:rPr>
              <a:t>whose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lives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will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34" strike="noStrike" u="none">
                <a:solidFill>
                  <a:schemeClr val="dk1"/>
                </a:solidFill>
                <a:uFillTx/>
                <a:latin typeface="Microsoft Sans Serif"/>
              </a:rPr>
              <a:t>affected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by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our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solution.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332640"/>
                <a:tab algn="l" pos="333360"/>
                <a:tab algn="l" pos="851040"/>
                <a:tab algn="l" pos="3272760"/>
                <a:tab algn="l" pos="3594240"/>
                <a:tab algn="l" pos="633024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defTabSz="914400">
              <a:lnSpc>
                <a:spcPct val="100000"/>
              </a:lnSpc>
              <a:spcBef>
                <a:spcPts val="131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0" lang="en-US" sz="2000" spc="-230" strike="noStrike" u="none">
                <a:solidFill>
                  <a:schemeClr val="dk1"/>
                </a:solidFill>
                <a:uFillTx/>
                <a:latin typeface="Microsoft Sans Serif"/>
              </a:rPr>
              <a:t>As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we</a:t>
            </a:r>
            <a:r>
              <a:rPr b="0" lang="en-US" sz="2000" spc="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elicit</a:t>
            </a:r>
            <a:r>
              <a:rPr b="0" lang="en-US" sz="2000" spc="1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those</a:t>
            </a:r>
            <a:r>
              <a:rPr b="0" lang="en-US" sz="2000" spc="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needs,</a:t>
            </a:r>
            <a:r>
              <a:rPr b="0" lang="en-US" sz="2000" spc="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we'll</a:t>
            </a:r>
            <a:r>
              <a:rPr b="0" lang="en-US" sz="2000" spc="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9" strike="noStrike" u="none">
                <a:solidFill>
                  <a:schemeClr val="dk1"/>
                </a:solidFill>
                <a:uFillTx/>
                <a:latin typeface="Microsoft Sans Serif"/>
              </a:rPr>
              <a:t>stack</a:t>
            </a:r>
            <a:r>
              <a:rPr b="0" lang="en-US" sz="2000" spc="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them</a:t>
            </a:r>
            <a:r>
              <a:rPr b="0" lang="en-US" sz="2000" spc="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2000" spc="16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little</a:t>
            </a:r>
            <a:r>
              <a:rPr b="0" lang="en-US" sz="2000" spc="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pile</a:t>
            </a:r>
            <a:r>
              <a:rPr b="0" lang="en-US" sz="2000" spc="1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called</a:t>
            </a:r>
            <a:r>
              <a:rPr b="0" lang="en-US" sz="2000" spc="1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stakeholder </a:t>
            </a:r>
            <a:r>
              <a:rPr b="0" lang="en-US" sz="2000" spc="-5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ne</a:t>
            </a:r>
            <a:r>
              <a:rPr b="0" lang="en-US" sz="2000" spc="-150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18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-201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,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96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2000" spc="-159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2000" spc="-235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20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0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prese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8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215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95" name="object 5"/>
          <p:cNvGrpSpPr/>
          <p:nvPr/>
        </p:nvGrpSpPr>
        <p:grpSpPr>
          <a:xfrm>
            <a:off x="2640960" y="4258080"/>
            <a:ext cx="3580560" cy="2568600"/>
            <a:chOff x="2640960" y="4258080"/>
            <a:chExt cx="3580560" cy="2568600"/>
          </a:xfrm>
        </p:grpSpPr>
        <p:pic>
          <p:nvPicPr>
            <p:cNvPr id="296" name="object 6" descr=""/>
            <p:cNvPicPr/>
            <p:nvPr/>
          </p:nvPicPr>
          <p:blipFill>
            <a:blip r:embed="rId1"/>
            <a:stretch/>
          </p:blipFill>
          <p:spPr>
            <a:xfrm>
              <a:off x="2640960" y="4258080"/>
              <a:ext cx="3580560" cy="256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97" name="object 7" descr=""/>
            <p:cNvPicPr/>
            <p:nvPr/>
          </p:nvPicPr>
          <p:blipFill>
            <a:blip r:embed="rId2"/>
            <a:stretch/>
          </p:blipFill>
          <p:spPr>
            <a:xfrm>
              <a:off x="3523320" y="5529240"/>
              <a:ext cx="1347840" cy="433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98" name="object 8"/>
            <p:cNvSpPr/>
            <p:nvPr/>
          </p:nvSpPr>
          <p:spPr>
            <a:xfrm>
              <a:off x="2666880" y="4267080"/>
              <a:ext cx="3504600" cy="2513880"/>
            </a:xfrm>
            <a:custGeom>
              <a:avLst/>
              <a:gdLst>
                <a:gd name="textAreaLeft" fmla="*/ 0 w 3504600"/>
                <a:gd name="textAreaRight" fmla="*/ 3505320 w 3504600"/>
                <a:gd name="textAreaTop" fmla="*/ 0 h 2513880"/>
                <a:gd name="textAreaBottom" fmla="*/ 2514600 h 2513880"/>
              </a:gdLst>
              <a:ahLst/>
              <a:rect l="textAreaLeft" t="textAreaTop" r="textAreaRight" b="textAreaBottom"/>
              <a:pathLst>
                <a:path w="3505200" h="2514600">
                  <a:moveTo>
                    <a:pt x="1752600" y="0"/>
                  </a:moveTo>
                  <a:lnTo>
                    <a:pt x="0" y="2514598"/>
                  </a:lnTo>
                  <a:lnTo>
                    <a:pt x="3505200" y="2514598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4f81b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99" name="object 9"/>
            <p:cNvSpPr/>
            <p:nvPr/>
          </p:nvSpPr>
          <p:spPr>
            <a:xfrm>
              <a:off x="2666880" y="4267080"/>
              <a:ext cx="3504600" cy="2513880"/>
            </a:xfrm>
            <a:custGeom>
              <a:avLst/>
              <a:gdLst>
                <a:gd name="textAreaLeft" fmla="*/ 0 w 3504600"/>
                <a:gd name="textAreaRight" fmla="*/ 3505320 w 3504600"/>
                <a:gd name="textAreaTop" fmla="*/ 0 h 2513880"/>
                <a:gd name="textAreaBottom" fmla="*/ 2514600 h 2513880"/>
              </a:gdLst>
              <a:ahLst/>
              <a:rect l="textAreaLeft" t="textAreaTop" r="textAreaRight" b="textAreaBottom"/>
              <a:pathLst>
                <a:path w="3505200" h="2514600">
                  <a:moveTo>
                    <a:pt x="0" y="2514598"/>
                  </a:moveTo>
                  <a:lnTo>
                    <a:pt x="1752600" y="0"/>
                  </a:lnTo>
                  <a:lnTo>
                    <a:pt x="3505200" y="2514598"/>
                  </a:lnTo>
                  <a:lnTo>
                    <a:pt x="0" y="2514598"/>
                  </a:lnTo>
                  <a:close/>
                </a:path>
              </a:pathLst>
            </a:custGeom>
            <a:noFill/>
            <a:ln w="38100">
              <a:solidFill>
                <a:srgbClr val="001f5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300" name="object 10"/>
          <p:cNvSpPr/>
          <p:nvPr/>
        </p:nvSpPr>
        <p:spPr>
          <a:xfrm>
            <a:off x="4051080" y="5553000"/>
            <a:ext cx="64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1600" spc="-14" strike="noStrike" u="none">
                <a:solidFill>
                  <a:srgbClr val="ffffff"/>
                </a:solidFill>
                <a:uFillTx/>
                <a:latin typeface="Verdana"/>
              </a:rPr>
              <a:t>N</a:t>
            </a:r>
            <a:r>
              <a:rPr b="0" lang="en-US" sz="1600" spc="-6" strike="noStrike" u="none">
                <a:solidFill>
                  <a:srgbClr val="ffffff"/>
                </a:solidFill>
                <a:uFillTx/>
                <a:latin typeface="Verdana"/>
              </a:rPr>
              <a:t>e</a:t>
            </a:r>
            <a:r>
              <a:rPr b="0" lang="en-US" sz="1600" spc="-14" strike="noStrike" u="none">
                <a:solidFill>
                  <a:srgbClr val="ffffff"/>
                </a:solidFill>
                <a:uFillTx/>
                <a:latin typeface="Verdana"/>
              </a:rPr>
              <a:t>e</a:t>
            </a:r>
            <a:r>
              <a:rPr b="0" lang="en-US" sz="1600" spc="-11" strike="noStrike" u="none">
                <a:solidFill>
                  <a:srgbClr val="ffffff"/>
                </a:solidFill>
                <a:uFillTx/>
                <a:latin typeface="Verdana"/>
              </a:rPr>
              <a:t>ds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ftr" idx="29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7369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962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US" sz="4000" spc="-210" strike="noStrike" u="none">
                <a:solidFill>
                  <a:srgbClr val="1f2022"/>
                </a:solidFill>
                <a:uFillTx/>
                <a:latin typeface="Microsoft Sans Serif"/>
              </a:rPr>
              <a:t>Moving</a:t>
            </a:r>
            <a:r>
              <a:rPr b="0" lang="en-US" sz="4000" spc="3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210" strike="noStrike" u="none">
                <a:solidFill>
                  <a:srgbClr val="1f2022"/>
                </a:solidFill>
                <a:uFillTx/>
                <a:latin typeface="Microsoft Sans Serif"/>
              </a:rPr>
              <a:t>towards</a:t>
            </a:r>
            <a:r>
              <a:rPr b="0" lang="en-US" sz="4000" spc="45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244" strike="noStrike" u="none">
                <a:solidFill>
                  <a:srgbClr val="1f2022"/>
                </a:solidFill>
                <a:uFillTx/>
                <a:latin typeface="Microsoft Sans Serif"/>
              </a:rPr>
              <a:t>the</a:t>
            </a:r>
            <a:r>
              <a:rPr b="0" lang="en-US" sz="4000" spc="3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275" strike="noStrike" u="none">
                <a:solidFill>
                  <a:srgbClr val="1f2022"/>
                </a:solidFill>
                <a:uFillTx/>
                <a:latin typeface="Microsoft Sans Serif"/>
              </a:rPr>
              <a:t>solution</a:t>
            </a:r>
            <a:r>
              <a:rPr b="0" lang="en-US" sz="4000" spc="2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241" strike="noStrike" u="none">
                <a:solidFill>
                  <a:srgbClr val="1f2022"/>
                </a:solidFill>
                <a:uFillTx/>
                <a:latin typeface="Microsoft Sans Serif"/>
              </a:rPr>
              <a:t>domain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3" name="object 3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45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object 4"/>
          <p:cNvSpPr/>
          <p:nvPr/>
        </p:nvSpPr>
        <p:spPr>
          <a:xfrm>
            <a:off x="691560" y="1621440"/>
            <a:ext cx="7997040" cy="18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32640" indent="-320760" algn="just" defTabSz="914400">
              <a:lnSpc>
                <a:spcPct val="100000"/>
              </a:lnSpc>
              <a:spcBef>
                <a:spcPts val="99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3360"/>
              </a:tabLst>
            </a:pP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We</a:t>
            </a:r>
            <a:r>
              <a:rPr b="0" lang="en-US" sz="1800" spc="-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64" strike="noStrike" u="none">
                <a:solidFill>
                  <a:schemeClr val="dk1"/>
                </a:solidFill>
                <a:uFillTx/>
                <a:latin typeface="Microsoft Sans Serif"/>
              </a:rPr>
              <a:t>move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25" strike="noStrike" u="none">
                <a:solidFill>
                  <a:schemeClr val="dk1"/>
                </a:solidFill>
                <a:uFillTx/>
                <a:latin typeface="Microsoft Sans Serif"/>
              </a:rPr>
              <a:t>Solution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domain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from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problem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domain</a:t>
            </a:r>
            <a:r>
              <a:rPr b="0" lang="en-US" sz="1800" spc="25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800" spc="24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order</a:t>
            </a:r>
            <a:r>
              <a:rPr b="0" lang="en-US" sz="1800" spc="3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800" spc="3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provide</a:t>
            </a:r>
            <a:r>
              <a:rPr b="0" lang="en-US" sz="1800" spc="3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25" strike="noStrike" u="none">
                <a:solidFill>
                  <a:schemeClr val="dk1"/>
                </a:solidFill>
                <a:uFillTx/>
                <a:latin typeface="Microsoft Sans Serif"/>
              </a:rPr>
              <a:t>solution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problem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at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hand.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333360"/>
              </a:tabLst>
            </a:pP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algn="just" defTabSz="914400">
              <a:lnSpc>
                <a:spcPct val="100000"/>
              </a:lnSpc>
              <a:spcBef>
                <a:spcPts val="1406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3360"/>
              </a:tabLst>
            </a:pP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In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800" spc="-125" strike="noStrike" u="none">
                <a:solidFill>
                  <a:schemeClr val="dk1"/>
                </a:solidFill>
                <a:uFillTx/>
                <a:latin typeface="Microsoft Sans Serif"/>
              </a:rPr>
              <a:t>solution 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space, </a:t>
            </a:r>
            <a:r>
              <a:rPr b="0" lang="en-US" sz="1800" spc="-125" strike="noStrike" u="none">
                <a:solidFill>
                  <a:schemeClr val="dk1"/>
                </a:solidFill>
                <a:uFillTx/>
                <a:latin typeface="Microsoft Sans Serif"/>
              </a:rPr>
              <a:t>we 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focus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on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defining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solution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to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user's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problem; </a:t>
            </a:r>
            <a:r>
              <a:rPr b="0" lang="en-US" sz="1800" spc="-139" strike="noStrike" u="none">
                <a:solidFill>
                  <a:schemeClr val="dk1"/>
                </a:solidFill>
                <a:uFillTx/>
                <a:latin typeface="Microsoft Sans Serif"/>
              </a:rPr>
              <a:t>this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is 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800" spc="-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realm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9" strike="noStrike" u="none">
                <a:solidFill>
                  <a:schemeClr val="dk1"/>
                </a:solidFill>
                <a:uFillTx/>
                <a:latin typeface="Microsoft Sans Serif"/>
              </a:rPr>
              <a:t>computers,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9" strike="noStrike" u="none">
                <a:solidFill>
                  <a:schemeClr val="dk1"/>
                </a:solidFill>
                <a:uFillTx/>
                <a:latin typeface="Microsoft Sans Serif"/>
              </a:rPr>
              <a:t>programming,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operating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84" strike="noStrike" u="none">
                <a:solidFill>
                  <a:schemeClr val="dk1"/>
                </a:solidFill>
                <a:uFillTx/>
                <a:latin typeface="Microsoft Sans Serif"/>
              </a:rPr>
              <a:t>systems,</a:t>
            </a:r>
            <a:r>
              <a:rPr b="0" lang="en-US" sz="1800" spc="-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networks,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800" spc="3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processing 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9" strike="noStrike" u="none">
                <a:solidFill>
                  <a:schemeClr val="dk1"/>
                </a:solidFill>
                <a:uFillTx/>
                <a:latin typeface="Microsoft Sans Serif"/>
              </a:rPr>
              <a:t>nodes.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Here,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25" strike="noStrike" u="none">
                <a:solidFill>
                  <a:schemeClr val="dk1"/>
                </a:solidFill>
                <a:uFillTx/>
                <a:latin typeface="Microsoft Sans Serif"/>
              </a:rPr>
              <a:t>we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can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apply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skills</a:t>
            </a:r>
            <a:r>
              <a:rPr b="0" lang="en-US" sz="18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25" strike="noStrike" u="none">
                <a:solidFill>
                  <a:schemeClr val="dk1"/>
                </a:solidFill>
                <a:uFillTx/>
                <a:latin typeface="Microsoft Sans Serif"/>
              </a:rPr>
              <a:t>we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have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learned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210" strike="noStrike" u="none">
                <a:solidFill>
                  <a:schemeClr val="dk1"/>
                </a:solidFill>
                <a:uFillTx/>
                <a:latin typeface="Microsoft Sans Serif"/>
              </a:rPr>
              <a:t>much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more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directly.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5" name="object 5" descr=""/>
          <p:cNvPicPr/>
          <p:nvPr/>
        </p:nvPicPr>
        <p:blipFill>
          <a:blip r:embed="rId1"/>
          <a:stretch/>
        </p:blipFill>
        <p:spPr>
          <a:xfrm>
            <a:off x="76320" y="3505320"/>
            <a:ext cx="4723560" cy="3039120"/>
          </a:xfrm>
          <a:prstGeom prst="rect">
            <a:avLst/>
          </a:prstGeom>
          <a:ln w="0">
            <a:noFill/>
          </a:ln>
        </p:spPr>
      </p:pic>
      <p:pic>
        <p:nvPicPr>
          <p:cNvPr id="306" name="object 6" descr=""/>
          <p:cNvPicPr/>
          <p:nvPr/>
        </p:nvPicPr>
        <p:blipFill>
          <a:blip r:embed="rId2"/>
          <a:stretch/>
        </p:blipFill>
        <p:spPr>
          <a:xfrm>
            <a:off x="5181480" y="3609720"/>
            <a:ext cx="3790800" cy="3032280"/>
          </a:xfrm>
          <a:prstGeom prst="rect">
            <a:avLst/>
          </a:prstGeom>
          <a:ln w="0">
            <a:noFill/>
          </a:ln>
        </p:spPr>
      </p:pic>
      <p:sp>
        <p:nvSpPr>
          <p:cNvPr id="307" name="PlaceHolder 2"/>
          <p:cNvSpPr>
            <a:spLocks noGrp="1"/>
          </p:cNvSpPr>
          <p:nvPr>
            <p:ph type="ftr" idx="30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7369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962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US" sz="4000" spc="-210" strike="noStrike" u="none">
                <a:solidFill>
                  <a:srgbClr val="1f2022"/>
                </a:solidFill>
                <a:uFillTx/>
                <a:latin typeface="Microsoft Sans Serif"/>
              </a:rPr>
              <a:t>Moving</a:t>
            </a:r>
            <a:r>
              <a:rPr b="0" lang="en-US" sz="4000" spc="3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210" strike="noStrike" u="none">
                <a:solidFill>
                  <a:srgbClr val="1f2022"/>
                </a:solidFill>
                <a:uFillTx/>
                <a:latin typeface="Microsoft Sans Serif"/>
              </a:rPr>
              <a:t>towards</a:t>
            </a:r>
            <a:r>
              <a:rPr b="0" lang="en-US" sz="4000" spc="45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244" strike="noStrike" u="none">
                <a:solidFill>
                  <a:srgbClr val="1f2022"/>
                </a:solidFill>
                <a:uFillTx/>
                <a:latin typeface="Microsoft Sans Serif"/>
              </a:rPr>
              <a:t>the</a:t>
            </a:r>
            <a:r>
              <a:rPr b="0" lang="en-US" sz="4000" spc="3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275" strike="noStrike" u="none">
                <a:solidFill>
                  <a:srgbClr val="1f2022"/>
                </a:solidFill>
                <a:uFillTx/>
                <a:latin typeface="Microsoft Sans Serif"/>
              </a:rPr>
              <a:t>solution</a:t>
            </a:r>
            <a:r>
              <a:rPr b="0" lang="en-US" sz="4000" spc="2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241" strike="noStrike" u="none">
                <a:solidFill>
                  <a:srgbClr val="1f2022"/>
                </a:solidFill>
                <a:uFillTx/>
                <a:latin typeface="Microsoft Sans Serif"/>
              </a:rPr>
              <a:t>domain</a:t>
            </a:r>
            <a:r>
              <a:rPr b="0" lang="en-US" sz="4000" spc="2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object 3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46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object 4"/>
          <p:cNvSpPr/>
          <p:nvPr/>
        </p:nvSpPr>
        <p:spPr>
          <a:xfrm>
            <a:off x="691560" y="1762560"/>
            <a:ext cx="5172120" cy="14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236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570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1" lang="en-US" sz="1800" spc="-145" strike="noStrike" u="none">
                <a:solidFill>
                  <a:schemeClr val="dk1"/>
                </a:solidFill>
                <a:uFillTx/>
                <a:latin typeface="Arial"/>
              </a:rPr>
              <a:t>Fe</a:t>
            </a:r>
            <a:r>
              <a:rPr b="1" lang="en-US" sz="1800" spc="-105" strike="noStrike" u="none">
                <a:solidFill>
                  <a:schemeClr val="dk1"/>
                </a:solidFill>
                <a:uFillTx/>
                <a:latin typeface="Arial"/>
              </a:rPr>
              <a:t>a</a:t>
            </a:r>
            <a:r>
              <a:rPr b="1" lang="en-US" sz="1800" spc="-150" strike="noStrike" u="none">
                <a:solidFill>
                  <a:schemeClr val="dk1"/>
                </a:solidFill>
                <a:uFillTx/>
                <a:latin typeface="Arial"/>
              </a:rPr>
              <a:t>tu</a:t>
            </a:r>
            <a:r>
              <a:rPr b="1" lang="en-US" sz="1800" spc="-85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1800" spc="-190" strike="noStrike" u="none">
                <a:solidFill>
                  <a:schemeClr val="dk1"/>
                </a:solidFill>
                <a:uFillTx/>
                <a:latin typeface="Arial"/>
              </a:rPr>
              <a:t>es</a:t>
            </a:r>
            <a:r>
              <a:rPr b="1" lang="en-US" sz="1800" spc="-54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800" spc="-96" strike="noStrike" u="none">
                <a:solidFill>
                  <a:schemeClr val="dk1"/>
                </a:solidFill>
                <a:uFillTx/>
                <a:latin typeface="Arial"/>
              </a:rPr>
              <a:t>of</a:t>
            </a:r>
            <a:r>
              <a:rPr b="1" lang="en-US" sz="1800" spc="99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800" spc="-139" strike="noStrike" u="none">
                <a:solidFill>
                  <a:schemeClr val="dk1"/>
                </a:solidFill>
                <a:uFillTx/>
                <a:latin typeface="Arial"/>
              </a:rPr>
              <a:t>the</a:t>
            </a:r>
            <a:r>
              <a:rPr b="1" lang="en-US" sz="1800" spc="-40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800" spc="-184" strike="noStrike" u="none">
                <a:solidFill>
                  <a:schemeClr val="dk1"/>
                </a:solidFill>
                <a:uFillTx/>
                <a:latin typeface="Arial"/>
              </a:rPr>
              <a:t>System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4320" defTabSz="914400">
              <a:lnSpc>
                <a:spcPts val="1729"/>
              </a:lnSpc>
              <a:spcBef>
                <a:spcPts val="635"/>
              </a:spcBef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652680"/>
                <a:tab algn="l" pos="653400"/>
              </a:tabLst>
            </a:pP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32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service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provided</a:t>
            </a:r>
            <a:r>
              <a:rPr b="0" lang="en-US" sz="16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by</a:t>
            </a:r>
            <a:r>
              <a:rPr b="0" lang="en-US" sz="16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56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r>
              <a:rPr b="0" lang="en-US" sz="1600" spc="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fulfills</a:t>
            </a:r>
            <a:r>
              <a:rPr b="0" lang="en-US" sz="1600" spc="3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one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or </a:t>
            </a:r>
            <a:r>
              <a:rPr b="0" lang="en-US" sz="1600" spc="-408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21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re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st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k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holder</a:t>
            </a:r>
            <a:r>
              <a:rPr b="0" lang="en-US" sz="1600" spc="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ne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pc="-286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5"/>
              </a:spcBef>
              <a:tabLst>
                <a:tab algn="l" pos="652680"/>
                <a:tab algn="l" pos="653400"/>
              </a:tabLst>
            </a:pPr>
            <a:endParaRPr b="0" lang="en-US" sz="1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defTabSz="914400">
              <a:lnSpc>
                <a:spcPct val="100000"/>
              </a:lnSpc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This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list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could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64" strike="noStrike" u="none">
                <a:solidFill>
                  <a:schemeClr val="dk1"/>
                </a:solidFill>
                <a:uFillTx/>
                <a:latin typeface="Microsoft Sans Serif"/>
              </a:rPr>
              <a:t>consists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600" spc="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01" strike="noStrike" u="none">
                <a:solidFill>
                  <a:schemeClr val="dk1"/>
                </a:solidFill>
                <a:uFillTx/>
                <a:latin typeface="Microsoft Sans Serif"/>
              </a:rPr>
              <a:t>such</a:t>
            </a: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items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as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following.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object 5"/>
          <p:cNvSpPr/>
          <p:nvPr/>
        </p:nvSpPr>
        <p:spPr>
          <a:xfrm>
            <a:off x="1057320" y="3697560"/>
            <a:ext cx="4808160" cy="24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86560" indent="-274320" defTabSz="914400">
              <a:lnSpc>
                <a:spcPct val="100000"/>
              </a:lnSpc>
              <a:spcBef>
                <a:spcPts val="99"/>
              </a:spcBef>
              <a:buClr>
                <a:srgbClr val="7d96ac"/>
              </a:buClr>
              <a:buSzPct val="68000"/>
              <a:buFont typeface="Wingdings" charset="2"/>
              <a:buChar char=""/>
              <a:tabLst>
                <a:tab algn="l" pos="286560"/>
                <a:tab algn="l" pos="286920"/>
              </a:tabLst>
            </a:pPr>
            <a:r>
              <a:rPr b="0" lang="en-US" sz="1400" spc="6" strike="noStrike" u="none">
                <a:solidFill>
                  <a:schemeClr val="dk1"/>
                </a:solidFill>
                <a:uFillTx/>
                <a:latin typeface="Microsoft Sans Serif"/>
              </a:rPr>
              <a:t>"</a:t>
            </a:r>
            <a:r>
              <a:rPr b="0" lang="en-US" sz="1400" spc="-170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1400" spc="-15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ca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4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40" strike="noStrike" u="none">
                <a:solidFill>
                  <a:schemeClr val="dk1"/>
                </a:solidFill>
                <a:uFillTx/>
                <a:latin typeface="Microsoft Sans Serif"/>
              </a:rPr>
              <a:t>wi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ll</a:t>
            </a:r>
            <a:r>
              <a:rPr b="0" lang="en-US" sz="14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ha</a:t>
            </a:r>
            <a:r>
              <a:rPr b="0" lang="en-US" sz="1400" spc="-111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1400" spc="-7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400" spc="-111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400" spc="-99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400" spc="-7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4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5" strike="noStrike" u="none">
                <a:solidFill>
                  <a:schemeClr val="dk1"/>
                </a:solidFill>
                <a:uFillTx/>
                <a:latin typeface="Microsoft Sans Serif"/>
              </a:rPr>
              <a:t>wind</a:t>
            </a:r>
            <a:r>
              <a:rPr b="0" lang="en-US" sz="1400" spc="-111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400" spc="-184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400" spc="-145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r>
              <a:rPr b="0" lang="en-US" sz="1400" spc="-235" strike="noStrike" u="none">
                <a:solidFill>
                  <a:schemeClr val="dk1"/>
                </a:solidFill>
                <a:uFillTx/>
                <a:latin typeface="Microsoft Sans Serif"/>
              </a:rPr>
              <a:t>―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286560"/>
                <a:tab algn="l" pos="2869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6560" indent="-274320" defTabSz="914400">
              <a:lnSpc>
                <a:spcPct val="100000"/>
              </a:lnSpc>
              <a:spcBef>
                <a:spcPts val="850"/>
              </a:spcBef>
              <a:buClr>
                <a:srgbClr val="7d96ac"/>
              </a:buClr>
              <a:buSzPct val="68000"/>
              <a:buFont typeface="Wingdings" charset="2"/>
              <a:buChar char=""/>
              <a:tabLst>
                <a:tab algn="l" pos="286560"/>
                <a:tab algn="l" pos="28692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"</a:t>
            </a:r>
            <a:r>
              <a:rPr b="0" lang="en-US" sz="1400" spc="-170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1400" spc="-15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05" strike="noStrike" u="none">
                <a:solidFill>
                  <a:schemeClr val="dk1"/>
                </a:solidFill>
                <a:uFillTx/>
                <a:latin typeface="Microsoft Sans Serif"/>
              </a:rPr>
              <a:t>ce</a:t>
            </a:r>
            <a:r>
              <a:rPr b="0" lang="en-US" sz="1400" spc="-40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4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400" spc="-31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400" spc="-79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400" spc="-45" strike="noStrike" u="none">
                <a:solidFill>
                  <a:schemeClr val="dk1"/>
                </a:solidFill>
                <a:uFillTx/>
                <a:latin typeface="Microsoft Sans Serif"/>
              </a:rPr>
              <a:t>vid</a:t>
            </a:r>
            <a:r>
              <a:rPr b="0" lang="en-US" sz="1400" spc="-5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-235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4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400" spc="-11" strike="noStrike" u="none">
                <a:solidFill>
                  <a:schemeClr val="dk1"/>
                </a:solidFill>
                <a:uFillTx/>
                <a:latin typeface="Microsoft Sans Serif"/>
              </a:rPr>
              <a:t>tt</a:t>
            </a:r>
            <a:r>
              <a:rPr b="0" lang="en-US" sz="1400" spc="-7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2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400" spc="-164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4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45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34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400" spc="-139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k</a:t>
            </a:r>
            <a:r>
              <a:rPr b="0" lang="en-US" sz="14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05" strike="noStrike" u="none">
                <a:solidFill>
                  <a:schemeClr val="dk1"/>
                </a:solidFill>
                <a:uFillTx/>
                <a:latin typeface="Microsoft Sans Serif"/>
              </a:rPr>
              <a:t>scre</a:t>
            </a:r>
            <a:r>
              <a:rPr b="0" lang="en-US" sz="1400" spc="-11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n"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286560"/>
                <a:tab algn="l" pos="2869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6560" indent="-274320" algn="just" defTabSz="914400">
              <a:lnSpc>
                <a:spcPts val="1511"/>
              </a:lnSpc>
              <a:spcBef>
                <a:spcPts val="1040"/>
              </a:spcBef>
              <a:buClr>
                <a:srgbClr val="7d96ac"/>
              </a:buClr>
              <a:buSzPct val="68000"/>
              <a:buFont typeface="Wingdings" charset="2"/>
              <a:buChar char=""/>
              <a:tabLst>
                <a:tab algn="l" pos="286920"/>
              </a:tabLst>
            </a:pPr>
            <a:r>
              <a:rPr b="0" lang="en-US" sz="1400" spc="-235" strike="noStrike" u="none">
                <a:solidFill>
                  <a:schemeClr val="dk1"/>
                </a:solidFill>
                <a:uFillTx/>
                <a:latin typeface="Microsoft Sans Serif"/>
              </a:rPr>
              <a:t>―</a:t>
            </a:r>
            <a:r>
              <a:rPr b="0" lang="en-US" sz="1400" spc="-2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64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400" spc="-15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9" strike="noStrike" u="none">
                <a:solidFill>
                  <a:schemeClr val="dk1"/>
                </a:solidFill>
                <a:uFillTx/>
                <a:latin typeface="Microsoft Sans Serif"/>
              </a:rPr>
              <a:t>Attendance</a:t>
            </a:r>
            <a:r>
              <a:rPr b="0" lang="en-US" sz="1400" spc="-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4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13" strike="noStrike" u="none">
                <a:solidFill>
                  <a:schemeClr val="dk1"/>
                </a:solidFill>
                <a:uFillTx/>
                <a:latin typeface="Microsoft Sans Serif"/>
              </a:rPr>
              <a:t>students</a:t>
            </a:r>
            <a:r>
              <a:rPr b="0" lang="en-US" sz="14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31" strike="noStrike" u="none">
                <a:solidFill>
                  <a:schemeClr val="dk1"/>
                </a:solidFill>
                <a:uFillTx/>
                <a:latin typeface="Microsoft Sans Serif"/>
              </a:rPr>
              <a:t>will</a:t>
            </a:r>
            <a:r>
              <a:rPr b="0" lang="en-US" sz="14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40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1400" spc="-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enrolled</a:t>
            </a:r>
            <a:r>
              <a:rPr b="0" lang="en-US" sz="14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6" strike="noStrike" u="none">
                <a:solidFill>
                  <a:schemeClr val="dk1"/>
                </a:solidFill>
                <a:uFillTx/>
                <a:latin typeface="Microsoft Sans Serif"/>
              </a:rPr>
              <a:t>through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45" strike="noStrike" u="none">
                <a:solidFill>
                  <a:schemeClr val="dk1"/>
                </a:solidFill>
                <a:uFillTx/>
                <a:latin typeface="Microsoft Sans Serif"/>
              </a:rPr>
              <a:t>face </a:t>
            </a:r>
            <a:r>
              <a:rPr b="0" lang="en-US" sz="1400" spc="-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1" strike="noStrike" u="none">
                <a:solidFill>
                  <a:schemeClr val="dk1"/>
                </a:solidFill>
                <a:uFillTx/>
                <a:latin typeface="Microsoft Sans Serif"/>
              </a:rPr>
              <a:t>recognition</a:t>
            </a:r>
            <a:r>
              <a:rPr b="0" lang="en-US" sz="14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40" strike="noStrike" u="none">
                <a:solidFill>
                  <a:schemeClr val="dk1"/>
                </a:solidFill>
                <a:uFillTx/>
                <a:latin typeface="Microsoft Sans Serif"/>
              </a:rPr>
              <a:t>."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2869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6560" indent="-274320" algn="just" defTabSz="914400">
              <a:lnSpc>
                <a:spcPts val="1511"/>
              </a:lnSpc>
              <a:spcBef>
                <a:spcPts val="1018"/>
              </a:spcBef>
              <a:buClr>
                <a:srgbClr val="7d96ac"/>
              </a:buClr>
              <a:buSzPct val="68000"/>
              <a:buFont typeface="Wingdings" charset="2"/>
              <a:buChar char=""/>
              <a:tabLst>
                <a:tab algn="l" pos="286920"/>
              </a:tabLst>
            </a:pPr>
            <a:r>
              <a:rPr b="0" lang="en-US" sz="1400" spc="-164" strike="noStrike" u="none">
                <a:solidFill>
                  <a:schemeClr val="dk1"/>
                </a:solidFill>
                <a:uFillTx/>
                <a:latin typeface="Microsoft Sans Serif"/>
              </a:rPr>
              <a:t>These</a:t>
            </a:r>
            <a:r>
              <a:rPr b="0" lang="en-US" sz="1400" spc="-15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31" strike="noStrike" u="none">
                <a:solidFill>
                  <a:schemeClr val="dk1"/>
                </a:solidFill>
                <a:uFillTx/>
                <a:latin typeface="Microsoft Sans Serif"/>
              </a:rPr>
              <a:t>are </a:t>
            </a:r>
            <a:r>
              <a:rPr b="0" lang="en-US" sz="1400" spc="-96" strike="noStrike" u="none">
                <a:solidFill>
                  <a:schemeClr val="dk1"/>
                </a:solidFill>
                <a:uFillTx/>
                <a:latin typeface="Microsoft Sans Serif"/>
              </a:rPr>
              <a:t>simple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 descriptions,</a:t>
            </a:r>
            <a:r>
              <a:rPr b="0" lang="en-US" sz="1400" spc="19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400" spc="19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400" spc="20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25" strike="noStrike" u="none">
                <a:solidFill>
                  <a:schemeClr val="dk1"/>
                </a:solidFill>
                <a:uFillTx/>
                <a:latin typeface="Microsoft Sans Serif"/>
              </a:rPr>
              <a:t>user's</a:t>
            </a:r>
            <a:r>
              <a:rPr b="0" lang="en-US" sz="1400" spc="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1" strike="noStrike" u="none">
                <a:solidFill>
                  <a:schemeClr val="dk1"/>
                </a:solidFill>
                <a:uFillTx/>
                <a:latin typeface="Microsoft Sans Serif"/>
              </a:rPr>
              <a:t>language,</a:t>
            </a:r>
            <a:r>
              <a:rPr b="0" lang="en-US" sz="1400" spc="2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51" strike="noStrike" u="none">
                <a:solidFill>
                  <a:schemeClr val="dk1"/>
                </a:solidFill>
                <a:uFillTx/>
                <a:latin typeface="Microsoft Sans Serif"/>
              </a:rPr>
              <a:t>that </a:t>
            </a:r>
            <a:r>
              <a:rPr b="0" lang="en-US" sz="1400" spc="-113" strike="noStrike" u="none">
                <a:solidFill>
                  <a:schemeClr val="dk1"/>
                </a:solidFill>
                <a:uFillTx/>
                <a:latin typeface="Microsoft Sans Serif"/>
              </a:rPr>
              <a:t>we </a:t>
            </a:r>
            <a:r>
              <a:rPr b="0" lang="en-US" sz="14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31" strike="noStrike" u="none">
                <a:solidFill>
                  <a:schemeClr val="dk1"/>
                </a:solidFill>
                <a:uFillTx/>
                <a:latin typeface="Microsoft Sans Serif"/>
              </a:rPr>
              <a:t>will </a:t>
            </a:r>
            <a:r>
              <a:rPr b="0" lang="en-US" sz="1400" spc="-159" strike="noStrike" u="none">
                <a:solidFill>
                  <a:schemeClr val="dk1"/>
                </a:solidFill>
                <a:uFillTx/>
                <a:latin typeface="Microsoft Sans Serif"/>
              </a:rPr>
              <a:t>use</a:t>
            </a:r>
            <a:r>
              <a:rPr b="0" lang="en-US" sz="1400" spc="-1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19" strike="noStrike" u="none">
                <a:solidFill>
                  <a:schemeClr val="dk1"/>
                </a:solidFill>
                <a:uFillTx/>
                <a:latin typeface="Microsoft Sans Serif"/>
              </a:rPr>
              <a:t>as 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labels </a:t>
            </a:r>
            <a:r>
              <a:rPr b="0" lang="en-US" sz="1400" spc="-45" strike="noStrike" u="none">
                <a:solidFill>
                  <a:schemeClr val="dk1"/>
                </a:solidFill>
                <a:uFillTx/>
                <a:latin typeface="Microsoft Sans Serif"/>
              </a:rPr>
              <a:t>to </a:t>
            </a:r>
            <a:r>
              <a:rPr b="0" lang="en-US" sz="1400" spc="-119" strike="noStrike" u="none">
                <a:solidFill>
                  <a:schemeClr val="dk1"/>
                </a:solidFill>
                <a:uFillTx/>
                <a:latin typeface="Microsoft Sans Serif"/>
              </a:rPr>
              <a:t>communicate</a:t>
            </a:r>
            <a:r>
              <a:rPr b="0" lang="en-US" sz="1400" spc="-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5" strike="noStrike" u="none">
                <a:solidFill>
                  <a:schemeClr val="dk1"/>
                </a:solidFill>
                <a:uFillTx/>
                <a:latin typeface="Microsoft Sans Serif"/>
              </a:rPr>
              <a:t>with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400" spc="-125" strike="noStrike" u="none">
                <a:solidFill>
                  <a:schemeClr val="dk1"/>
                </a:solidFill>
                <a:uFillTx/>
                <a:latin typeface="Microsoft Sans Serif"/>
              </a:rPr>
              <a:t>user</a:t>
            </a:r>
            <a:r>
              <a:rPr b="0" lang="en-US" sz="1400" spc="-119" strike="noStrike" u="none">
                <a:solidFill>
                  <a:schemeClr val="dk1"/>
                </a:solidFill>
                <a:uFillTx/>
                <a:latin typeface="Microsoft Sans Serif"/>
              </a:rPr>
              <a:t> how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our </a:t>
            </a:r>
            <a:r>
              <a:rPr b="0" lang="en-US" sz="1400" spc="-136" strike="noStrike" u="none">
                <a:solidFill>
                  <a:schemeClr val="dk1"/>
                </a:solidFill>
                <a:uFillTx/>
                <a:latin typeface="Microsoft Sans Serif"/>
              </a:rPr>
              <a:t>system </a:t>
            </a:r>
            <a:r>
              <a:rPr b="0" lang="en-US" sz="1400" spc="-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add</a:t>
            </a:r>
            <a:r>
              <a:rPr b="0" lang="en-US" sz="1400" spc="-31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400" spc="-4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-176" strike="noStrike" u="none">
                <a:solidFill>
                  <a:schemeClr val="dk1"/>
                </a:solidFill>
                <a:uFillTx/>
                <a:latin typeface="Microsoft Sans Serif"/>
              </a:rPr>
              <a:t>ss</a:t>
            </a:r>
            <a:r>
              <a:rPr b="0" lang="en-US" sz="1400" spc="-204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-235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4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4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400" spc="-26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400" spc="-79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400" spc="-7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-224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12" name="object 6"/>
          <p:cNvGrpSpPr/>
          <p:nvPr/>
        </p:nvGrpSpPr>
        <p:grpSpPr>
          <a:xfrm>
            <a:off x="3971520" y="1903320"/>
            <a:ext cx="4970520" cy="4316760"/>
            <a:chOff x="3971520" y="1903320"/>
            <a:chExt cx="4970520" cy="4316760"/>
          </a:xfrm>
        </p:grpSpPr>
        <p:pic>
          <p:nvPicPr>
            <p:cNvPr id="313" name="object 7" descr=""/>
            <p:cNvPicPr/>
            <p:nvPr/>
          </p:nvPicPr>
          <p:blipFill>
            <a:blip r:embed="rId1"/>
            <a:stretch/>
          </p:blipFill>
          <p:spPr>
            <a:xfrm>
              <a:off x="6351840" y="4417200"/>
              <a:ext cx="2590200" cy="1802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14" name="object 8"/>
            <p:cNvSpPr/>
            <p:nvPr/>
          </p:nvSpPr>
          <p:spPr>
            <a:xfrm>
              <a:off x="5873400" y="5464800"/>
              <a:ext cx="547200" cy="399960"/>
            </a:xfrm>
            <a:custGeom>
              <a:avLst/>
              <a:gdLst>
                <a:gd name="textAreaLeft" fmla="*/ 0 w 547200"/>
                <a:gd name="textAreaRight" fmla="*/ 547920 w 547200"/>
                <a:gd name="textAreaTop" fmla="*/ 0 h 399960"/>
                <a:gd name="textAreaBottom" fmla="*/ 400680 h 399960"/>
              </a:gdLst>
              <a:ahLst/>
              <a:rect l="textAreaLeft" t="textAreaTop" r="textAreaRight" b="textAreaBottom"/>
              <a:pathLst>
                <a:path w="548004" h="400685">
                  <a:moveTo>
                    <a:pt x="462533" y="0"/>
                  </a:moveTo>
                  <a:lnTo>
                    <a:pt x="347852" y="100075"/>
                  </a:lnTo>
                  <a:lnTo>
                    <a:pt x="397890" y="100075"/>
                  </a:lnTo>
                  <a:lnTo>
                    <a:pt x="382088" y="142898"/>
                  </a:lnTo>
                  <a:lnTo>
                    <a:pt x="361168" y="183355"/>
                  </a:lnTo>
                  <a:lnTo>
                    <a:pt x="335477" y="221182"/>
                  </a:lnTo>
                  <a:lnTo>
                    <a:pt x="305365" y="256118"/>
                  </a:lnTo>
                  <a:lnTo>
                    <a:pt x="271178" y="287901"/>
                  </a:lnTo>
                  <a:lnTo>
                    <a:pt x="233266" y="316268"/>
                  </a:lnTo>
                  <a:lnTo>
                    <a:pt x="191976" y="340958"/>
                  </a:lnTo>
                  <a:lnTo>
                    <a:pt x="147656" y="361709"/>
                  </a:lnTo>
                  <a:lnTo>
                    <a:pt x="100655" y="378257"/>
                  </a:lnTo>
                  <a:lnTo>
                    <a:pt x="51320" y="390342"/>
                  </a:lnTo>
                  <a:lnTo>
                    <a:pt x="0" y="397700"/>
                  </a:lnTo>
                  <a:lnTo>
                    <a:pt x="52368" y="400064"/>
                  </a:lnTo>
                  <a:lnTo>
                    <a:pt x="103774" y="397388"/>
                  </a:lnTo>
                  <a:lnTo>
                    <a:pt x="153839" y="389899"/>
                  </a:lnTo>
                  <a:lnTo>
                    <a:pt x="202187" y="377822"/>
                  </a:lnTo>
                  <a:lnTo>
                    <a:pt x="248441" y="361386"/>
                  </a:lnTo>
                  <a:lnTo>
                    <a:pt x="292224" y="340815"/>
                  </a:lnTo>
                  <a:lnTo>
                    <a:pt x="333158" y="316337"/>
                  </a:lnTo>
                  <a:lnTo>
                    <a:pt x="370867" y="288176"/>
                  </a:lnTo>
                  <a:lnTo>
                    <a:pt x="404974" y="256561"/>
                  </a:lnTo>
                  <a:lnTo>
                    <a:pt x="435102" y="221717"/>
                  </a:lnTo>
                  <a:lnTo>
                    <a:pt x="460873" y="183871"/>
                  </a:lnTo>
                  <a:lnTo>
                    <a:pt x="481912" y="143248"/>
                  </a:lnTo>
                  <a:lnTo>
                    <a:pt x="497839" y="100075"/>
                  </a:lnTo>
                  <a:lnTo>
                    <a:pt x="547877" y="100075"/>
                  </a:lnTo>
                  <a:lnTo>
                    <a:pt x="462533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315" name="object 9" descr=""/>
            <p:cNvPicPr/>
            <p:nvPr/>
          </p:nvPicPr>
          <p:blipFill>
            <a:blip r:embed="rId2"/>
            <a:stretch/>
          </p:blipFill>
          <p:spPr>
            <a:xfrm>
              <a:off x="4759920" y="4487760"/>
              <a:ext cx="1362600" cy="842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16" name="object 10"/>
            <p:cNvSpPr/>
            <p:nvPr/>
          </p:nvSpPr>
          <p:spPr>
            <a:xfrm>
              <a:off x="4345200" y="3426480"/>
              <a:ext cx="682560" cy="1065960"/>
            </a:xfrm>
            <a:custGeom>
              <a:avLst/>
              <a:gdLst>
                <a:gd name="textAreaLeft" fmla="*/ 0 w 682560"/>
                <a:gd name="textAreaRight" fmla="*/ 683280 w 682560"/>
                <a:gd name="textAreaTop" fmla="*/ 0 h 1065960"/>
                <a:gd name="textAreaBottom" fmla="*/ 1066680 h 1065960"/>
              </a:gdLst>
              <a:ahLst/>
              <a:rect l="textAreaLeft" t="textAreaTop" r="textAreaRight" b="textAreaBottom"/>
              <a:pathLst>
                <a:path w="683260" h="1066800">
                  <a:moveTo>
                    <a:pt x="266573" y="0"/>
                  </a:moveTo>
                  <a:lnTo>
                    <a:pt x="0" y="0"/>
                  </a:lnTo>
                  <a:lnTo>
                    <a:pt x="26546" y="2681"/>
                  </a:lnTo>
                  <a:lnTo>
                    <a:pt x="52703" y="10627"/>
                  </a:lnTo>
                  <a:lnTo>
                    <a:pt x="103539" y="41718"/>
                  </a:lnTo>
                  <a:lnTo>
                    <a:pt x="151885" y="92081"/>
                  </a:lnTo>
                  <a:lnTo>
                    <a:pt x="174930" y="124118"/>
                  </a:lnTo>
                  <a:lnTo>
                    <a:pt x="197118" y="160526"/>
                  </a:lnTo>
                  <a:lnTo>
                    <a:pt x="218372" y="201158"/>
                  </a:lnTo>
                  <a:lnTo>
                    <a:pt x="238615" y="245865"/>
                  </a:lnTo>
                  <a:lnTo>
                    <a:pt x="257767" y="294497"/>
                  </a:lnTo>
                  <a:lnTo>
                    <a:pt x="275753" y="346906"/>
                  </a:lnTo>
                  <a:lnTo>
                    <a:pt x="292492" y="402943"/>
                  </a:lnTo>
                  <a:lnTo>
                    <a:pt x="307909" y="462460"/>
                  </a:lnTo>
                  <a:lnTo>
                    <a:pt x="321924" y="525307"/>
                  </a:lnTo>
                  <a:lnTo>
                    <a:pt x="334460" y="591337"/>
                  </a:lnTo>
                  <a:lnTo>
                    <a:pt x="345439" y="660400"/>
                  </a:lnTo>
                  <a:lnTo>
                    <a:pt x="274700" y="660400"/>
                  </a:lnTo>
                  <a:lnTo>
                    <a:pt x="506984" y="1066800"/>
                  </a:lnTo>
                  <a:lnTo>
                    <a:pt x="683005" y="660400"/>
                  </a:lnTo>
                  <a:lnTo>
                    <a:pt x="612139" y="660400"/>
                  </a:lnTo>
                  <a:lnTo>
                    <a:pt x="601160" y="591337"/>
                  </a:lnTo>
                  <a:lnTo>
                    <a:pt x="588624" y="525307"/>
                  </a:lnTo>
                  <a:lnTo>
                    <a:pt x="574608" y="462460"/>
                  </a:lnTo>
                  <a:lnTo>
                    <a:pt x="559191" y="402943"/>
                  </a:lnTo>
                  <a:lnTo>
                    <a:pt x="542449" y="346906"/>
                  </a:lnTo>
                  <a:lnTo>
                    <a:pt x="524462" y="294497"/>
                  </a:lnTo>
                  <a:lnTo>
                    <a:pt x="505306" y="245865"/>
                  </a:lnTo>
                  <a:lnTo>
                    <a:pt x="485059" y="201158"/>
                  </a:lnTo>
                  <a:lnTo>
                    <a:pt x="463799" y="160526"/>
                  </a:lnTo>
                  <a:lnTo>
                    <a:pt x="441604" y="124118"/>
                  </a:lnTo>
                  <a:lnTo>
                    <a:pt x="418551" y="92081"/>
                  </a:lnTo>
                  <a:lnTo>
                    <a:pt x="370182" y="41718"/>
                  </a:lnTo>
                  <a:lnTo>
                    <a:pt x="319316" y="10627"/>
                  </a:lnTo>
                  <a:lnTo>
                    <a:pt x="293140" y="2681"/>
                  </a:lnTo>
                  <a:lnTo>
                    <a:pt x="266573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317" name="object 11"/>
            <p:cNvSpPr/>
            <p:nvPr/>
          </p:nvSpPr>
          <p:spPr>
            <a:xfrm>
              <a:off x="3971520" y="3426480"/>
              <a:ext cx="506520" cy="1065960"/>
            </a:xfrm>
            <a:custGeom>
              <a:avLst/>
              <a:gdLst>
                <a:gd name="textAreaLeft" fmla="*/ 0 w 506520"/>
                <a:gd name="textAreaRight" fmla="*/ 507240 w 506520"/>
                <a:gd name="textAreaTop" fmla="*/ 0 h 1065960"/>
                <a:gd name="textAreaBottom" fmla="*/ 1066680 h 1065960"/>
              </a:gdLst>
              <a:ahLst/>
              <a:rect l="textAreaLeft" t="textAreaTop" r="textAreaRight" b="textAreaBottom"/>
              <a:pathLst>
                <a:path w="507364" h="1066800">
                  <a:moveTo>
                    <a:pt x="373634" y="0"/>
                  </a:moveTo>
                  <a:lnTo>
                    <a:pt x="326761" y="8312"/>
                  </a:lnTo>
                  <a:lnTo>
                    <a:pt x="281628" y="32582"/>
                  </a:lnTo>
                  <a:lnTo>
                    <a:pt x="238583" y="71810"/>
                  </a:lnTo>
                  <a:lnTo>
                    <a:pt x="197976" y="124997"/>
                  </a:lnTo>
                  <a:lnTo>
                    <a:pt x="160158" y="191141"/>
                  </a:lnTo>
                  <a:lnTo>
                    <a:pt x="142405" y="228760"/>
                  </a:lnTo>
                  <a:lnTo>
                    <a:pt x="125479" y="269244"/>
                  </a:lnTo>
                  <a:lnTo>
                    <a:pt x="109426" y="312467"/>
                  </a:lnTo>
                  <a:lnTo>
                    <a:pt x="94288" y="358305"/>
                  </a:lnTo>
                  <a:lnTo>
                    <a:pt x="80111" y="406632"/>
                  </a:lnTo>
                  <a:lnTo>
                    <a:pt x="66936" y="457324"/>
                  </a:lnTo>
                  <a:lnTo>
                    <a:pt x="54809" y="510256"/>
                  </a:lnTo>
                  <a:lnTo>
                    <a:pt x="43772" y="565302"/>
                  </a:lnTo>
                  <a:lnTo>
                    <a:pt x="33870" y="622338"/>
                  </a:lnTo>
                  <a:lnTo>
                    <a:pt x="25147" y="681239"/>
                  </a:lnTo>
                  <a:lnTo>
                    <a:pt x="17645" y="741879"/>
                  </a:lnTo>
                  <a:lnTo>
                    <a:pt x="11409" y="804134"/>
                  </a:lnTo>
                  <a:lnTo>
                    <a:pt x="6483" y="867878"/>
                  </a:lnTo>
                  <a:lnTo>
                    <a:pt x="2910" y="932987"/>
                  </a:lnTo>
                  <a:lnTo>
                    <a:pt x="734" y="999336"/>
                  </a:lnTo>
                  <a:lnTo>
                    <a:pt x="0" y="1066800"/>
                  </a:lnTo>
                  <a:lnTo>
                    <a:pt x="266700" y="1066800"/>
                  </a:lnTo>
                  <a:lnTo>
                    <a:pt x="267345" y="1003941"/>
                  </a:lnTo>
                  <a:lnTo>
                    <a:pt x="269261" y="941834"/>
                  </a:lnTo>
                  <a:lnTo>
                    <a:pt x="272419" y="880601"/>
                  </a:lnTo>
                  <a:lnTo>
                    <a:pt x="276786" y="820368"/>
                  </a:lnTo>
                  <a:lnTo>
                    <a:pt x="282334" y="761259"/>
                  </a:lnTo>
                  <a:lnTo>
                    <a:pt x="289032" y="703400"/>
                  </a:lnTo>
                  <a:lnTo>
                    <a:pt x="296850" y="646914"/>
                  </a:lnTo>
                  <a:lnTo>
                    <a:pt x="305758" y="591927"/>
                  </a:lnTo>
                  <a:lnTo>
                    <a:pt x="315725" y="538564"/>
                  </a:lnTo>
                  <a:lnTo>
                    <a:pt x="326722" y="486948"/>
                  </a:lnTo>
                  <a:lnTo>
                    <a:pt x="338717" y="437206"/>
                  </a:lnTo>
                  <a:lnTo>
                    <a:pt x="351682" y="389461"/>
                  </a:lnTo>
                  <a:lnTo>
                    <a:pt x="365586" y="343838"/>
                  </a:lnTo>
                  <a:lnTo>
                    <a:pt x="380397" y="300463"/>
                  </a:lnTo>
                  <a:lnTo>
                    <a:pt x="396088" y="259459"/>
                  </a:lnTo>
                  <a:lnTo>
                    <a:pt x="412626" y="220952"/>
                  </a:lnTo>
                  <a:lnTo>
                    <a:pt x="429982" y="185066"/>
                  </a:lnTo>
                  <a:lnTo>
                    <a:pt x="467028" y="121657"/>
                  </a:lnTo>
                  <a:lnTo>
                    <a:pt x="506984" y="70230"/>
                  </a:lnTo>
                  <a:lnTo>
                    <a:pt x="474610" y="39647"/>
                  </a:lnTo>
                  <a:lnTo>
                    <a:pt x="441451" y="17684"/>
                  </a:lnTo>
                  <a:lnTo>
                    <a:pt x="407721" y="4437"/>
                  </a:lnTo>
                  <a:lnTo>
                    <a:pt x="373634" y="0"/>
                  </a:lnTo>
                  <a:close/>
                </a:path>
              </a:pathLst>
            </a:custGeom>
            <a:solidFill>
              <a:srgbClr val="6479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318" name="object 12"/>
            <p:cNvSpPr/>
            <p:nvPr/>
          </p:nvSpPr>
          <p:spPr>
            <a:xfrm>
              <a:off x="3971520" y="3426480"/>
              <a:ext cx="1056600" cy="1065960"/>
            </a:xfrm>
            <a:custGeom>
              <a:avLst/>
              <a:gdLst>
                <a:gd name="textAreaLeft" fmla="*/ 0 w 1056600"/>
                <a:gd name="textAreaRight" fmla="*/ 1057320 w 1056600"/>
                <a:gd name="textAreaTop" fmla="*/ 0 h 1065960"/>
                <a:gd name="textAreaBottom" fmla="*/ 1066680 h 1065960"/>
              </a:gdLst>
              <a:ahLst/>
              <a:rect l="textAreaLeft" t="textAreaTop" r="textAreaRight" b="textAreaBottom"/>
              <a:pathLst>
                <a:path w="1057275" h="1066800">
                  <a:moveTo>
                    <a:pt x="506984" y="70230"/>
                  </a:moveTo>
                  <a:lnTo>
                    <a:pt x="467028" y="121657"/>
                  </a:lnTo>
                  <a:lnTo>
                    <a:pt x="429982" y="185066"/>
                  </a:lnTo>
                  <a:lnTo>
                    <a:pt x="412626" y="220952"/>
                  </a:lnTo>
                  <a:lnTo>
                    <a:pt x="396088" y="259459"/>
                  </a:lnTo>
                  <a:lnTo>
                    <a:pt x="380397" y="300463"/>
                  </a:lnTo>
                  <a:lnTo>
                    <a:pt x="365586" y="343838"/>
                  </a:lnTo>
                  <a:lnTo>
                    <a:pt x="351682" y="389461"/>
                  </a:lnTo>
                  <a:lnTo>
                    <a:pt x="338717" y="437206"/>
                  </a:lnTo>
                  <a:lnTo>
                    <a:pt x="326722" y="486948"/>
                  </a:lnTo>
                  <a:lnTo>
                    <a:pt x="315725" y="538564"/>
                  </a:lnTo>
                  <a:lnTo>
                    <a:pt x="305758" y="591927"/>
                  </a:lnTo>
                  <a:lnTo>
                    <a:pt x="296850" y="646914"/>
                  </a:lnTo>
                  <a:lnTo>
                    <a:pt x="289032" y="703400"/>
                  </a:lnTo>
                  <a:lnTo>
                    <a:pt x="282334" y="761259"/>
                  </a:lnTo>
                  <a:lnTo>
                    <a:pt x="276786" y="820368"/>
                  </a:lnTo>
                  <a:lnTo>
                    <a:pt x="272419" y="880601"/>
                  </a:lnTo>
                  <a:lnTo>
                    <a:pt x="269261" y="941834"/>
                  </a:lnTo>
                  <a:lnTo>
                    <a:pt x="267345" y="1003941"/>
                  </a:lnTo>
                  <a:lnTo>
                    <a:pt x="266700" y="1066800"/>
                  </a:lnTo>
                  <a:lnTo>
                    <a:pt x="0" y="1066800"/>
                  </a:lnTo>
                  <a:lnTo>
                    <a:pt x="734" y="999336"/>
                  </a:lnTo>
                  <a:lnTo>
                    <a:pt x="2910" y="932987"/>
                  </a:lnTo>
                  <a:lnTo>
                    <a:pt x="6483" y="867878"/>
                  </a:lnTo>
                  <a:lnTo>
                    <a:pt x="11409" y="804134"/>
                  </a:lnTo>
                  <a:lnTo>
                    <a:pt x="17645" y="741879"/>
                  </a:lnTo>
                  <a:lnTo>
                    <a:pt x="25147" y="681239"/>
                  </a:lnTo>
                  <a:lnTo>
                    <a:pt x="33870" y="622338"/>
                  </a:lnTo>
                  <a:lnTo>
                    <a:pt x="43772" y="565302"/>
                  </a:lnTo>
                  <a:lnTo>
                    <a:pt x="54809" y="510256"/>
                  </a:lnTo>
                  <a:lnTo>
                    <a:pt x="66936" y="457324"/>
                  </a:lnTo>
                  <a:lnTo>
                    <a:pt x="80111" y="406632"/>
                  </a:lnTo>
                  <a:lnTo>
                    <a:pt x="94288" y="358305"/>
                  </a:lnTo>
                  <a:lnTo>
                    <a:pt x="109426" y="312467"/>
                  </a:lnTo>
                  <a:lnTo>
                    <a:pt x="125479" y="269244"/>
                  </a:lnTo>
                  <a:lnTo>
                    <a:pt x="142405" y="228760"/>
                  </a:lnTo>
                  <a:lnTo>
                    <a:pt x="160158" y="191141"/>
                  </a:lnTo>
                  <a:lnTo>
                    <a:pt x="178697" y="156512"/>
                  </a:lnTo>
                  <a:lnTo>
                    <a:pt x="217953" y="96721"/>
                  </a:lnTo>
                  <a:lnTo>
                    <a:pt x="259822" y="50389"/>
                  </a:lnTo>
                  <a:lnTo>
                    <a:pt x="303955" y="18515"/>
                  </a:lnTo>
                  <a:lnTo>
                    <a:pt x="350002" y="2098"/>
                  </a:lnTo>
                  <a:lnTo>
                    <a:pt x="373634" y="0"/>
                  </a:lnTo>
                  <a:lnTo>
                    <a:pt x="640334" y="0"/>
                  </a:lnTo>
                  <a:lnTo>
                    <a:pt x="693077" y="10627"/>
                  </a:lnTo>
                  <a:lnTo>
                    <a:pt x="743943" y="41718"/>
                  </a:lnTo>
                  <a:lnTo>
                    <a:pt x="792312" y="92081"/>
                  </a:lnTo>
                  <a:lnTo>
                    <a:pt x="815365" y="124118"/>
                  </a:lnTo>
                  <a:lnTo>
                    <a:pt x="837560" y="160526"/>
                  </a:lnTo>
                  <a:lnTo>
                    <a:pt x="858820" y="201158"/>
                  </a:lnTo>
                  <a:lnTo>
                    <a:pt x="879067" y="245865"/>
                  </a:lnTo>
                  <a:lnTo>
                    <a:pt x="898223" y="294497"/>
                  </a:lnTo>
                  <a:lnTo>
                    <a:pt x="916210" y="346906"/>
                  </a:lnTo>
                  <a:lnTo>
                    <a:pt x="932952" y="402943"/>
                  </a:lnTo>
                  <a:lnTo>
                    <a:pt x="948369" y="462460"/>
                  </a:lnTo>
                  <a:lnTo>
                    <a:pt x="962385" y="525307"/>
                  </a:lnTo>
                  <a:lnTo>
                    <a:pt x="974921" y="591337"/>
                  </a:lnTo>
                  <a:lnTo>
                    <a:pt x="985901" y="660400"/>
                  </a:lnTo>
                  <a:lnTo>
                    <a:pt x="1056766" y="660400"/>
                  </a:lnTo>
                  <a:lnTo>
                    <a:pt x="880745" y="1066800"/>
                  </a:lnTo>
                  <a:lnTo>
                    <a:pt x="648462" y="660400"/>
                  </a:lnTo>
                  <a:lnTo>
                    <a:pt x="719201" y="660400"/>
                  </a:lnTo>
                  <a:lnTo>
                    <a:pt x="708221" y="591337"/>
                  </a:lnTo>
                  <a:lnTo>
                    <a:pt x="695685" y="525307"/>
                  </a:lnTo>
                  <a:lnTo>
                    <a:pt x="681670" y="462460"/>
                  </a:lnTo>
                  <a:lnTo>
                    <a:pt x="666253" y="402943"/>
                  </a:lnTo>
                  <a:lnTo>
                    <a:pt x="649514" y="346906"/>
                  </a:lnTo>
                  <a:lnTo>
                    <a:pt x="631528" y="294497"/>
                  </a:lnTo>
                  <a:lnTo>
                    <a:pt x="612376" y="245865"/>
                  </a:lnTo>
                  <a:lnTo>
                    <a:pt x="592133" y="201158"/>
                  </a:lnTo>
                  <a:lnTo>
                    <a:pt x="570879" y="160526"/>
                  </a:lnTo>
                  <a:lnTo>
                    <a:pt x="548691" y="124118"/>
                  </a:lnTo>
                  <a:lnTo>
                    <a:pt x="525646" y="92081"/>
                  </a:lnTo>
                  <a:lnTo>
                    <a:pt x="477300" y="41718"/>
                  </a:lnTo>
                  <a:lnTo>
                    <a:pt x="426464" y="10627"/>
                  </a:lnTo>
                  <a:lnTo>
                    <a:pt x="400307" y="2681"/>
                  </a:lnTo>
                  <a:lnTo>
                    <a:pt x="373761" y="0"/>
                  </a:lnTo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319" name="object 13" descr=""/>
            <p:cNvPicPr/>
            <p:nvPr/>
          </p:nvPicPr>
          <p:blipFill>
            <a:blip r:embed="rId3"/>
            <a:stretch/>
          </p:blipFill>
          <p:spPr>
            <a:xfrm>
              <a:off x="6420600" y="1903320"/>
              <a:ext cx="2520720" cy="2390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20" name="object 14"/>
            <p:cNvSpPr/>
            <p:nvPr/>
          </p:nvSpPr>
          <p:spPr>
            <a:xfrm>
              <a:off x="5361120" y="5464800"/>
              <a:ext cx="561960" cy="399240"/>
            </a:xfrm>
            <a:custGeom>
              <a:avLst/>
              <a:gdLst>
                <a:gd name="textAreaLeft" fmla="*/ 0 w 561960"/>
                <a:gd name="textAreaRight" fmla="*/ 562680 w 561960"/>
                <a:gd name="textAreaTop" fmla="*/ 0 h 399240"/>
                <a:gd name="textAreaBottom" fmla="*/ 399960 h 399240"/>
              </a:gdLst>
              <a:ahLst/>
              <a:rect l="textAreaLeft" t="textAreaTop" r="textAreaRight" b="textAreaBottom"/>
              <a:pathLst>
                <a:path w="562610" h="400050">
                  <a:moveTo>
                    <a:pt x="100075" y="0"/>
                  </a:moveTo>
                  <a:lnTo>
                    <a:pt x="0" y="0"/>
                  </a:lnTo>
                  <a:lnTo>
                    <a:pt x="2713" y="43596"/>
                  </a:lnTo>
                  <a:lnTo>
                    <a:pt x="10664" y="85831"/>
                  </a:lnTo>
                  <a:lnTo>
                    <a:pt x="23573" y="126461"/>
                  </a:lnTo>
                  <a:lnTo>
                    <a:pt x="41156" y="165242"/>
                  </a:lnTo>
                  <a:lnTo>
                    <a:pt x="63133" y="201930"/>
                  </a:lnTo>
                  <a:lnTo>
                    <a:pt x="89221" y="236280"/>
                  </a:lnTo>
                  <a:lnTo>
                    <a:pt x="119138" y="268051"/>
                  </a:lnTo>
                  <a:lnTo>
                    <a:pt x="152604" y="296997"/>
                  </a:lnTo>
                  <a:lnTo>
                    <a:pt x="189335" y="322874"/>
                  </a:lnTo>
                  <a:lnTo>
                    <a:pt x="229051" y="345440"/>
                  </a:lnTo>
                  <a:lnTo>
                    <a:pt x="271470" y="364449"/>
                  </a:lnTo>
                  <a:lnTo>
                    <a:pt x="316309" y="379658"/>
                  </a:lnTo>
                  <a:lnTo>
                    <a:pt x="363287" y="390824"/>
                  </a:lnTo>
                  <a:lnTo>
                    <a:pt x="412123" y="397703"/>
                  </a:lnTo>
                  <a:lnTo>
                    <a:pt x="462534" y="400050"/>
                  </a:lnTo>
                  <a:lnTo>
                    <a:pt x="562483" y="400050"/>
                  </a:lnTo>
                  <a:lnTo>
                    <a:pt x="512095" y="397703"/>
                  </a:lnTo>
                  <a:lnTo>
                    <a:pt x="463280" y="390824"/>
                  </a:lnTo>
                  <a:lnTo>
                    <a:pt x="416320" y="379658"/>
                  </a:lnTo>
                  <a:lnTo>
                    <a:pt x="371495" y="364449"/>
                  </a:lnTo>
                  <a:lnTo>
                    <a:pt x="329089" y="345440"/>
                  </a:lnTo>
                  <a:lnTo>
                    <a:pt x="289384" y="322874"/>
                  </a:lnTo>
                  <a:lnTo>
                    <a:pt x="252660" y="296997"/>
                  </a:lnTo>
                  <a:lnTo>
                    <a:pt x="219201" y="268051"/>
                  </a:lnTo>
                  <a:lnTo>
                    <a:pt x="189288" y="236280"/>
                  </a:lnTo>
                  <a:lnTo>
                    <a:pt x="163204" y="201930"/>
                  </a:lnTo>
                  <a:lnTo>
                    <a:pt x="141230" y="165242"/>
                  </a:lnTo>
                  <a:lnTo>
                    <a:pt x="123648" y="126461"/>
                  </a:lnTo>
                  <a:lnTo>
                    <a:pt x="110740" y="85831"/>
                  </a:lnTo>
                  <a:lnTo>
                    <a:pt x="102789" y="43596"/>
                  </a:lnTo>
                  <a:lnTo>
                    <a:pt x="100075" y="0"/>
                  </a:lnTo>
                  <a:close/>
                </a:path>
              </a:pathLst>
            </a:custGeom>
            <a:solidFill>
              <a:srgbClr val="6479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321" name="object 15"/>
            <p:cNvSpPr/>
            <p:nvPr/>
          </p:nvSpPr>
          <p:spPr>
            <a:xfrm>
              <a:off x="5361120" y="5464800"/>
              <a:ext cx="1059840" cy="399240"/>
            </a:xfrm>
            <a:custGeom>
              <a:avLst/>
              <a:gdLst>
                <a:gd name="textAreaLeft" fmla="*/ 0 w 1059840"/>
                <a:gd name="textAreaRight" fmla="*/ 1060560 w 1059840"/>
                <a:gd name="textAreaTop" fmla="*/ 0 h 399240"/>
                <a:gd name="textAreaBottom" fmla="*/ 399960 h 399240"/>
              </a:gdLst>
              <a:ahLst/>
              <a:rect l="textAreaLeft" t="textAreaTop" r="textAreaRight" b="textAreaBottom"/>
              <a:pathLst>
                <a:path w="1060450" h="400050">
                  <a:moveTo>
                    <a:pt x="512445" y="397700"/>
                  </a:moveTo>
                  <a:lnTo>
                    <a:pt x="563765" y="390341"/>
                  </a:lnTo>
                  <a:lnTo>
                    <a:pt x="613100" y="378256"/>
                  </a:lnTo>
                  <a:lnTo>
                    <a:pt x="660101" y="361706"/>
                  </a:lnTo>
                  <a:lnTo>
                    <a:pt x="704421" y="340952"/>
                  </a:lnTo>
                  <a:lnTo>
                    <a:pt x="745711" y="316256"/>
                  </a:lnTo>
                  <a:lnTo>
                    <a:pt x="783623" y="287880"/>
                  </a:lnTo>
                  <a:lnTo>
                    <a:pt x="817810" y="256085"/>
                  </a:lnTo>
                  <a:lnTo>
                    <a:pt x="847922" y="221133"/>
                  </a:lnTo>
                  <a:lnTo>
                    <a:pt x="873613" y="183285"/>
                  </a:lnTo>
                  <a:lnTo>
                    <a:pt x="894533" y="142803"/>
                  </a:lnTo>
                  <a:lnTo>
                    <a:pt x="910336" y="99949"/>
                  </a:lnTo>
                  <a:lnTo>
                    <a:pt x="860298" y="100075"/>
                  </a:lnTo>
                  <a:lnTo>
                    <a:pt x="974978" y="0"/>
                  </a:lnTo>
                  <a:lnTo>
                    <a:pt x="1060323" y="100075"/>
                  </a:lnTo>
                  <a:lnTo>
                    <a:pt x="1010285" y="100075"/>
                  </a:lnTo>
                  <a:lnTo>
                    <a:pt x="994430" y="143061"/>
                  </a:lnTo>
                  <a:lnTo>
                    <a:pt x="973463" y="183591"/>
                  </a:lnTo>
                  <a:lnTo>
                    <a:pt x="947745" y="221420"/>
                  </a:lnTo>
                  <a:lnTo>
                    <a:pt x="917640" y="256304"/>
                  </a:lnTo>
                  <a:lnTo>
                    <a:pt x="883512" y="287999"/>
                  </a:lnTo>
                  <a:lnTo>
                    <a:pt x="845724" y="316261"/>
                  </a:lnTo>
                  <a:lnTo>
                    <a:pt x="804639" y="340845"/>
                  </a:lnTo>
                  <a:lnTo>
                    <a:pt x="760621" y="361507"/>
                  </a:lnTo>
                  <a:lnTo>
                    <a:pt x="714033" y="378003"/>
                  </a:lnTo>
                  <a:lnTo>
                    <a:pt x="665238" y="390088"/>
                  </a:lnTo>
                  <a:lnTo>
                    <a:pt x="614600" y="397518"/>
                  </a:lnTo>
                  <a:lnTo>
                    <a:pt x="562483" y="400050"/>
                  </a:lnTo>
                  <a:lnTo>
                    <a:pt x="462534" y="400050"/>
                  </a:lnTo>
                  <a:lnTo>
                    <a:pt x="412123" y="397703"/>
                  </a:lnTo>
                  <a:lnTo>
                    <a:pt x="363287" y="390824"/>
                  </a:lnTo>
                  <a:lnTo>
                    <a:pt x="316309" y="379658"/>
                  </a:lnTo>
                  <a:lnTo>
                    <a:pt x="271470" y="364449"/>
                  </a:lnTo>
                  <a:lnTo>
                    <a:pt x="229051" y="345440"/>
                  </a:lnTo>
                  <a:lnTo>
                    <a:pt x="189335" y="322874"/>
                  </a:lnTo>
                  <a:lnTo>
                    <a:pt x="152604" y="296997"/>
                  </a:lnTo>
                  <a:lnTo>
                    <a:pt x="119138" y="268051"/>
                  </a:lnTo>
                  <a:lnTo>
                    <a:pt x="89221" y="236280"/>
                  </a:lnTo>
                  <a:lnTo>
                    <a:pt x="63133" y="201930"/>
                  </a:lnTo>
                  <a:lnTo>
                    <a:pt x="41156" y="165242"/>
                  </a:lnTo>
                  <a:lnTo>
                    <a:pt x="23573" y="126461"/>
                  </a:lnTo>
                  <a:lnTo>
                    <a:pt x="10664" y="85831"/>
                  </a:lnTo>
                  <a:lnTo>
                    <a:pt x="2713" y="43596"/>
                  </a:lnTo>
                  <a:lnTo>
                    <a:pt x="0" y="0"/>
                  </a:lnTo>
                  <a:lnTo>
                    <a:pt x="100075" y="0"/>
                  </a:lnTo>
                  <a:lnTo>
                    <a:pt x="102789" y="43596"/>
                  </a:lnTo>
                  <a:lnTo>
                    <a:pt x="110740" y="85831"/>
                  </a:lnTo>
                  <a:lnTo>
                    <a:pt x="123648" y="126461"/>
                  </a:lnTo>
                  <a:lnTo>
                    <a:pt x="141230" y="165242"/>
                  </a:lnTo>
                  <a:lnTo>
                    <a:pt x="163204" y="201930"/>
                  </a:lnTo>
                  <a:lnTo>
                    <a:pt x="189288" y="236280"/>
                  </a:lnTo>
                  <a:lnTo>
                    <a:pt x="219201" y="268051"/>
                  </a:lnTo>
                  <a:lnTo>
                    <a:pt x="252660" y="296997"/>
                  </a:lnTo>
                  <a:lnTo>
                    <a:pt x="289384" y="322874"/>
                  </a:lnTo>
                  <a:lnTo>
                    <a:pt x="329089" y="345440"/>
                  </a:lnTo>
                  <a:lnTo>
                    <a:pt x="371495" y="364449"/>
                  </a:lnTo>
                  <a:lnTo>
                    <a:pt x="416320" y="379658"/>
                  </a:lnTo>
                  <a:lnTo>
                    <a:pt x="463280" y="390824"/>
                  </a:lnTo>
                  <a:lnTo>
                    <a:pt x="512095" y="397703"/>
                  </a:lnTo>
                  <a:lnTo>
                    <a:pt x="562483" y="400050"/>
                  </a:lnTo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322" name="PlaceHolder 2"/>
          <p:cNvSpPr>
            <a:spLocks noGrp="1"/>
          </p:cNvSpPr>
          <p:nvPr>
            <p:ph type="ftr" idx="31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440" cy="7369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962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US" sz="4000" spc="-210" strike="noStrike" u="none">
                <a:solidFill>
                  <a:srgbClr val="1f2022"/>
                </a:solidFill>
                <a:uFillTx/>
                <a:latin typeface="Microsoft Sans Serif"/>
              </a:rPr>
              <a:t>Moving</a:t>
            </a:r>
            <a:r>
              <a:rPr b="0" lang="en-US" sz="4000" spc="3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210" strike="noStrike" u="none">
                <a:solidFill>
                  <a:srgbClr val="1f2022"/>
                </a:solidFill>
                <a:uFillTx/>
                <a:latin typeface="Microsoft Sans Serif"/>
              </a:rPr>
              <a:t>towards</a:t>
            </a:r>
            <a:r>
              <a:rPr b="0" lang="en-US" sz="4000" spc="45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244" strike="noStrike" u="none">
                <a:solidFill>
                  <a:srgbClr val="1f2022"/>
                </a:solidFill>
                <a:uFillTx/>
                <a:latin typeface="Microsoft Sans Serif"/>
              </a:rPr>
              <a:t>the</a:t>
            </a:r>
            <a:r>
              <a:rPr b="0" lang="en-US" sz="4000" spc="3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275" strike="noStrike" u="none">
                <a:solidFill>
                  <a:srgbClr val="1f2022"/>
                </a:solidFill>
                <a:uFillTx/>
                <a:latin typeface="Microsoft Sans Serif"/>
              </a:rPr>
              <a:t>solution</a:t>
            </a:r>
            <a:r>
              <a:rPr b="0" lang="en-US" sz="4000" spc="2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000" spc="-241" strike="noStrike" u="none">
                <a:solidFill>
                  <a:srgbClr val="1f2022"/>
                </a:solidFill>
                <a:uFillTx/>
                <a:latin typeface="Microsoft Sans Serif"/>
              </a:rPr>
              <a:t>domain</a:t>
            </a:r>
            <a:r>
              <a:rPr b="0" lang="en-US" sz="4000" spc="2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object 3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47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5" name="object 4"/>
          <p:cNvSpPr/>
          <p:nvPr/>
        </p:nvSpPr>
        <p:spPr>
          <a:xfrm>
            <a:off x="609120" y="1621440"/>
            <a:ext cx="4493880" cy="458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800" spc="-130" strike="noStrike" u="none">
                <a:solidFill>
                  <a:schemeClr val="dk1"/>
                </a:solidFill>
                <a:uFillTx/>
                <a:latin typeface="Arial"/>
              </a:rPr>
              <a:t>Softwa</a:t>
            </a:r>
            <a:r>
              <a:rPr b="1" lang="en-US" sz="1800" spc="-60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1800" spc="-139" strike="noStrike" u="none">
                <a:solidFill>
                  <a:schemeClr val="dk1"/>
                </a:solidFill>
                <a:uFillTx/>
                <a:latin typeface="Arial"/>
              </a:rPr>
              <a:t>e</a:t>
            </a:r>
            <a:r>
              <a:rPr b="1" lang="en-US" sz="1800" spc="-34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800" spc="-309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1800" spc="-130" strike="noStrike" u="none">
                <a:solidFill>
                  <a:schemeClr val="dk1"/>
                </a:solidFill>
                <a:uFillTx/>
                <a:latin typeface="Arial"/>
              </a:rPr>
              <a:t>equi</a:t>
            </a:r>
            <a:r>
              <a:rPr b="1" lang="en-US" sz="1800" spc="-65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1800" spc="-156" strike="noStrike" u="none">
                <a:solidFill>
                  <a:schemeClr val="dk1"/>
                </a:solidFill>
                <a:uFillTx/>
                <a:latin typeface="Arial"/>
              </a:rPr>
              <a:t>eme</a:t>
            </a:r>
            <a:r>
              <a:rPr b="1" lang="en-US" sz="1800" spc="-170" strike="noStrike" u="none">
                <a:solidFill>
                  <a:schemeClr val="dk1"/>
                </a:solidFill>
                <a:uFillTx/>
                <a:latin typeface="Arial"/>
              </a:rPr>
              <a:t>nts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</a:pP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algn="just" defTabSz="914400">
              <a:lnSpc>
                <a:spcPct val="100000"/>
              </a:lnSpc>
              <a:spcBef>
                <a:spcPts val="1375"/>
              </a:spcBef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333360"/>
              </a:tabLst>
            </a:pP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Once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we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have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established</a:t>
            </a:r>
            <a:r>
              <a:rPr b="0" lang="en-US" sz="1600" spc="24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2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feature</a:t>
            </a:r>
            <a:r>
              <a:rPr b="0" lang="en-US" sz="1600" spc="3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set</a:t>
            </a:r>
            <a:r>
              <a:rPr b="0" lang="en-US" sz="1600" spc="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and 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have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gained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agreement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with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customer,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we 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can 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move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on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to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defining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more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specific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requirements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will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ne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impose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solutio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33336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algn="just" defTabSz="914400">
              <a:lnSpc>
                <a:spcPct val="100000"/>
              </a:lnSpc>
              <a:spcBef>
                <a:spcPts val="1406"/>
              </a:spcBef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389880"/>
              </a:tabLst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	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If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we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build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56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conforms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those 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req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rem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nt</a:t>
            </a:r>
            <a:r>
              <a:rPr b="0" lang="en-US" sz="1600" spc="-215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,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04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ce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at</a:t>
            </a:r>
            <a:r>
              <a:rPr b="0" lang="en-US" sz="1600" spc="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81" strike="noStrike" u="none">
                <a:solidFill>
                  <a:schemeClr val="dk1"/>
                </a:solidFill>
                <a:uFillTx/>
                <a:latin typeface="Microsoft Sans Serif"/>
              </a:rPr>
              <a:t>sy</a:t>
            </a:r>
            <a:r>
              <a:rPr b="0" lang="en-US" sz="1600" spc="-176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te</a:t>
            </a:r>
            <a:r>
              <a:rPr b="0" lang="en-US" sz="1600" spc="-269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6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we  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develop 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will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deliver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features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we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promised.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In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turn,</a:t>
            </a:r>
            <a:r>
              <a:rPr b="0" lang="en-US" sz="1600" spc="24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56" strike="noStrike" u="none">
                <a:solidFill>
                  <a:schemeClr val="dk1"/>
                </a:solidFill>
                <a:uFillTx/>
                <a:latin typeface="Microsoft Sans Serif"/>
              </a:rPr>
              <a:t>since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features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address</a:t>
            </a:r>
            <a:r>
              <a:rPr b="0" lang="en-US" sz="1600" spc="24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one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1600" spc="-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more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stakeholder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needs,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we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will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have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addressed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those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 ne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pc="-26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di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ctly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solution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38988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algn="just" defTabSz="914400">
              <a:lnSpc>
                <a:spcPct val="100000"/>
              </a:lnSpc>
              <a:spcBef>
                <a:spcPts val="1406"/>
              </a:spcBef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333360"/>
              </a:tabLst>
            </a:pP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These</a:t>
            </a:r>
            <a:r>
              <a:rPr b="0" lang="en-US" sz="1600" spc="-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more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specific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requirements 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are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software 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requirements.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26" name="object 5" descr=""/>
          <p:cNvPicPr/>
          <p:nvPr/>
        </p:nvPicPr>
        <p:blipFill>
          <a:blip r:embed="rId1"/>
          <a:stretch/>
        </p:blipFill>
        <p:spPr>
          <a:xfrm>
            <a:off x="5315400" y="2484360"/>
            <a:ext cx="3412800" cy="3468240"/>
          </a:xfrm>
          <a:prstGeom prst="rect">
            <a:avLst/>
          </a:prstGeom>
          <a:ln w="0">
            <a:noFill/>
          </a:ln>
        </p:spPr>
      </p:pic>
      <p:sp>
        <p:nvSpPr>
          <p:cNvPr id="327" name="PlaceHolder 2"/>
          <p:cNvSpPr>
            <a:spLocks noGrp="1"/>
          </p:cNvSpPr>
          <p:nvPr>
            <p:ph type="ftr" idx="32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91560" y="72720"/>
            <a:ext cx="7688520" cy="134676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US" sz="4000" spc="-159" strike="noStrike" u="none">
                <a:solidFill>
                  <a:srgbClr val="000000"/>
                </a:solidFill>
                <a:uFillTx/>
                <a:latin typeface="Microsoft Sans Serif"/>
              </a:rPr>
              <a:t>Overview</a:t>
            </a:r>
            <a:r>
              <a:rPr b="0" lang="en-US" sz="4000" spc="4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000" spc="-6" strike="noStrike" u="none">
                <a:solidFill>
                  <a:srgbClr val="000000"/>
                </a:solidFill>
                <a:uFillTx/>
                <a:latin typeface="Microsoft Sans Serif"/>
              </a:rPr>
              <a:t>of</a:t>
            </a:r>
            <a:r>
              <a:rPr b="0" lang="en-US" sz="4000" spc="17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000" spc="-244" strike="noStrike" u="none">
                <a:solidFill>
                  <a:srgbClr val="000000"/>
                </a:solidFill>
                <a:uFillTx/>
                <a:latin typeface="Microsoft Sans Serif"/>
              </a:rPr>
              <a:t>the</a:t>
            </a:r>
            <a:r>
              <a:rPr b="0" lang="en-US" sz="4000" spc="4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000" spc="-281" strike="noStrike" u="none">
                <a:solidFill>
                  <a:srgbClr val="000000"/>
                </a:solidFill>
                <a:uFillTx/>
                <a:latin typeface="Microsoft Sans Serif"/>
              </a:rPr>
              <a:t>Problem</a:t>
            </a:r>
            <a:r>
              <a:rPr b="0" lang="en-US" sz="4000" spc="4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000" spc="-320" strike="noStrike" u="none">
                <a:solidFill>
                  <a:srgbClr val="000000"/>
                </a:solidFill>
                <a:uFillTx/>
                <a:latin typeface="Microsoft Sans Serif"/>
              </a:rPr>
              <a:t>Domain</a:t>
            </a:r>
            <a:r>
              <a:rPr b="0" lang="en-US" sz="4000" spc="3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000" spc="-176" strike="noStrike" u="none">
                <a:solidFill>
                  <a:srgbClr val="000000"/>
                </a:solidFill>
                <a:uFillTx/>
                <a:latin typeface="Microsoft Sans Serif"/>
              </a:rPr>
              <a:t>and </a:t>
            </a:r>
            <a:r>
              <a:rPr b="0" lang="en-US" sz="4000" spc="-1046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000" spc="-490" strike="noStrike" u="none">
                <a:solidFill>
                  <a:srgbClr val="000000"/>
                </a:solidFill>
                <a:uFillTx/>
                <a:latin typeface="Microsoft Sans Serif"/>
              </a:rPr>
              <a:t>S</a:t>
            </a:r>
            <a:r>
              <a:rPr b="0" lang="en-US" sz="4000" spc="-400" strike="noStrike" u="none">
                <a:solidFill>
                  <a:srgbClr val="000000"/>
                </a:solidFill>
                <a:uFillTx/>
                <a:latin typeface="Microsoft Sans Serif"/>
              </a:rPr>
              <a:t>o</a:t>
            </a:r>
            <a:r>
              <a:rPr b="0" lang="en-US" sz="4000" spc="-204" strike="noStrike" u="none">
                <a:solidFill>
                  <a:srgbClr val="000000"/>
                </a:solidFill>
                <a:uFillTx/>
                <a:latin typeface="Microsoft Sans Serif"/>
              </a:rPr>
              <a:t>lutio</a:t>
            </a:r>
            <a:r>
              <a:rPr b="0" lang="en-US" sz="4000" spc="-300" strike="noStrike" u="none">
                <a:solidFill>
                  <a:srgbClr val="000000"/>
                </a:solidFill>
                <a:uFillTx/>
                <a:latin typeface="Microsoft Sans Serif"/>
              </a:rPr>
              <a:t>n</a:t>
            </a:r>
            <a:r>
              <a:rPr b="0" lang="en-US" sz="4000" spc="45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000" spc="-371" strike="noStrike" u="none">
                <a:solidFill>
                  <a:srgbClr val="000000"/>
                </a:solidFill>
                <a:uFillTx/>
                <a:latin typeface="Microsoft Sans Serif"/>
              </a:rPr>
              <a:t>Dom</a:t>
            </a:r>
            <a:r>
              <a:rPr b="0" lang="en-US" sz="4000" spc="-281" strike="noStrike" u="none">
                <a:solidFill>
                  <a:srgbClr val="000000"/>
                </a:solidFill>
                <a:uFillTx/>
                <a:latin typeface="Microsoft Sans Serif"/>
              </a:rPr>
              <a:t>a</a:t>
            </a:r>
            <a:r>
              <a:rPr b="0" lang="en-US" sz="4000" spc="-156" strike="noStrike" u="none">
                <a:solidFill>
                  <a:srgbClr val="000000"/>
                </a:solidFill>
                <a:uFillTx/>
                <a:latin typeface="Microsoft Sans Serif"/>
              </a:rPr>
              <a:t>i</a:t>
            </a:r>
            <a:r>
              <a:rPr b="0" lang="en-US" sz="4000" spc="-366" strike="noStrike" u="none">
                <a:solidFill>
                  <a:srgbClr val="000000"/>
                </a:solidFill>
                <a:uFillTx/>
                <a:latin typeface="Microsoft Sans Serif"/>
              </a:rPr>
              <a:t>n</a:t>
            </a:r>
            <a:r>
              <a:rPr b="0" lang="en-US" sz="4000" spc="3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9" name="object 3"/>
          <p:cNvSpPr/>
          <p:nvPr/>
        </p:nvSpPr>
        <p:spPr>
          <a:xfrm>
            <a:off x="172440" y="1266120"/>
            <a:ext cx="8515440" cy="11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48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40"/>
              </a:spcBef>
            </a:pP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51400" indent="-320760" algn="just" defTabSz="914400">
              <a:lnSpc>
                <a:spcPct val="100000"/>
              </a:lnSpc>
              <a:buClr>
                <a:srgbClr val="cc8e5f"/>
              </a:buClr>
              <a:buSzPct val="59000"/>
              <a:buFont typeface="Wingdings" charset="2"/>
              <a:buChar char=""/>
              <a:tabLst>
                <a:tab algn="l" pos="852120"/>
              </a:tabLst>
            </a:pP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We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have 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moved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from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problem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domain,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represented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by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user 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needs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we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discovered,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to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definition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of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 </a:t>
            </a:r>
            <a:r>
              <a:rPr b="0" lang="en-US" sz="1600" spc="-156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r>
              <a:rPr b="0" lang="en-US" sz="1600" spc="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that 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will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constitute</a:t>
            </a:r>
            <a:r>
              <a:rPr b="0" lang="en-US" sz="1600" spc="20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2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solution</a:t>
            </a:r>
            <a:r>
              <a:rPr b="0" lang="en-US" sz="1600" spc="20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domain,</a:t>
            </a:r>
            <a:r>
              <a:rPr b="0" lang="en-US" sz="1600" spc="22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represented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by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2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features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of </a:t>
            </a:r>
            <a:r>
              <a:rPr b="0" lang="en-US" sz="16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56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r>
              <a:rPr b="0" lang="en-US" sz="16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6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will</a:t>
            </a:r>
            <a:r>
              <a:rPr b="0" lang="en-US" sz="16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drive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its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design</a:t>
            </a:r>
            <a:r>
              <a:rPr b="0" lang="en-US" sz="16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implementation.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30" name="object 4" descr=""/>
          <p:cNvPicPr/>
          <p:nvPr/>
        </p:nvPicPr>
        <p:blipFill>
          <a:blip r:embed="rId1"/>
          <a:stretch/>
        </p:blipFill>
        <p:spPr>
          <a:xfrm>
            <a:off x="685800" y="2508120"/>
            <a:ext cx="7715160" cy="3679560"/>
          </a:xfrm>
          <a:prstGeom prst="rect">
            <a:avLst/>
          </a:prstGeom>
          <a:ln w="0">
            <a:noFill/>
          </a:ln>
        </p:spPr>
      </p:pic>
      <p:sp>
        <p:nvSpPr>
          <p:cNvPr id="331" name="PlaceHolder 2"/>
          <p:cNvSpPr>
            <a:spLocks noGrp="1"/>
          </p:cNvSpPr>
          <p:nvPr>
            <p:ph type="ftr" idx="33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2428920" cy="1353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en-US" sz="4400" spc="-1100" strike="noStrike" u="none">
                <a:solidFill>
                  <a:srgbClr val="ff0000"/>
                </a:solidFill>
                <a:uFillTx/>
                <a:latin typeface="Microsoft Sans Serif"/>
              </a:rPr>
              <a:t>R</a:t>
            </a:r>
            <a:r>
              <a:rPr b="0" lang="en-US" sz="4400" spc="-96" strike="noStrike" u="none">
                <a:solidFill>
                  <a:srgbClr val="ff0000"/>
                </a:solidFill>
                <a:uFillTx/>
                <a:latin typeface="Microsoft Sans Serif"/>
              </a:rPr>
              <a:t>efer</a:t>
            </a:r>
            <a:r>
              <a:rPr b="0" lang="en-US" sz="4400" spc="-113" strike="noStrike" u="none">
                <a:solidFill>
                  <a:srgbClr val="ff0000"/>
                </a:solidFill>
                <a:uFillTx/>
                <a:latin typeface="Microsoft Sans Serif"/>
              </a:rPr>
              <a:t>e</a:t>
            </a:r>
            <a:r>
              <a:rPr b="0" lang="en-US" sz="4400" spc="-499" strike="noStrike" u="none">
                <a:solidFill>
                  <a:srgbClr val="ff0000"/>
                </a:solidFill>
                <a:uFillTx/>
                <a:latin typeface="Microsoft Sans Serif"/>
              </a:rPr>
              <a:t>nces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ftr" idx="34"/>
          </p:nvPr>
        </p:nvSpPr>
        <p:spPr>
          <a:xfrm>
            <a:off x="78840" y="6561000"/>
            <a:ext cx="130176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tabLst>
                <a:tab algn="l" pos="0"/>
              </a:tabLst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  <a:tabLst>
                <a:tab algn="l" pos="0"/>
              </a:tabLst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4" name="object 3"/>
          <p:cNvSpPr/>
          <p:nvPr/>
        </p:nvSpPr>
        <p:spPr>
          <a:xfrm>
            <a:off x="172440" y="1266120"/>
            <a:ext cx="18648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49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5" name="object 4"/>
          <p:cNvSpPr/>
          <p:nvPr/>
        </p:nvSpPr>
        <p:spPr>
          <a:xfrm>
            <a:off x="536040" y="1712880"/>
            <a:ext cx="13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30"/>
              </a:spcBef>
            </a:pPr>
            <a:r>
              <a:rPr b="0" lang="en-US" sz="1050" spc="-26" strike="noStrike" u="none">
                <a:solidFill>
                  <a:srgbClr val="cc8e5f"/>
                </a:solidFill>
                <a:uFillTx/>
                <a:latin typeface="Microsoft Sans Serif"/>
              </a:rPr>
              <a:t>1.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object 5"/>
          <p:cNvSpPr/>
          <p:nvPr/>
        </p:nvSpPr>
        <p:spPr>
          <a:xfrm>
            <a:off x="536040" y="2350080"/>
            <a:ext cx="13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30"/>
              </a:spcBef>
            </a:pPr>
            <a:r>
              <a:rPr b="0" lang="en-US" sz="1050" spc="-26" strike="noStrike" u="none">
                <a:solidFill>
                  <a:srgbClr val="cc8e5f"/>
                </a:solidFill>
                <a:uFillTx/>
                <a:latin typeface="Microsoft Sans Serif"/>
              </a:rPr>
              <a:t>2.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object 6"/>
          <p:cNvSpPr/>
          <p:nvPr/>
        </p:nvSpPr>
        <p:spPr>
          <a:xfrm>
            <a:off x="536040" y="2712960"/>
            <a:ext cx="13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30"/>
              </a:spcBef>
            </a:pPr>
            <a:r>
              <a:rPr b="0" lang="en-US" sz="1050" spc="-26" strike="noStrike" u="none">
                <a:solidFill>
                  <a:srgbClr val="cc8e5f"/>
                </a:solidFill>
                <a:uFillTx/>
                <a:latin typeface="Microsoft Sans Serif"/>
              </a:rPr>
              <a:t>3.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8" name="object 7"/>
          <p:cNvSpPr/>
          <p:nvPr/>
        </p:nvSpPr>
        <p:spPr>
          <a:xfrm>
            <a:off x="536040" y="3077280"/>
            <a:ext cx="13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30"/>
              </a:spcBef>
            </a:pPr>
            <a:r>
              <a:rPr b="0" lang="en-US" sz="1050" spc="-26" strike="noStrike" u="none">
                <a:solidFill>
                  <a:srgbClr val="cc8e5f"/>
                </a:solidFill>
                <a:uFillTx/>
                <a:latin typeface="Microsoft Sans Serif"/>
              </a:rPr>
              <a:t>4.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9" name="object 8"/>
          <p:cNvSpPr/>
          <p:nvPr/>
        </p:nvSpPr>
        <p:spPr>
          <a:xfrm>
            <a:off x="536040" y="3440160"/>
            <a:ext cx="13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30"/>
              </a:spcBef>
            </a:pPr>
            <a:r>
              <a:rPr b="0" lang="en-US" sz="1050" spc="-26" strike="noStrike" u="none">
                <a:solidFill>
                  <a:srgbClr val="cc8e5f"/>
                </a:solidFill>
                <a:uFillTx/>
                <a:latin typeface="Microsoft Sans Serif"/>
              </a:rPr>
              <a:t>5.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0" name="object 9"/>
          <p:cNvSpPr/>
          <p:nvPr/>
        </p:nvSpPr>
        <p:spPr>
          <a:xfrm>
            <a:off x="536040" y="3802680"/>
            <a:ext cx="13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30"/>
              </a:spcBef>
            </a:pPr>
            <a:r>
              <a:rPr b="0" lang="en-US" sz="1050" spc="-26" strike="noStrike" u="none">
                <a:solidFill>
                  <a:srgbClr val="cc8e5f"/>
                </a:solidFill>
                <a:uFillTx/>
                <a:latin typeface="Microsoft Sans Serif"/>
              </a:rPr>
              <a:t>6.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1" name="object 10"/>
          <p:cNvSpPr/>
          <p:nvPr/>
        </p:nvSpPr>
        <p:spPr>
          <a:xfrm>
            <a:off x="536040" y="4167000"/>
            <a:ext cx="13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30"/>
              </a:spcBef>
            </a:pPr>
            <a:r>
              <a:rPr b="0" lang="en-US" sz="1050" spc="-26" strike="noStrike" u="none">
                <a:solidFill>
                  <a:srgbClr val="cc8e5f"/>
                </a:solidFill>
                <a:uFillTx/>
                <a:latin typeface="Microsoft Sans Serif"/>
              </a:rPr>
              <a:t>7.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object 11"/>
          <p:cNvSpPr/>
          <p:nvPr/>
        </p:nvSpPr>
        <p:spPr>
          <a:xfrm>
            <a:off x="536040" y="4530240"/>
            <a:ext cx="13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30"/>
              </a:spcBef>
            </a:pPr>
            <a:r>
              <a:rPr b="0" lang="en-US" sz="1050" spc="-26" strike="noStrike" u="none">
                <a:solidFill>
                  <a:srgbClr val="cc8e5f"/>
                </a:solidFill>
                <a:uFillTx/>
                <a:latin typeface="Microsoft Sans Serif"/>
              </a:rPr>
              <a:t>8.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3" name="object 12"/>
          <p:cNvSpPr/>
          <p:nvPr/>
        </p:nvSpPr>
        <p:spPr>
          <a:xfrm>
            <a:off x="536040" y="4892760"/>
            <a:ext cx="13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30"/>
              </a:spcBef>
            </a:pPr>
            <a:r>
              <a:rPr b="0" lang="en-US" sz="1050" spc="-26" strike="noStrike" u="none">
                <a:solidFill>
                  <a:srgbClr val="cc8e5f"/>
                </a:solidFill>
                <a:uFillTx/>
                <a:latin typeface="Microsoft Sans Serif"/>
              </a:rPr>
              <a:t>9.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object 13"/>
          <p:cNvSpPr/>
          <p:nvPr/>
        </p:nvSpPr>
        <p:spPr>
          <a:xfrm>
            <a:off x="536040" y="1621440"/>
            <a:ext cx="8349480" cy="273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527760" defTabSz="914400">
              <a:lnSpc>
                <a:spcPct val="100000"/>
              </a:lnSpc>
              <a:spcBef>
                <a:spcPts val="99"/>
              </a:spcBef>
              <a:tabLst>
                <a:tab algn="l" pos="1710000"/>
                <a:tab algn="l" pos="2790360"/>
                <a:tab algn="l" pos="4287600"/>
              </a:tabLst>
            </a:pP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na</a:t>
            </a:r>
            <a:r>
              <a:rPr b="0" lang="en-US" sz="1800" spc="-71" strike="noStrike" u="none">
                <a:solidFill>
                  <a:schemeClr val="dk1"/>
                </a:solidFill>
                <a:uFillTx/>
                <a:latin typeface="Microsoft Sans Serif"/>
              </a:rPr>
              <a:t>gi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Soft</a:t>
            </a:r>
            <a:r>
              <a:rPr b="0" lang="en-US" sz="1800" spc="-190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are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451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equ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iremen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204" strike="noStrike" u="none">
                <a:solidFill>
                  <a:schemeClr val="dk1"/>
                </a:solidFill>
                <a:uFillTx/>
                <a:latin typeface="Microsoft Sans Serif"/>
              </a:rPr>
              <a:t>s: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261" strike="noStrike" u="none">
                <a:solidFill>
                  <a:schemeClr val="dk1"/>
                </a:solidFill>
                <a:uFillTx/>
                <a:latin typeface="Microsoft Sans Serif"/>
              </a:rPr>
              <a:t>Us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210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800" spc="-139" strike="noStrike" u="none">
                <a:solidFill>
                  <a:schemeClr val="dk1"/>
                </a:solidFill>
                <a:uFillTx/>
                <a:latin typeface="Microsoft Sans Serif"/>
              </a:rPr>
              <a:t>ase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Ap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oa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h,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90" strike="noStrike" u="none">
                <a:solidFill>
                  <a:schemeClr val="dk1"/>
                </a:solidFill>
                <a:uFillTx/>
                <a:latin typeface="Microsoft Sans Serif"/>
              </a:rPr>
              <a:t>Seco</a:t>
            </a:r>
            <a:r>
              <a:rPr b="0" lang="en-US" sz="1800" spc="-181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215" strike="noStrike" u="none">
                <a:solidFill>
                  <a:schemeClr val="dk1"/>
                </a:solidFill>
                <a:uFillTx/>
                <a:latin typeface="Microsoft Sans Serif"/>
              </a:rPr>
              <a:t>Ed</a:t>
            </a:r>
            <a:r>
              <a:rPr b="0" lang="en-US" sz="1800" spc="-20" strike="noStrike" u="none">
                <a:solidFill>
                  <a:schemeClr val="dk1"/>
                </a:solidFill>
                <a:uFillTx/>
                <a:latin typeface="Microsoft Sans Serif"/>
              </a:rPr>
              <a:t>it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io</a:t>
            </a:r>
            <a:r>
              <a:rPr b="0" lang="en-US" sz="1800" spc="-139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By  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Dean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1" strike="noStrike" u="none">
                <a:solidFill>
                  <a:schemeClr val="dk1"/>
                </a:solidFill>
                <a:uFillTx/>
                <a:latin typeface="Microsoft Sans Serif"/>
              </a:rPr>
              <a:t>Leffingwell,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81" strike="noStrike" u="none">
                <a:solidFill>
                  <a:schemeClr val="dk1"/>
                </a:solidFill>
                <a:uFillTx/>
                <a:latin typeface="Microsoft Sans Serif"/>
              </a:rPr>
              <a:t>Don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Widrig,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Addison-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Wesley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27760" defTabSz="914400">
              <a:lnSpc>
                <a:spcPct val="132000"/>
              </a:lnSpc>
              <a:tabLst>
                <a:tab algn="l" pos="1710000"/>
                <a:tab algn="l" pos="2790360"/>
                <a:tab algn="l" pos="4287600"/>
              </a:tabLst>
            </a:pPr>
            <a:r>
              <a:rPr b="0" lang="en-US" sz="1800" spc="-54" strike="noStrike" u="heavy">
                <a:solidFill>
                  <a:srgbClr val="0000ff"/>
                </a:solidFill>
                <a:uFill>
                  <a:solidFill>
                    <a:srgbClr val="636363"/>
                  </a:solidFill>
                </a:uFill>
                <a:latin typeface="Microsoft Sans Serif"/>
                <a:hlinkClick r:id="rId1"/>
              </a:rPr>
              <a:t>http://en.wikipedia.org/wiki/Functional_requirement </a:t>
            </a:r>
            <a:r>
              <a:rPr b="0" lang="en-US" sz="1800" spc="-51" strike="noStrike" u="none">
                <a:solidFill>
                  <a:srgbClr val="636363"/>
                </a:solidFill>
                <a:uFillTx/>
                <a:latin typeface="Microsoft Sans Serif"/>
              </a:rPr>
              <a:t> </a:t>
            </a:r>
            <a:r>
              <a:rPr b="0" lang="en-US" sz="1800" spc="-51" strike="noStrike" u="heavy">
                <a:solidFill>
                  <a:srgbClr val="0000ff"/>
                </a:solidFill>
                <a:uFill>
                  <a:solidFill>
                    <a:srgbClr val="636363"/>
                  </a:solidFill>
                </a:uFill>
                <a:latin typeface="Microsoft Sans Serif"/>
                <a:hlinkClick r:id="rId2"/>
              </a:rPr>
              <a:t>http://en.wikipedia.org/wiki/Non-functional_requirement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27760" defTabSz="914400">
              <a:lnSpc>
                <a:spcPct val="132000"/>
              </a:lnSpc>
              <a:spcBef>
                <a:spcPts val="11"/>
              </a:spcBef>
              <a:tabLst>
                <a:tab algn="l" pos="1710000"/>
                <a:tab algn="l" pos="2790360"/>
                <a:tab algn="l" pos="4287600"/>
              </a:tabLst>
            </a:pPr>
            <a:r>
              <a:rPr b="0" lang="en-US" sz="1800" spc="-79" strike="noStrike" u="heavy">
                <a:solidFill>
                  <a:srgbClr val="0000ff"/>
                </a:solidFill>
                <a:uFill>
                  <a:solidFill>
                    <a:srgbClr val="636363"/>
                  </a:solidFill>
                </a:uFill>
                <a:latin typeface="Microsoft Sans Serif"/>
                <a:hlinkClick r:id="rId3"/>
              </a:rPr>
              <a:t>http://www.webopedia.com/TERM/O/open_source_tools.html </a:t>
            </a:r>
            <a:r>
              <a:rPr b="0" lang="en-US" sz="1800" spc="-465" strike="noStrike" u="none">
                <a:solidFill>
                  <a:srgbClr val="636363"/>
                </a:solidFill>
                <a:uFillTx/>
                <a:latin typeface="Microsoft Sans Serif"/>
              </a:rPr>
              <a:t> </a:t>
            </a:r>
            <a:r>
              <a:rPr b="0" lang="en-US" sz="1800" spc="-51" strike="noStrike" u="heavy">
                <a:solidFill>
                  <a:srgbClr val="0000ff"/>
                </a:solidFill>
                <a:uFill>
                  <a:solidFill>
                    <a:srgbClr val="636363"/>
                  </a:solidFill>
                </a:uFill>
                <a:latin typeface="Microsoft Sans Serif"/>
                <a:hlinkClick r:id="rId4"/>
              </a:rPr>
              <a:t>http://www.sei.cmu.edu/reports/90cm019.pdf </a:t>
            </a:r>
            <a:r>
              <a:rPr b="0" lang="en-US" sz="1800" spc="-45" strike="noStrike" u="none">
                <a:solidFill>
                  <a:srgbClr val="636363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heavy">
                <a:solidFill>
                  <a:srgbClr val="0000ff"/>
                </a:solidFill>
                <a:uFill>
                  <a:solidFill>
                    <a:srgbClr val="636363"/>
                  </a:solidFill>
                </a:uFill>
                <a:latin typeface="Microsoft Sans Serif"/>
                <a:hlinkClick r:id="rId5"/>
              </a:rPr>
              <a:t>http://finntrack.co.uk/learners/business_society.htm </a:t>
            </a:r>
            <a:r>
              <a:rPr b="0" lang="en-US" sz="1800" spc="-74" strike="noStrike" u="none">
                <a:solidFill>
                  <a:srgbClr val="636363"/>
                </a:solidFill>
                <a:uFillTx/>
                <a:latin typeface="Microsoft Sans Serif"/>
              </a:rPr>
              <a:t> </a:t>
            </a:r>
            <a:r>
              <a:rPr b="0" lang="en-US" sz="1800" spc="-40" strike="noStrike" u="heavy">
                <a:solidFill>
                  <a:srgbClr val="0000ff"/>
                </a:solidFill>
                <a:uFill>
                  <a:solidFill>
                    <a:srgbClr val="636363"/>
                  </a:solidFill>
                </a:uFill>
                <a:latin typeface="Microsoft Sans Serif"/>
                <a:hlinkClick r:id="rId6"/>
              </a:rPr>
              <a:t>http://en.wikipedia.org/wiki/Requirement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27760" defTabSz="914400">
              <a:lnSpc>
                <a:spcPct val="100000"/>
              </a:lnSpc>
              <a:spcBef>
                <a:spcPts val="700"/>
              </a:spcBef>
              <a:tabLst>
                <a:tab algn="l" pos="1710000"/>
                <a:tab algn="l" pos="2790360"/>
                <a:tab algn="l" pos="4287600"/>
              </a:tabLst>
            </a:pPr>
            <a:r>
              <a:rPr b="0" lang="en-US" sz="1800" spc="-79" strike="noStrike" u="heavy">
                <a:solidFill>
                  <a:srgbClr val="0000ff"/>
                </a:solidFill>
                <a:uFill>
                  <a:solidFill>
                    <a:srgbClr val="636363"/>
                  </a:solidFill>
                </a:uFill>
                <a:latin typeface="Microsoft Sans Serif"/>
                <a:hlinkClick r:id="rId7"/>
              </a:rPr>
              <a:t>http://www.cs.st-andrews.ac.uk/~ifs/Books/SE9/Web/Requirements/DomainReq.html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27760" defTabSz="914400">
              <a:lnSpc>
                <a:spcPct val="100000"/>
              </a:lnSpc>
              <a:spcBef>
                <a:spcPts val="694"/>
              </a:spcBef>
              <a:tabLst>
                <a:tab algn="l" pos="1710000"/>
                <a:tab algn="l" pos="2790360"/>
                <a:tab algn="l" pos="4287600"/>
              </a:tabLst>
            </a:pPr>
            <a:r>
              <a:rPr b="0" lang="en-US" sz="1800" spc="-65" strike="noStrike" u="heavy">
                <a:solidFill>
                  <a:srgbClr val="0000ff"/>
                </a:solidFill>
                <a:uFill>
                  <a:solidFill>
                    <a:srgbClr val="636363"/>
                  </a:solidFill>
                </a:uFill>
                <a:latin typeface="Microsoft Sans Serif"/>
                <a:hlinkClick r:id="rId8"/>
              </a:rPr>
              <a:t>http://faculty.salisbury.edu/~xswang/Research/Papers/SERelated/no-silver- </a:t>
            </a:r>
            <a:r>
              <a:rPr b="0" lang="en-US" sz="1800" spc="-465" strike="noStrike" u="none">
                <a:solidFill>
                  <a:srgbClr val="636363"/>
                </a:solidFill>
                <a:uFillTx/>
                <a:latin typeface="Microsoft Sans Serif"/>
              </a:rPr>
              <a:t> </a:t>
            </a:r>
            <a:r>
              <a:rPr b="0" lang="en-US" sz="1800" spc="-45" strike="noStrike" u="heavy">
                <a:solidFill>
                  <a:srgbClr val="0000ff"/>
                </a:solidFill>
                <a:uFill>
                  <a:solidFill>
                    <a:srgbClr val="636363"/>
                  </a:solidFill>
                </a:uFill>
                <a:latin typeface="Microsoft Sans Serif"/>
                <a:hlinkClick r:id="rId9"/>
              </a:rPr>
              <a:t>bullet.pdf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709"/>
              </a:spcBef>
              <a:tabLst>
                <a:tab algn="l" pos="527760"/>
              </a:tabLst>
            </a:pPr>
            <a:r>
              <a:rPr b="0" lang="en-US" sz="1050" spc="-14" strike="noStrike" u="none">
                <a:solidFill>
                  <a:srgbClr val="cc8e5f"/>
                </a:solidFill>
                <a:uFillTx/>
                <a:latin typeface="Microsoft Sans Serif"/>
              </a:rPr>
              <a:t>10.</a:t>
            </a:r>
            <a:r>
              <a:rPr b="0" lang="en-US" sz="1050" spc="-14" strike="noStrike" u="none">
                <a:solidFill>
                  <a:srgbClr val="cc8e5f"/>
                </a:solidFill>
                <a:uFillTx/>
                <a:latin typeface="Microsoft Sans Serif"/>
              </a:rPr>
              <a:t>	</a:t>
            </a:r>
            <a:r>
              <a:rPr b="0" lang="en-US" sz="1800" spc="-65" strike="noStrike" u="heavy">
                <a:solidFill>
                  <a:srgbClr val="0000ff"/>
                </a:solidFill>
                <a:uFill>
                  <a:solidFill>
                    <a:srgbClr val="636363"/>
                  </a:solidFill>
                </a:uFill>
                <a:latin typeface="Microsoft Sans Serif"/>
                <a:hlinkClick r:id="rId10"/>
              </a:rPr>
              <a:t>http://en.wikipedia.org/wiki/Requirements_management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Application>LibreOffice/24.8.2.1$Windows_X86_64 LibreOffice_project/0f794b6e29741098670a3b95d60478a65d05ef13</Application>
  <AppVersion>15.0000</AppVersion>
  <Words>1571</Words>
  <Paragraphs>224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2024-10-30T04:45:10Z</dcterms:created>
  <dc:creator>alijaved</dc:creator>
  <dc:description/>
  <dc:language>en-US</dc:language>
  <cp:lastModifiedBy/>
  <dcterms:modified xsi:type="dcterms:W3CDTF">2024-11-20T06:27:25Z</dcterms:modified>
  <cp:revision>10</cp:revision>
  <dc:subject/>
  <dc:title>SOFTWARE REQUIREMENTS ENGINEERING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2013-03-26T00:00:00Z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2024-10-30T00:00:00Z</vt:filetime>
  </property>
  <property fmtid="{D5CDD505-2E9C-101B-9397-08002B2CF9AE}" pid="5" name="PresentationFormat">
    <vt:lpwstr>On-screen Show (4:3)</vt:lpwstr>
  </property>
  <property fmtid="{D5CDD505-2E9C-101B-9397-08002B2CF9AE}" pid="6" name="Slides">
    <vt:i4>17</vt:i4>
  </property>
</Properties>
</file>